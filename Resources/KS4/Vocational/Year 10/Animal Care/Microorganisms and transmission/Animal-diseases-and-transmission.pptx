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5029EE-DCCB-473E-B8D0-466B70465997}">
  <a:tblStyle styleId="{D85029EE-DCCB-473E-B8D0-466B7046599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{D85029EE-DCCB-473E-B8D0-466B70465997}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{D85029EE-DCCB-473E-B8D0-466B70465997}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{D85029EE-DCCB-473E-B8D0-466B70465997}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{D85029EE-DCCB-473E-B8D0-466B70465997}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{D85029EE-DCCB-473E-B8D0-466B70465997}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