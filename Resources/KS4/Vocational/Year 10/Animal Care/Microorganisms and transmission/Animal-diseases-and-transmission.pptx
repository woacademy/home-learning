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B154A7-48B7-4BB5-8812-C8F348BD76DC}">
  <a:tblStyle styleId="{08B154A7-48B7-4BB5-8812-C8F348BD76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{08B154A7-48B7-4BB5-8812-C8F348BD76DC}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{08B154A7-48B7-4BB5-8812-C8F348BD76DC}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{08B154A7-48B7-4BB5-8812-C8F348BD76DC}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{08B154A7-48B7-4BB5-8812-C8F348BD76DC}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{08B154A7-48B7-4BB5-8812-C8F348BD76DC}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