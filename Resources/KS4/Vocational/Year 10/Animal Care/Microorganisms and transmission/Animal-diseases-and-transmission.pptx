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068D96-636C-4A82-853D-4E50EDD157E2}">
  <a:tblStyle styleId="{DB068D96-636C-4A82-853D-4E50EDD157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{DB068D96-636C-4A82-853D-4E50EDD157E2}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{DB068D96-636C-4A82-853D-4E50EDD157E2}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{DB068D96-636C-4A82-853D-4E50EDD157E2}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{DB068D96-636C-4A82-853D-4E50EDD157E2}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{DB068D96-636C-4A82-853D-4E50EDD157E2}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