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26B41-7233-48D6-9FBF-09359D53052C}">
  <a:tblStyle styleId="{F4326B41-7233-48D6-9FBF-09359D5305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{F4326B41-7233-48D6-9FBF-09359D53052C}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{F4326B41-7233-48D6-9FBF-09359D53052C}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{F4326B41-7233-48D6-9FBF-09359D53052C}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{F4326B41-7233-48D6-9FBF-09359D53052C}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{F4326B41-7233-48D6-9FBF-09359D53052C}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