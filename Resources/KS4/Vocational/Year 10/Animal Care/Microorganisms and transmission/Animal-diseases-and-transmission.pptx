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9388AA-EA55-4C22-BE49-6AD7A5DC83F5}">
  <a:tblStyle styleId="{8C9388AA-EA55-4C22-BE49-6AD7A5DC83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{8C9388AA-EA55-4C22-BE49-6AD7A5DC83F5}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{8C9388AA-EA55-4C22-BE49-6AD7A5DC83F5}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{8C9388AA-EA55-4C22-BE49-6AD7A5DC83F5}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{8C9388AA-EA55-4C22-BE49-6AD7A5DC83F5}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{8C9388AA-EA55-4C22-BE49-6AD7A5DC83F5}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