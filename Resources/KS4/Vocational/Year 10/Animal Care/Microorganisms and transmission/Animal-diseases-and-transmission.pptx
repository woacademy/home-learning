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80D9E6-5F1F-497A-BC1D-9A43F5F0517A}">
  <a:tblStyle styleId="{0580D9E6-5F1F-497A-BC1D-9A43F5F051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{0580D9E6-5F1F-497A-BC1D-9A43F5F0517A}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{0580D9E6-5F1F-497A-BC1D-9A43F5F0517A}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{0580D9E6-5F1F-497A-BC1D-9A43F5F0517A}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{0580D9E6-5F1F-497A-BC1D-9A43F5F0517A}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{0580D9E6-5F1F-497A-BC1D-9A43F5F0517A}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