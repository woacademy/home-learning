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765D6C6-6675-47FB-A4CF-A749084C3D7E}">
  <a:tblStyle styleId="{2765D6C6-6675-47FB-A4CF-A749084C3D7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{2765D6C6-6675-47FB-A4CF-A749084C3D7E}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{2765D6C6-6675-47FB-A4CF-A749084C3D7E}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{2765D6C6-6675-47FB-A4CF-A749084C3D7E}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{2765D6C6-6675-47FB-A4CF-A749084C3D7E}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{2765D6C6-6675-47FB-A4CF-A749084C3D7E}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