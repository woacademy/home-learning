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45689B7-F2FD-4A34-A5FF-E6F7D5B5AA99}">
  <a:tblStyle styleId="{A45689B7-F2FD-4A34-A5FF-E6F7D5B5AA9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{A45689B7-F2FD-4A34-A5FF-E6F7D5B5AA99}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{A45689B7-F2FD-4A34-A5FF-E6F7D5B5AA99}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{A45689B7-F2FD-4A34-A5FF-E6F7D5B5AA99}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{A45689B7-F2FD-4A34-A5FF-E6F7D5B5AA99}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{A45689B7-F2FD-4A34-A5FF-E6F7D5B5AA99}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