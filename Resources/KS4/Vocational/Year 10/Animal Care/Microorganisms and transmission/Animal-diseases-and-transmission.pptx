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B40A9C-676D-40D1-8F45-B282F72BF039}">
  <a:tblStyle styleId="{74B40A9C-676D-40D1-8F45-B282F72BF0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{74B40A9C-676D-40D1-8F45-B282F72BF039}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{74B40A9C-676D-40D1-8F45-B282F72BF039}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{74B40A9C-676D-40D1-8F45-B282F72BF039}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{74B40A9C-676D-40D1-8F45-B282F72BF039}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{74B40A9C-676D-40D1-8F45-B282F72BF039}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