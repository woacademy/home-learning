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877B04-71E1-4C63-93A1-4455D837A9BE}">
  <a:tblStyle styleId="{34877B04-71E1-4C63-93A1-4455D837A9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{34877B04-71E1-4C63-93A1-4455D837A9BE}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{34877B04-71E1-4C63-93A1-4455D837A9BE}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{34877B04-71E1-4C63-93A1-4455D837A9BE}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{34877B04-71E1-4C63-93A1-4455D837A9BE}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{34877B04-71E1-4C63-93A1-4455D837A9BE}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