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E45C84-BBCF-4C07-A483-54B0693C5C4E}">
  <a:tblStyle styleId="{ECE45C84-BBCF-4C07-A483-54B0693C5C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{ECE45C84-BBCF-4C07-A483-54B0693C5C4E}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{ECE45C84-BBCF-4C07-A483-54B0693C5C4E}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{ECE45C84-BBCF-4C07-A483-54B0693C5C4E}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{ECE45C84-BBCF-4C07-A483-54B0693C5C4E}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{ECE45C84-BBCF-4C07-A483-54B0693C5C4E}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