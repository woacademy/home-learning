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F00398-D448-4242-94FE-FF9E1E98B9A6}">
  <a:tblStyle styleId="{30F00398-D448-4242-94FE-FF9E1E98B9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{30F00398-D448-4242-94FE-FF9E1E98B9A6}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{30F00398-D448-4242-94FE-FF9E1E98B9A6}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{30F00398-D448-4242-94FE-FF9E1E98B9A6}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{30F00398-D448-4242-94FE-FF9E1E98B9A6}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{30F00398-D448-4242-94FE-FF9E1E98B9A6}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