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97345B-7C30-4F9F-BD5F-24D9B349E1A9}">
  <a:tblStyle styleId="{8597345B-7C30-4F9F-BD5F-24D9B349E1A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{8597345B-7C30-4F9F-BD5F-24D9B349E1A9}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{8597345B-7C30-4F9F-BD5F-24D9B349E1A9}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{8597345B-7C30-4F9F-BD5F-24D9B349E1A9}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{8597345B-7C30-4F9F-BD5F-24D9B349E1A9}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{8597345B-7C30-4F9F-BD5F-24D9B349E1A9}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