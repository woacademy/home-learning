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F06D4D-501F-4BAC-9490-2B5B5DA3850F}">
  <a:tblStyle styleId="{14F06D4D-501F-4BAC-9490-2B5B5DA385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{14F06D4D-501F-4BAC-9490-2B5B5DA3850F}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{14F06D4D-501F-4BAC-9490-2B5B5DA3850F}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{14F06D4D-501F-4BAC-9490-2B5B5DA3850F}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{14F06D4D-501F-4BAC-9490-2B5B5DA3850F}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{14F06D4D-501F-4BAC-9490-2B5B5DA3850F}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