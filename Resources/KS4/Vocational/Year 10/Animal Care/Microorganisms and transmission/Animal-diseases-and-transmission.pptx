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A55CC1-5A4A-4ECF-963E-CF2A5BDA998A}">
  <a:tblStyle styleId="{C0A55CC1-5A4A-4ECF-963E-CF2A5BDA99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{C0A55CC1-5A4A-4ECF-963E-CF2A5BDA998A}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{C0A55CC1-5A4A-4ECF-963E-CF2A5BDA998A}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{C0A55CC1-5A4A-4ECF-963E-CF2A5BDA998A}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{C0A55CC1-5A4A-4ECF-963E-CF2A5BDA998A}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{C0A55CC1-5A4A-4ECF-963E-CF2A5BDA998A}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