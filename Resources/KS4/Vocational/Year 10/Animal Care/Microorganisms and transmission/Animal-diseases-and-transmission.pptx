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02B93E-F166-4E3F-8265-410867C4A0EA}">
  <a:tblStyle styleId="{1102B93E-F166-4E3F-8265-410867C4A0E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{1102B93E-F166-4E3F-8265-410867C4A0EA}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{1102B93E-F166-4E3F-8265-410867C4A0EA}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{1102B93E-F166-4E3F-8265-410867C4A0EA}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{1102B93E-F166-4E3F-8265-410867C4A0EA}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{1102B93E-F166-4E3F-8265-410867C4A0EA}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