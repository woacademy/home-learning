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815AC0-E55B-4E23-A057-5DC2C1C7B65D}">
  <a:tblStyle styleId="{72815AC0-E55B-4E23-A057-5DC2C1C7B65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{72815AC0-E55B-4E23-A057-5DC2C1C7B65D}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{72815AC0-E55B-4E23-A057-5DC2C1C7B65D}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{72815AC0-E55B-4E23-A057-5DC2C1C7B65D}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{72815AC0-E55B-4E23-A057-5DC2C1C7B65D}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{72815AC0-E55B-4E23-A057-5DC2C1C7B65D}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