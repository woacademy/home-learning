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53FD86-FBC7-4EA6-8FB7-7839426387DC}">
  <a:tblStyle styleId="{C553FD86-FBC7-4EA6-8FB7-7839426387D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{C553FD86-FBC7-4EA6-8FB7-7839426387DC}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{C553FD86-FBC7-4EA6-8FB7-7839426387DC}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{C553FD86-FBC7-4EA6-8FB7-7839426387DC}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{C553FD86-FBC7-4EA6-8FB7-7839426387DC}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{C553FD86-FBC7-4EA6-8FB7-7839426387DC}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