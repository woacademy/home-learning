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ACB1F5-5625-40FF-9574-F4E92228F85C}">
  <a:tblStyle styleId="{99ACB1F5-5625-40FF-9574-F4E92228F8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{99ACB1F5-5625-40FF-9574-F4E92228F85C}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{99ACB1F5-5625-40FF-9574-F4E92228F85C}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{99ACB1F5-5625-40FF-9574-F4E92228F85C}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{99ACB1F5-5625-40FF-9574-F4E92228F85C}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{99ACB1F5-5625-40FF-9574-F4E92228F85C}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