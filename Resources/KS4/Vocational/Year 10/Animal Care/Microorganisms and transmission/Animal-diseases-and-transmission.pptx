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19C9DB-BB4F-4109-89CF-CB79EE3D635E}">
  <a:tblStyle styleId="{8019C9DB-BB4F-4109-89CF-CB79EE3D635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{8019C9DB-BB4F-4109-89CF-CB79EE3D635E}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{8019C9DB-BB4F-4109-89CF-CB79EE3D635E}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{8019C9DB-BB4F-4109-89CF-CB79EE3D635E}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{8019C9DB-BB4F-4109-89CF-CB79EE3D635E}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{8019C9DB-BB4F-4109-89CF-CB79EE3D635E}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