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8F524A-1850-4445-8C6F-564F1C49BEE2}">
  <a:tblStyle styleId="{378F524A-1850-4445-8C6F-564F1C49BE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{378F524A-1850-4445-8C6F-564F1C49BEE2}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{378F524A-1850-4445-8C6F-564F1C49BEE2}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{378F524A-1850-4445-8C6F-564F1C49BEE2}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{378F524A-1850-4445-8C6F-564F1C49BEE2}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{378F524A-1850-4445-8C6F-564F1C49BEE2}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