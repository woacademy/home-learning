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40191C-F076-49D7-9B64-194DC306F89F}">
  <a:tblStyle styleId="{9940191C-F076-49D7-9B64-194DC306F89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{9940191C-F076-49D7-9B64-194DC306F89F}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{9940191C-F076-49D7-9B64-194DC306F89F}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{9940191C-F076-49D7-9B64-194DC306F89F}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{9940191C-F076-49D7-9B64-194DC306F89F}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{9940191C-F076-49D7-9B64-194DC306F89F}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