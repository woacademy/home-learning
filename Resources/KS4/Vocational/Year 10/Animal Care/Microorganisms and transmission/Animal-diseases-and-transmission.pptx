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36C1C8-217E-414B-A6C4-7FE7E3543754}">
  <a:tblStyle styleId="{9336C1C8-217E-414B-A6C4-7FE7E35437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{9336C1C8-217E-414B-A6C4-7FE7E3543754}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{9336C1C8-217E-414B-A6C4-7FE7E3543754}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{9336C1C8-217E-414B-A6C4-7FE7E3543754}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{9336C1C8-217E-414B-A6C4-7FE7E3543754}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{9336C1C8-217E-414B-A6C4-7FE7E3543754}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