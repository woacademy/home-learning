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EA83AB-88B0-4FCD-9A20-142BB82D469B}">
  <a:tblStyle styleId="{5BEA83AB-88B0-4FCD-9A20-142BB82D46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{5BEA83AB-88B0-4FCD-9A20-142BB82D469B}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{5BEA83AB-88B0-4FCD-9A20-142BB82D469B}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{5BEA83AB-88B0-4FCD-9A20-142BB82D469B}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{5BEA83AB-88B0-4FCD-9A20-142BB82D469B}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{5BEA83AB-88B0-4FCD-9A20-142BB82D469B}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