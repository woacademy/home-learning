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376DD4-17CD-4BC5-B604-C3B764754B1B}">
  <a:tblStyle styleId="{B9376DD4-17CD-4BC5-B604-C3B764754B1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{B9376DD4-17CD-4BC5-B604-C3B764754B1B}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{B9376DD4-17CD-4BC5-B604-C3B764754B1B}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{B9376DD4-17CD-4BC5-B604-C3B764754B1B}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{B9376DD4-17CD-4BC5-B604-C3B764754B1B}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{B9376DD4-17CD-4BC5-B604-C3B764754B1B}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