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B59F41A-37E6-457F-99EE-E7FD3E367939}">
  <a:tblStyle styleId="{BB59F41A-37E6-457F-99EE-E7FD3E3679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{BB59F41A-37E6-457F-99EE-E7FD3E367939}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{BB59F41A-37E6-457F-99EE-E7FD3E367939}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{BB59F41A-37E6-457F-99EE-E7FD3E367939}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{BB59F41A-37E6-457F-99EE-E7FD3E367939}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{BB59F41A-37E6-457F-99EE-E7FD3E367939}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