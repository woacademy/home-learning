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E8A8BF-780C-49E6-B159-20C6302FC1E4}">
  <a:tblStyle styleId="{86E8A8BF-780C-49E6-B159-20C6302FC1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{86E8A8BF-780C-49E6-B159-20C6302FC1E4}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{86E8A8BF-780C-49E6-B159-20C6302FC1E4}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{86E8A8BF-780C-49E6-B159-20C6302FC1E4}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{86E8A8BF-780C-49E6-B159-20C6302FC1E4}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{86E8A8BF-780C-49E6-B159-20C6302FC1E4}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