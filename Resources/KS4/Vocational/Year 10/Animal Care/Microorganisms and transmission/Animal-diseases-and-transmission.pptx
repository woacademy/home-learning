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FDB469-7442-49E0-A2E4-89FF637EBD2F}">
  <a:tblStyle styleId="{85FDB469-7442-49E0-A2E4-89FF637EBD2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{85FDB469-7442-49E0-A2E4-89FF637EBD2F}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{85FDB469-7442-49E0-A2E4-89FF637EBD2F}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{85FDB469-7442-49E0-A2E4-89FF637EBD2F}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{85FDB469-7442-49E0-A2E4-89FF637EBD2F}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{85FDB469-7442-49E0-A2E4-89FF637EBD2F}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