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6322D1-7113-4CBB-81E2-4EFB327A7D39}">
  <a:tblStyle styleId="{126322D1-7113-4CBB-81E2-4EFB327A7D3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{126322D1-7113-4CBB-81E2-4EFB327A7D39}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{126322D1-7113-4CBB-81E2-4EFB327A7D39}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{126322D1-7113-4CBB-81E2-4EFB327A7D39}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{126322D1-7113-4CBB-81E2-4EFB327A7D39}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{126322D1-7113-4CBB-81E2-4EFB327A7D39}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