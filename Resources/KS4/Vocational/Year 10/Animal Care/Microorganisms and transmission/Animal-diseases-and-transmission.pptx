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12D58A-9D3E-44FD-9D53-2E36D626A232}">
  <a:tblStyle styleId="{1212D58A-9D3E-44FD-9D53-2E36D626A2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{1212D58A-9D3E-44FD-9D53-2E36D626A232}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{1212D58A-9D3E-44FD-9D53-2E36D626A232}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{1212D58A-9D3E-44FD-9D53-2E36D626A232}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{1212D58A-9D3E-44FD-9D53-2E36D626A232}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{1212D58A-9D3E-44FD-9D53-2E36D626A232}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