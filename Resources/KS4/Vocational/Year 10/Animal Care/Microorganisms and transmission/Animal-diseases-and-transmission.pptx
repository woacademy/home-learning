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C9B4B3-B49F-4C5A-9FEF-9FE11C91B7D2}">
  <a:tblStyle styleId="{C8C9B4B3-B49F-4C5A-9FEF-9FE11C91B7D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{C8C9B4B3-B49F-4C5A-9FEF-9FE11C91B7D2}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{C8C9B4B3-B49F-4C5A-9FEF-9FE11C91B7D2}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{C8C9B4B3-B49F-4C5A-9FEF-9FE11C91B7D2}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{C8C9B4B3-B49F-4C5A-9FEF-9FE11C91B7D2}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{C8C9B4B3-B49F-4C5A-9FEF-9FE11C91B7D2}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