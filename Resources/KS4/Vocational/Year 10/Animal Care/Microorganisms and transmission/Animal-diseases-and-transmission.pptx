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541F3AA-B8B5-4172-B661-43BFCD30962F}">
  <a:tblStyle styleId="{6541F3AA-B8B5-4172-B661-43BFCD30962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{6541F3AA-B8B5-4172-B661-43BFCD30962F}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{6541F3AA-B8B5-4172-B661-43BFCD30962F}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{6541F3AA-B8B5-4172-B661-43BFCD30962F}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{6541F3AA-B8B5-4172-B661-43BFCD30962F}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{6541F3AA-B8B5-4172-B661-43BFCD30962F}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