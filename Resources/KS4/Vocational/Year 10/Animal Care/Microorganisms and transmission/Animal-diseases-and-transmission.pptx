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7D77AC-9EAE-4EB0-9F8E-13D8EB89C06D}">
  <a:tblStyle styleId="{207D77AC-9EAE-4EB0-9F8E-13D8EB89C0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{207D77AC-9EAE-4EB0-9F8E-13D8EB89C06D}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{207D77AC-9EAE-4EB0-9F8E-13D8EB89C06D}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{207D77AC-9EAE-4EB0-9F8E-13D8EB89C06D}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{207D77AC-9EAE-4EB0-9F8E-13D8EB89C06D}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{207D77AC-9EAE-4EB0-9F8E-13D8EB89C06D}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