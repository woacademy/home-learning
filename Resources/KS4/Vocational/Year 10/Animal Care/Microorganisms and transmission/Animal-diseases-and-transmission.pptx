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9D5D464-775D-44F4-9DE0-65D6926964F7}">
  <a:tblStyle styleId="{79D5D464-775D-44F4-9DE0-65D6926964F7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{79D5D464-775D-44F4-9DE0-65D6926964F7}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{79D5D464-775D-44F4-9DE0-65D6926964F7}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{79D5D464-775D-44F4-9DE0-65D6926964F7}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{79D5D464-775D-44F4-9DE0-65D6926964F7}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{79D5D464-775D-44F4-9DE0-65D6926964F7}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