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1951FA-BFB3-4240-A24F-9517E9BD393A}">
  <a:tblStyle styleId="{BF1951FA-BFB3-4240-A24F-9517E9BD39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{BF1951FA-BFB3-4240-A24F-9517E9BD393A}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{BF1951FA-BFB3-4240-A24F-9517E9BD393A}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{BF1951FA-BFB3-4240-A24F-9517E9BD393A}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{BF1951FA-BFB3-4240-A24F-9517E9BD393A}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{BF1951FA-BFB3-4240-A24F-9517E9BD393A}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