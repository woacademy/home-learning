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DBD077-157D-4EC4-B51E-819BB897CE5B}">
  <a:tblStyle styleId="{87DBD077-157D-4EC4-B51E-819BB897CE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{87DBD077-157D-4EC4-B51E-819BB897CE5B}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{87DBD077-157D-4EC4-B51E-819BB897CE5B}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{87DBD077-157D-4EC4-B51E-819BB897CE5B}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{87DBD077-157D-4EC4-B51E-819BB897CE5B}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{87DBD077-157D-4EC4-B51E-819BB897CE5B}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