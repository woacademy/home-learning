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8912CE-959D-4033-84FD-8A516F35CAA0}">
  <a:tblStyle styleId="{B08912CE-959D-4033-84FD-8A516F35CA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{B08912CE-959D-4033-84FD-8A516F35CAA0}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{B08912CE-959D-4033-84FD-8A516F35CAA0}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{B08912CE-959D-4033-84FD-8A516F35CAA0}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{B08912CE-959D-4033-84FD-8A516F35CAA0}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{B08912CE-959D-4033-84FD-8A516F35CAA0}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