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78C87-6A13-433B-BF15-B3EBF6AB2367}">
  <a:tblStyle styleId="{55278C87-6A13-433B-BF15-B3EBF6AB23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{55278C87-6A13-433B-BF15-B3EBF6AB2367}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{55278C87-6A13-433B-BF15-B3EBF6AB2367}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{55278C87-6A13-433B-BF15-B3EBF6AB2367}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{55278C87-6A13-433B-BF15-B3EBF6AB2367}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{55278C87-6A13-433B-BF15-B3EBF6AB2367}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