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3080283D-6F21-4BD7-9A20-58F37D09CDC6}">
  <a:tblStyle styleId="{3080283D-6F21-4BD7-9A20-58F37D09CDC6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4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2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{3080283D-6F21-4BD7-9A20-58F37D09CDC6}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{3080283D-6F21-4BD7-9A20-58F37D09CDC6}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{3080283D-6F21-4BD7-9A20-58F37D09CDC6}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{3080283D-6F21-4BD7-9A20-58F37D09CDC6}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{3080283D-6F21-4BD7-9A20-58F37D09CDC6}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