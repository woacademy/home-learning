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730947-8A5F-4FCE-82EE-9A18B84EE098}">
  <a:tblStyle styleId="{53730947-8A5F-4FCE-82EE-9A18B84EE09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{53730947-8A5F-4FCE-82EE-9A18B84EE098}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{53730947-8A5F-4FCE-82EE-9A18B84EE098}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{53730947-8A5F-4FCE-82EE-9A18B84EE098}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{53730947-8A5F-4FCE-82EE-9A18B84EE098}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{53730947-8A5F-4FCE-82EE-9A18B84EE098}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