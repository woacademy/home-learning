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A86229-5BA4-4526-AEC4-34B4E3B128AF}">
  <a:tblStyle styleId="{42A86229-5BA4-4526-AEC4-34B4E3B128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{42A86229-5BA4-4526-AEC4-34B4E3B128AF}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{42A86229-5BA4-4526-AEC4-34B4E3B128AF}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{42A86229-5BA4-4526-AEC4-34B4E3B128AF}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{42A86229-5BA4-4526-AEC4-34B4E3B128AF}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{42A86229-5BA4-4526-AEC4-34B4E3B128AF}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