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81F9E26-4957-4A8C-BB11-657A64721675}">
  <a:tblStyle styleId="{381F9E26-4957-4A8C-BB11-657A6472167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{381F9E26-4957-4A8C-BB11-657A64721675}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{381F9E26-4957-4A8C-BB11-657A64721675}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{381F9E26-4957-4A8C-BB11-657A64721675}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{381F9E26-4957-4A8C-BB11-657A64721675}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{381F9E26-4957-4A8C-BB11-657A64721675}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