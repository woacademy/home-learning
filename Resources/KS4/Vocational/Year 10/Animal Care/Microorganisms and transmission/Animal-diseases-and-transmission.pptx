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36F2A-3F0A-4EE6-B074-380593EB6BF3}">
  <a:tblStyle styleId="{7BF36F2A-3F0A-4EE6-B074-380593EB6B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{7BF36F2A-3F0A-4EE6-B074-380593EB6BF3}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{7BF36F2A-3F0A-4EE6-B074-380593EB6BF3}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{7BF36F2A-3F0A-4EE6-B074-380593EB6BF3}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{7BF36F2A-3F0A-4EE6-B074-380593EB6BF3}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{7BF36F2A-3F0A-4EE6-B074-380593EB6BF3}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