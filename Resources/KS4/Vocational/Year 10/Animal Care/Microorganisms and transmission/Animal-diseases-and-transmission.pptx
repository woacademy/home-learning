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CDA0CE-0523-4513-989F-49A9E2DF147B}">
  <a:tblStyle styleId="{C0CDA0CE-0523-4513-989F-49A9E2DF14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{C0CDA0CE-0523-4513-989F-49A9E2DF147B}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{C0CDA0CE-0523-4513-989F-49A9E2DF147B}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{C0CDA0CE-0523-4513-989F-49A9E2DF147B}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{C0CDA0CE-0523-4513-989F-49A9E2DF147B}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{C0CDA0CE-0523-4513-989F-49A9E2DF147B}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