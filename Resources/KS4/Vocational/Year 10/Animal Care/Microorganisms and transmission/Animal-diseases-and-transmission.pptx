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96BABD-1DA7-4B86-BFCD-633F8C92F685}">
  <a:tblStyle styleId="{AE96BABD-1DA7-4B86-BFCD-633F8C92F68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{AE96BABD-1DA7-4B86-BFCD-633F8C92F685}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{AE96BABD-1DA7-4B86-BFCD-633F8C92F685}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{AE96BABD-1DA7-4B86-BFCD-633F8C92F685}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{AE96BABD-1DA7-4B86-BFCD-633F8C92F685}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{AE96BABD-1DA7-4B86-BFCD-633F8C92F685}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