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8CE324-81A2-4B2D-A81D-7FCE4C8D6D04}">
  <a:tblStyle styleId="{568CE324-81A2-4B2D-A81D-7FCE4C8D6D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{568CE324-81A2-4B2D-A81D-7FCE4C8D6D04}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{568CE324-81A2-4B2D-A81D-7FCE4C8D6D04}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{568CE324-81A2-4B2D-A81D-7FCE4C8D6D04}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{568CE324-81A2-4B2D-A81D-7FCE4C8D6D04}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{568CE324-81A2-4B2D-A81D-7FCE4C8D6D04}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