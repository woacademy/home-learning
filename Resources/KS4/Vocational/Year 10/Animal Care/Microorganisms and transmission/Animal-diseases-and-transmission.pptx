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27A6751-E8D2-4D05-80FD-DC75AD9F5FA4}">
  <a:tblStyle styleId="{A27A6751-E8D2-4D05-80FD-DC75AD9F5FA4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{A27A6751-E8D2-4D05-80FD-DC75AD9F5FA4}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{A27A6751-E8D2-4D05-80FD-DC75AD9F5FA4}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{A27A6751-E8D2-4D05-80FD-DC75AD9F5FA4}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{A27A6751-E8D2-4D05-80FD-DC75AD9F5FA4}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{A27A6751-E8D2-4D05-80FD-DC75AD9F5FA4}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