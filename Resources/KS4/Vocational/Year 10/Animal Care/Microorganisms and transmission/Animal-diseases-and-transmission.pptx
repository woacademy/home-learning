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51E46E-A377-4C9B-89C3-795C29D6C8FF}">
  <a:tblStyle styleId="{F151E46E-A377-4C9B-89C3-795C29D6C8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{F151E46E-A377-4C9B-89C3-795C29D6C8FF}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{F151E46E-A377-4C9B-89C3-795C29D6C8FF}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{F151E46E-A377-4C9B-89C3-795C29D6C8FF}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{F151E46E-A377-4C9B-89C3-795C29D6C8FF}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{F151E46E-A377-4C9B-89C3-795C29D6C8FF}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