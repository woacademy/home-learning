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DC1365-E94E-410B-9445-713AAB56CF88}">
  <a:tblStyle styleId="{8EDC1365-E94E-410B-9445-713AAB56CF8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{8EDC1365-E94E-410B-9445-713AAB56CF88}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{8EDC1365-E94E-410B-9445-713AAB56CF88}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{8EDC1365-E94E-410B-9445-713AAB56CF88}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{8EDC1365-E94E-410B-9445-713AAB56CF88}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{8EDC1365-E94E-410B-9445-713AAB56CF88}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