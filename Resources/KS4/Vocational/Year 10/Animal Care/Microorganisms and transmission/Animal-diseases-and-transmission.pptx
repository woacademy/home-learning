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D9E221-6E61-481B-B917-0DB10FA474F7}">
  <a:tblStyle styleId="{EDD9E221-6E61-481B-B917-0DB10FA474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{EDD9E221-6E61-481B-B917-0DB10FA474F7}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{EDD9E221-6E61-481B-B917-0DB10FA474F7}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{EDD9E221-6E61-481B-B917-0DB10FA474F7}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{EDD9E221-6E61-481B-B917-0DB10FA474F7}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{EDD9E221-6E61-481B-B917-0DB10FA474F7}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