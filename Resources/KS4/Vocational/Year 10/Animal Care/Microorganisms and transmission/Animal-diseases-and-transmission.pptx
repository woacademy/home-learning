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AB0F90-65BE-4CD8-BA84-3F0B07911804}">
  <a:tblStyle styleId="{E3AB0F90-65BE-4CD8-BA84-3F0B0791180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{E3AB0F90-65BE-4CD8-BA84-3F0B07911804}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{E3AB0F90-65BE-4CD8-BA84-3F0B07911804}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{E3AB0F90-65BE-4CD8-BA84-3F0B07911804}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{E3AB0F90-65BE-4CD8-BA84-3F0B07911804}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{E3AB0F90-65BE-4CD8-BA84-3F0B07911804}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