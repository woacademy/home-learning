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988A1C-46A0-4AFC-9036-FEFB2A663FE6}">
  <a:tblStyle styleId="{38988A1C-46A0-4AFC-9036-FEFB2A663F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{38988A1C-46A0-4AFC-9036-FEFB2A663FE6}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{38988A1C-46A0-4AFC-9036-FEFB2A663FE6}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{38988A1C-46A0-4AFC-9036-FEFB2A663FE6}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{38988A1C-46A0-4AFC-9036-FEFB2A663FE6}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{38988A1C-46A0-4AFC-9036-FEFB2A663FE6}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