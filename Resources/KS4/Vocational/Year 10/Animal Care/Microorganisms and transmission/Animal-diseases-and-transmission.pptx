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FE351C-9A09-4AF4-BC7C-E0F19CF73FD0}">
  <a:tblStyle styleId="{45FE351C-9A09-4AF4-BC7C-E0F19CF73FD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{45FE351C-9A09-4AF4-BC7C-E0F19CF73FD0}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{45FE351C-9A09-4AF4-BC7C-E0F19CF73FD0}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{45FE351C-9A09-4AF4-BC7C-E0F19CF73FD0}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{45FE351C-9A09-4AF4-BC7C-E0F19CF73FD0}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{45FE351C-9A09-4AF4-BC7C-E0F19CF73FD0}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