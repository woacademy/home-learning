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824A74-42C6-4A16-A622-E9549E580F16}">
  <a:tblStyle styleId="{DF824A74-42C6-4A16-A622-E9549E580F1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{DF824A74-42C6-4A16-A622-E9549E580F16}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{DF824A74-42C6-4A16-A622-E9549E580F16}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{DF824A74-42C6-4A16-A622-E9549E580F16}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{DF824A74-42C6-4A16-A622-E9549E580F16}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{DF824A74-42C6-4A16-A622-E9549E580F16}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