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69EBC51-08A4-4350-B82C-2AD6FCD3DF41}">
  <a:tblStyle styleId="{069EBC51-08A4-4350-B82C-2AD6FCD3DF4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{069EBC51-08A4-4350-B82C-2AD6FCD3DF41}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{069EBC51-08A4-4350-B82C-2AD6FCD3DF41}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{069EBC51-08A4-4350-B82C-2AD6FCD3DF41}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{069EBC51-08A4-4350-B82C-2AD6FCD3DF41}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{069EBC51-08A4-4350-B82C-2AD6FCD3DF41}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