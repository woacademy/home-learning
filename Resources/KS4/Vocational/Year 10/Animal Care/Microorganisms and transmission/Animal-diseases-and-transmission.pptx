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9111C-C047-473D-98F3-1051B551C43B}">
  <a:tblStyle styleId="{2C89111C-C047-473D-98F3-1051B551C4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{2C89111C-C047-473D-98F3-1051B551C43B}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{2C89111C-C047-473D-98F3-1051B551C43B}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{2C89111C-C047-473D-98F3-1051B551C43B}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{2C89111C-C047-473D-98F3-1051B551C43B}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{2C89111C-C047-473D-98F3-1051B551C43B}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