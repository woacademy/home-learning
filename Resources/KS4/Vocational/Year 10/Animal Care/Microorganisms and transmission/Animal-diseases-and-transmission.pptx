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6DE8DF-6C08-497A-B878-25E3305535CF}">
  <a:tblStyle styleId="{136DE8DF-6C08-497A-B878-25E3305535C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{136DE8DF-6C08-497A-B878-25E3305535CF}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{136DE8DF-6C08-497A-B878-25E3305535CF}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{136DE8DF-6C08-497A-B878-25E3305535CF}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{136DE8DF-6C08-497A-B878-25E3305535CF}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{136DE8DF-6C08-497A-B878-25E3305535CF}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