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FC5B6E-17E3-4603-9015-F5681EE2E454}">
  <a:tblStyle styleId="{FBFC5B6E-17E3-4603-9015-F5681EE2E4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{FBFC5B6E-17E3-4603-9015-F5681EE2E454}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{FBFC5B6E-17E3-4603-9015-F5681EE2E454}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{FBFC5B6E-17E3-4603-9015-F5681EE2E454}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{FBFC5B6E-17E3-4603-9015-F5681EE2E454}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{FBFC5B6E-17E3-4603-9015-F5681EE2E454}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