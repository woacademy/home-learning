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D8903C-18CA-4D7F-9987-4B2CF238B4CE}">
  <a:tblStyle styleId="{3FD8903C-18CA-4D7F-9987-4B2CF238B4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{3FD8903C-18CA-4D7F-9987-4B2CF238B4CE}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{3FD8903C-18CA-4D7F-9987-4B2CF238B4CE}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{3FD8903C-18CA-4D7F-9987-4B2CF238B4CE}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{3FD8903C-18CA-4D7F-9987-4B2CF238B4CE}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{3FD8903C-18CA-4D7F-9987-4B2CF238B4CE}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