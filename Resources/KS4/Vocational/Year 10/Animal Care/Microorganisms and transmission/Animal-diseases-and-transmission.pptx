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3D777C-B50A-4615-AEF2-5804307C6AD5}">
  <a:tblStyle styleId="{D33D777C-B50A-4615-AEF2-5804307C6AD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{D33D777C-B50A-4615-AEF2-5804307C6AD5}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{D33D777C-B50A-4615-AEF2-5804307C6AD5}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{D33D777C-B50A-4615-AEF2-5804307C6AD5}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{D33D777C-B50A-4615-AEF2-5804307C6AD5}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{D33D777C-B50A-4615-AEF2-5804307C6AD5}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