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5CC011-6504-47BC-9630-F5174D6C632C}">
  <a:tblStyle styleId="{FE5CC011-6504-47BC-9630-F5174D6C63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{FE5CC011-6504-47BC-9630-F5174D6C632C}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{FE5CC011-6504-47BC-9630-F5174D6C632C}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{FE5CC011-6504-47BC-9630-F5174D6C632C}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{FE5CC011-6504-47BC-9630-F5174D6C632C}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{FE5CC011-6504-47BC-9630-F5174D6C632C}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