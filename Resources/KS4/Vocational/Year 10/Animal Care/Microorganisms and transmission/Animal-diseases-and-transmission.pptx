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E7DE0-D44B-4705-B5F4-BF8A0F57CDC2}">
  <a:tblStyle styleId="{ACCE7DE0-D44B-4705-B5F4-BF8A0F57CD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{ACCE7DE0-D44B-4705-B5F4-BF8A0F57CDC2}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{ACCE7DE0-D44B-4705-B5F4-BF8A0F57CDC2}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{ACCE7DE0-D44B-4705-B5F4-BF8A0F57CDC2}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{ACCE7DE0-D44B-4705-B5F4-BF8A0F57CDC2}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{ACCE7DE0-D44B-4705-B5F4-BF8A0F57CDC2}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