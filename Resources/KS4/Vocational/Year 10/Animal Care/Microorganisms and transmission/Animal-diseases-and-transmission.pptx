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07D42B-8EC1-4E27-ADCB-63D972BDDDA8}">
  <a:tblStyle styleId="{A007D42B-8EC1-4E27-ADCB-63D972BDDD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{A007D42B-8EC1-4E27-ADCB-63D972BDDDA8}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{A007D42B-8EC1-4E27-ADCB-63D972BDDDA8}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{A007D42B-8EC1-4E27-ADCB-63D972BDDDA8}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{A007D42B-8EC1-4E27-ADCB-63D972BDDDA8}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{A007D42B-8EC1-4E27-ADCB-63D972BDDDA8}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