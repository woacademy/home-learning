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CF219F-67F0-4E85-8FEE-A52A385C27AA}">
  <a:tblStyle styleId="{87CF219F-67F0-4E85-8FEE-A52A385C27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{87CF219F-67F0-4E85-8FEE-A52A385C27AA}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{87CF219F-67F0-4E85-8FEE-A52A385C27AA}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{87CF219F-67F0-4E85-8FEE-A52A385C27AA}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{87CF219F-67F0-4E85-8FEE-A52A385C27AA}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{87CF219F-67F0-4E85-8FEE-A52A385C27AA}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