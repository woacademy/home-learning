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CD1808-E788-4723-A666-8EC7CEB86E50}">
  <a:tblStyle styleId="{BBCD1808-E788-4723-A666-8EC7CEB86E5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{BBCD1808-E788-4723-A666-8EC7CEB86E50}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{BBCD1808-E788-4723-A666-8EC7CEB86E50}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{BBCD1808-E788-4723-A666-8EC7CEB86E50}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{BBCD1808-E788-4723-A666-8EC7CEB86E50}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{BBCD1808-E788-4723-A666-8EC7CEB86E50}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