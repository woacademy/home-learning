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428E01C-0E96-4B6A-A5EF-CE078E06EA38}">
  <a:tblStyle styleId="{8428E01C-0E96-4B6A-A5EF-CE078E06EA3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{8428E01C-0E96-4B6A-A5EF-CE078E06EA38}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{8428E01C-0E96-4B6A-A5EF-CE078E06EA38}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{8428E01C-0E96-4B6A-A5EF-CE078E06EA38}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{8428E01C-0E96-4B6A-A5EF-CE078E06EA38}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{8428E01C-0E96-4B6A-A5EF-CE078E06EA38}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