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8A34C1-3D14-4328-9AC2-87B26456BA78}">
  <a:tblStyle styleId="{AB8A34C1-3D14-4328-9AC2-87B26456BA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{AB8A34C1-3D14-4328-9AC2-87B26456BA78}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{AB8A34C1-3D14-4328-9AC2-87B26456BA78}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{AB8A34C1-3D14-4328-9AC2-87B26456BA78}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{AB8A34C1-3D14-4328-9AC2-87B26456BA78}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{AB8A34C1-3D14-4328-9AC2-87B26456BA78}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