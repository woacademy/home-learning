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7EE5C1-C625-4FF3-AD72-AF622A72058A}">
  <a:tblStyle styleId="{517EE5C1-C625-4FF3-AD72-AF622A7205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{517EE5C1-C625-4FF3-AD72-AF622A72058A}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{517EE5C1-C625-4FF3-AD72-AF622A72058A}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{517EE5C1-C625-4FF3-AD72-AF622A72058A}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{517EE5C1-C625-4FF3-AD72-AF622A72058A}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{517EE5C1-C625-4FF3-AD72-AF622A72058A}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