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C2FB4D-773B-4B09-B5DB-185913DBD261}">
  <a:tblStyle styleId="{60C2FB4D-773B-4B09-B5DB-185913DBD2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{60C2FB4D-773B-4B09-B5DB-185913DBD261}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{60C2FB4D-773B-4B09-B5DB-185913DBD261}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{60C2FB4D-773B-4B09-B5DB-185913DBD261}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{60C2FB4D-773B-4B09-B5DB-185913DBD261}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{60C2FB4D-773B-4B09-B5DB-185913DBD261}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