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0EC0AB-6939-46FC-9A17-344893AFBCC1}">
  <a:tblStyle styleId="{E30EC0AB-6939-46FC-9A17-344893AFBC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{E30EC0AB-6939-46FC-9A17-344893AFBCC1}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{E30EC0AB-6939-46FC-9A17-344893AFBCC1}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{E30EC0AB-6939-46FC-9A17-344893AFBCC1}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{E30EC0AB-6939-46FC-9A17-344893AFBCC1}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{E30EC0AB-6939-46FC-9A17-344893AFBCC1}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