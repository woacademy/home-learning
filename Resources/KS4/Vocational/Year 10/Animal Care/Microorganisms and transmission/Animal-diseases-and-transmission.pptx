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3FC533-47CE-4015-9D3F-23E0B96AEF73}">
  <a:tblStyle styleId="{A93FC533-47CE-4015-9D3F-23E0B96AEF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{A93FC533-47CE-4015-9D3F-23E0B96AEF73}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{A93FC533-47CE-4015-9D3F-23E0B96AEF73}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{A93FC533-47CE-4015-9D3F-23E0B96AEF73}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{A93FC533-47CE-4015-9D3F-23E0B96AEF73}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{A93FC533-47CE-4015-9D3F-23E0B96AEF73}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