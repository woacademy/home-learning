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CA78B8-FBB3-4A9F-9245-A4E6D76AE94A}">
  <a:tblStyle styleId="{19CA78B8-FBB3-4A9F-9245-A4E6D76AE9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{19CA78B8-FBB3-4A9F-9245-A4E6D76AE94A}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{19CA78B8-FBB3-4A9F-9245-A4E6D76AE94A}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{19CA78B8-FBB3-4A9F-9245-A4E6D76AE94A}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{19CA78B8-FBB3-4A9F-9245-A4E6D76AE94A}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{19CA78B8-FBB3-4A9F-9245-A4E6D76AE94A}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