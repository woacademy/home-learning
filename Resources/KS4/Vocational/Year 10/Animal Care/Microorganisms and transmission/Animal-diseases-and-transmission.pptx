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016862-150D-4538-9FD2-4EE613A130B7}">
  <a:tblStyle styleId="{AB016862-150D-4538-9FD2-4EE613A130B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{AB016862-150D-4538-9FD2-4EE613A130B7}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{AB016862-150D-4538-9FD2-4EE613A130B7}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{AB016862-150D-4538-9FD2-4EE613A130B7}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{AB016862-150D-4538-9FD2-4EE613A130B7}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{AB016862-150D-4538-9FD2-4EE613A130B7}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