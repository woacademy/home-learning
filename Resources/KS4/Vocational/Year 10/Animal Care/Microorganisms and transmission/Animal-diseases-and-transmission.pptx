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E0FA0A-8579-4BBB-AAB9-2DE279C9DB74}">
  <a:tblStyle styleId="{D6E0FA0A-8579-4BBB-AAB9-2DE279C9DB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{D6E0FA0A-8579-4BBB-AAB9-2DE279C9DB74}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{D6E0FA0A-8579-4BBB-AAB9-2DE279C9DB74}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{D6E0FA0A-8579-4BBB-AAB9-2DE279C9DB74}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{D6E0FA0A-8579-4BBB-AAB9-2DE279C9DB74}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{D6E0FA0A-8579-4BBB-AAB9-2DE279C9DB74}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