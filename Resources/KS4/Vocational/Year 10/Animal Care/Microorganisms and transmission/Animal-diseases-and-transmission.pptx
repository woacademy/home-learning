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249A95-6C74-45E3-B15F-0B60EE012CFA}">
  <a:tblStyle styleId="{1E249A95-6C74-45E3-B15F-0B60EE012C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{1E249A95-6C74-45E3-B15F-0B60EE012CFA}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{1E249A95-6C74-45E3-B15F-0B60EE012CFA}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{1E249A95-6C74-45E3-B15F-0B60EE012CFA}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{1E249A95-6C74-45E3-B15F-0B60EE012CFA}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{1E249A95-6C74-45E3-B15F-0B60EE012CFA}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