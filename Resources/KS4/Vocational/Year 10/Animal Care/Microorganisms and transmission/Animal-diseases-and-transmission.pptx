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B90557-FFE9-4E75-8FA2-260B5115EAFD}">
  <a:tblStyle styleId="{9BB90557-FFE9-4E75-8FA2-260B5115EAF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{9BB90557-FFE9-4E75-8FA2-260B5115EAFD}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{9BB90557-FFE9-4E75-8FA2-260B5115EAFD}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{9BB90557-FFE9-4E75-8FA2-260B5115EAFD}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{9BB90557-FFE9-4E75-8FA2-260B5115EAFD}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{9BB90557-FFE9-4E75-8FA2-260B5115EAFD}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