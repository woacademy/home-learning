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E28125-66D1-48A5-85F6-668DC938DA53}">
  <a:tblStyle styleId="{84E28125-66D1-48A5-85F6-668DC938DA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{84E28125-66D1-48A5-85F6-668DC938DA53}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{84E28125-66D1-48A5-85F6-668DC938DA53}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{84E28125-66D1-48A5-85F6-668DC938DA53}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{84E28125-66D1-48A5-85F6-668DC938DA53}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{84E28125-66D1-48A5-85F6-668DC938DA53}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