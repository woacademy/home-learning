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57358F-DD0C-47CE-B876-B819E33C0CB9}">
  <a:tblStyle styleId="{4557358F-DD0C-47CE-B876-B819E33C0CB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{4557358F-DD0C-47CE-B876-B819E33C0CB9}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{4557358F-DD0C-47CE-B876-B819E33C0CB9}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{4557358F-DD0C-47CE-B876-B819E33C0CB9}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{4557358F-DD0C-47CE-B876-B819E33C0CB9}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{4557358F-DD0C-47CE-B876-B819E33C0CB9}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