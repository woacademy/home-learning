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6754D1-59C3-4DE1-B813-C3D52FE35E65}">
  <a:tblStyle styleId="{F36754D1-59C3-4DE1-B813-C3D52FE35E6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{F36754D1-59C3-4DE1-B813-C3D52FE35E65}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{F36754D1-59C3-4DE1-B813-C3D52FE35E65}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{F36754D1-59C3-4DE1-B813-C3D52FE35E65}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{F36754D1-59C3-4DE1-B813-C3D52FE35E65}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{F36754D1-59C3-4DE1-B813-C3D52FE35E65}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