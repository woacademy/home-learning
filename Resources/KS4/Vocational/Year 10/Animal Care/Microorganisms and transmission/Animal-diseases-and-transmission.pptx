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FE232E-BC0D-4C66-9AA9-0DC1BEFE2E27}">
  <a:tblStyle styleId="{45FE232E-BC0D-4C66-9AA9-0DC1BEFE2E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{45FE232E-BC0D-4C66-9AA9-0DC1BEFE2E27}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{45FE232E-BC0D-4C66-9AA9-0DC1BEFE2E27}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{45FE232E-BC0D-4C66-9AA9-0DC1BEFE2E27}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{45FE232E-BC0D-4C66-9AA9-0DC1BEFE2E27}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{45FE232E-BC0D-4C66-9AA9-0DC1BEFE2E27}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