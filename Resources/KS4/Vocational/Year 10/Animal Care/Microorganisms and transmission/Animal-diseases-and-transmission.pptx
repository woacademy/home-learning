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7D9AD-D535-4E61-8B3B-672639321BA8}">
  <a:tblStyle styleId="{2C47D9AD-D535-4E61-8B3B-672639321B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{2C47D9AD-D535-4E61-8B3B-672639321BA8}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{2C47D9AD-D535-4E61-8B3B-672639321BA8}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{2C47D9AD-D535-4E61-8B3B-672639321BA8}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{2C47D9AD-D535-4E61-8B3B-672639321BA8}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{2C47D9AD-D535-4E61-8B3B-672639321BA8}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