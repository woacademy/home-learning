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9FBAA3-95D0-49D3-897D-A2E414DFACA6}">
  <a:tblStyle styleId="{259FBAA3-95D0-49D3-897D-A2E414DFACA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{259FBAA3-95D0-49D3-897D-A2E414DFACA6}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{259FBAA3-95D0-49D3-897D-A2E414DFACA6}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{259FBAA3-95D0-49D3-897D-A2E414DFACA6}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{259FBAA3-95D0-49D3-897D-A2E414DFACA6}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{259FBAA3-95D0-49D3-897D-A2E414DFACA6}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