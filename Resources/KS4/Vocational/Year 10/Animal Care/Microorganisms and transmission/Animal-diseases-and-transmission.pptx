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78C69F-03B2-4F25-9DB8-4C2855CFF31D}">
  <a:tblStyle styleId="{1578C69F-03B2-4F25-9DB8-4C2855CFF3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{1578C69F-03B2-4F25-9DB8-4C2855CFF31D}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{1578C69F-03B2-4F25-9DB8-4C2855CFF31D}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{1578C69F-03B2-4F25-9DB8-4C2855CFF31D}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{1578C69F-03B2-4F25-9DB8-4C2855CFF31D}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{1578C69F-03B2-4F25-9DB8-4C2855CFF31D}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