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6AEE2A-3904-4215-8FE0-62549E4705C7}">
  <a:tblStyle styleId="{546AEE2A-3904-4215-8FE0-62549E4705C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{546AEE2A-3904-4215-8FE0-62549E4705C7}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{546AEE2A-3904-4215-8FE0-62549E4705C7}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{546AEE2A-3904-4215-8FE0-62549E4705C7}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{546AEE2A-3904-4215-8FE0-62549E4705C7}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{546AEE2A-3904-4215-8FE0-62549E4705C7}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