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D0896F-C308-4EEC-8328-E85060EB4E7D}">
  <a:tblStyle styleId="{80D0896F-C308-4EEC-8328-E85060EB4E7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{80D0896F-C308-4EEC-8328-E85060EB4E7D}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{80D0896F-C308-4EEC-8328-E85060EB4E7D}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{80D0896F-C308-4EEC-8328-E85060EB4E7D}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{80D0896F-C308-4EEC-8328-E85060EB4E7D}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{80D0896F-C308-4EEC-8328-E85060EB4E7D}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