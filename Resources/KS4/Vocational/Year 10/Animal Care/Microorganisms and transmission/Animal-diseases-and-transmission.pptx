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B791A6-076B-4BE1-846E-46AF13BB5819}">
  <a:tblStyle styleId="{74B791A6-076B-4BE1-846E-46AF13BB581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{74B791A6-076B-4BE1-846E-46AF13BB5819}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{74B791A6-076B-4BE1-846E-46AF13BB5819}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{74B791A6-076B-4BE1-846E-46AF13BB5819}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{74B791A6-076B-4BE1-846E-46AF13BB5819}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{74B791A6-076B-4BE1-846E-46AF13BB5819}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