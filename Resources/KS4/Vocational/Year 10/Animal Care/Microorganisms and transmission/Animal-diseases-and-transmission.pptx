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4F3EF6-B78C-483D-B45D-4613A353C3EF}">
  <a:tblStyle styleId="{304F3EF6-B78C-483D-B45D-4613A353C3E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{304F3EF6-B78C-483D-B45D-4613A353C3EF}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{304F3EF6-B78C-483D-B45D-4613A353C3EF}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{304F3EF6-B78C-483D-B45D-4613A353C3EF}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{304F3EF6-B78C-483D-B45D-4613A353C3EF}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{304F3EF6-B78C-483D-B45D-4613A353C3EF}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