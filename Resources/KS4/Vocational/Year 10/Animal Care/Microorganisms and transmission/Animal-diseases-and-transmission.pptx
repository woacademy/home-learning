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E0B1EA-6C77-46BB-9842-7079F7163BA6}">
  <a:tblStyle styleId="{79E0B1EA-6C77-46BB-9842-7079F7163B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{79E0B1EA-6C77-46BB-9842-7079F7163BA6}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{79E0B1EA-6C77-46BB-9842-7079F7163BA6}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{79E0B1EA-6C77-46BB-9842-7079F7163BA6}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{79E0B1EA-6C77-46BB-9842-7079F7163BA6}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{79E0B1EA-6C77-46BB-9842-7079F7163BA6}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