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5EAB02-F4FE-4612-B829-A28B9FAB7954}">
  <a:tblStyle styleId="{625EAB02-F4FE-4612-B829-A28B9FAB79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{625EAB02-F4FE-4612-B829-A28B9FAB7954}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{625EAB02-F4FE-4612-B829-A28B9FAB7954}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{625EAB02-F4FE-4612-B829-A28B9FAB7954}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{625EAB02-F4FE-4612-B829-A28B9FAB7954}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{625EAB02-F4FE-4612-B829-A28B9FAB7954}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