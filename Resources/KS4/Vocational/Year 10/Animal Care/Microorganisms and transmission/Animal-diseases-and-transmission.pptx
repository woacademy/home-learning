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EBECC3-B875-4211-95D8-67FAD400C118}">
  <a:tblStyle styleId="{B3EBECC3-B875-4211-95D8-67FAD400C11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{B3EBECC3-B875-4211-95D8-67FAD400C118}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{B3EBECC3-B875-4211-95D8-67FAD400C118}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{B3EBECC3-B875-4211-95D8-67FAD400C118}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{B3EBECC3-B875-4211-95D8-67FAD400C118}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{B3EBECC3-B875-4211-95D8-67FAD400C118}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