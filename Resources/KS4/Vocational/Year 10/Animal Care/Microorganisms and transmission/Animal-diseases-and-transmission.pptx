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CD9DFC-7F0A-45A9-9DAF-A824E687AF66}">
  <a:tblStyle styleId="{73CD9DFC-7F0A-45A9-9DAF-A824E687AF6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{73CD9DFC-7F0A-45A9-9DAF-A824E687AF66}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{73CD9DFC-7F0A-45A9-9DAF-A824E687AF66}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{73CD9DFC-7F0A-45A9-9DAF-A824E687AF66}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{73CD9DFC-7F0A-45A9-9DAF-A824E687AF66}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{73CD9DFC-7F0A-45A9-9DAF-A824E687AF66}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