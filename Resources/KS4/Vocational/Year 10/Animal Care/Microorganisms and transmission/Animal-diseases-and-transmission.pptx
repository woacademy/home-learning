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410ACB-2C65-497B-8AE0-D705D0ECF28F}">
  <a:tblStyle styleId="{05410ACB-2C65-497B-8AE0-D705D0ECF2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{05410ACB-2C65-497B-8AE0-D705D0ECF28F}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{05410ACB-2C65-497B-8AE0-D705D0ECF28F}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{05410ACB-2C65-497B-8AE0-D705D0ECF28F}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{05410ACB-2C65-497B-8AE0-D705D0ECF28F}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{05410ACB-2C65-497B-8AE0-D705D0ECF28F}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