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BFBCBDB-2C55-4171-90A9-8040CE4A424F}">
  <a:tblStyle styleId="{7BFBCBDB-2C55-4171-90A9-8040CE4A424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{7BFBCBDB-2C55-4171-90A9-8040CE4A424F}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{7BFBCBDB-2C55-4171-90A9-8040CE4A424F}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{7BFBCBDB-2C55-4171-90A9-8040CE4A424F}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{7BFBCBDB-2C55-4171-90A9-8040CE4A424F}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{7BFBCBDB-2C55-4171-90A9-8040CE4A424F}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