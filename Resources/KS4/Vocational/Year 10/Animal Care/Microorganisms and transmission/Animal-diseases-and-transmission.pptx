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E8BF86-09F9-40B3-AF9A-A272528A831A}">
  <a:tblStyle styleId="{C5E8BF86-09F9-40B3-AF9A-A272528A831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{C5E8BF86-09F9-40B3-AF9A-A272528A831A}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{C5E8BF86-09F9-40B3-AF9A-A272528A831A}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{C5E8BF86-09F9-40B3-AF9A-A272528A831A}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{C5E8BF86-09F9-40B3-AF9A-A272528A831A}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{C5E8BF86-09F9-40B3-AF9A-A272528A831A}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