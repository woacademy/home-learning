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023E04-570A-4644-B1B2-E6E5F968974A}">
  <a:tblStyle styleId="{AF023E04-570A-4644-B1B2-E6E5F968974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{AF023E04-570A-4644-B1B2-E6E5F968974A}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{AF023E04-570A-4644-B1B2-E6E5F968974A}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{AF023E04-570A-4644-B1B2-E6E5F968974A}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{AF023E04-570A-4644-B1B2-E6E5F968974A}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{AF023E04-570A-4644-B1B2-E6E5F968974A}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