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07E49C-B791-4E5D-9B4A-C5E26C98DC79}">
  <a:tblStyle styleId="{DD07E49C-B791-4E5D-9B4A-C5E26C98DC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{DD07E49C-B791-4E5D-9B4A-C5E26C98DC79}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{DD07E49C-B791-4E5D-9B4A-C5E26C98DC79}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{DD07E49C-B791-4E5D-9B4A-C5E26C98DC79}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{DD07E49C-B791-4E5D-9B4A-C5E26C98DC79}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{DD07E49C-B791-4E5D-9B4A-C5E26C98DC79}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