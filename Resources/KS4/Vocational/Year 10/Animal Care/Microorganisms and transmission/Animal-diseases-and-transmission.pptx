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E2A67-DB8B-4A3C-8E6C-2D7A9FF92DA2}">
  <a:tblStyle styleId="{583E2A67-DB8B-4A3C-8E6C-2D7A9FF92D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{583E2A67-DB8B-4A3C-8E6C-2D7A9FF92DA2}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{583E2A67-DB8B-4A3C-8E6C-2D7A9FF92DA2}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{583E2A67-DB8B-4A3C-8E6C-2D7A9FF92DA2}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{583E2A67-DB8B-4A3C-8E6C-2D7A9FF92DA2}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{583E2A67-DB8B-4A3C-8E6C-2D7A9FF92DA2}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