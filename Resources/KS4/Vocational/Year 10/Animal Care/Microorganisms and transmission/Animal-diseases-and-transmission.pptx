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BE1F01-A378-4D62-A3FA-556CF37D58D8}">
  <a:tblStyle styleId="{25BE1F01-A378-4D62-A3FA-556CF37D58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{25BE1F01-A378-4D62-A3FA-556CF37D58D8}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{25BE1F01-A378-4D62-A3FA-556CF37D58D8}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{25BE1F01-A378-4D62-A3FA-556CF37D58D8}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{25BE1F01-A378-4D62-A3FA-556CF37D58D8}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{25BE1F01-A378-4D62-A3FA-556CF37D58D8}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