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519031-1714-4B66-ADBD-9FB1F8E3B286}">
  <a:tblStyle styleId="{35519031-1714-4B66-ADBD-9FB1F8E3B28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{35519031-1714-4B66-ADBD-9FB1F8E3B286}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{35519031-1714-4B66-ADBD-9FB1F8E3B286}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{35519031-1714-4B66-ADBD-9FB1F8E3B286}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{35519031-1714-4B66-ADBD-9FB1F8E3B286}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{35519031-1714-4B66-ADBD-9FB1F8E3B286}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