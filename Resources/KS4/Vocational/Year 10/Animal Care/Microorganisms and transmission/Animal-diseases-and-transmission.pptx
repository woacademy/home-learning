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6038A8-649B-4251-89B8-A95BBE408128}">
  <a:tblStyle styleId="{896038A8-649B-4251-89B8-A95BBE4081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{896038A8-649B-4251-89B8-A95BBE408128}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{896038A8-649B-4251-89B8-A95BBE408128}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{896038A8-649B-4251-89B8-A95BBE408128}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{896038A8-649B-4251-89B8-A95BBE408128}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{896038A8-649B-4251-89B8-A95BBE408128}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