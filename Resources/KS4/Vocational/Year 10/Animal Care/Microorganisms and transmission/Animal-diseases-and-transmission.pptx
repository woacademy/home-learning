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B9A65D-E956-4199-8FAC-4EDA5DDF1C6A}">
  <a:tblStyle styleId="{F0B9A65D-E956-4199-8FAC-4EDA5DDF1C6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{F0B9A65D-E956-4199-8FAC-4EDA5DDF1C6A}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{F0B9A65D-E956-4199-8FAC-4EDA5DDF1C6A}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{F0B9A65D-E956-4199-8FAC-4EDA5DDF1C6A}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{F0B9A65D-E956-4199-8FAC-4EDA5DDF1C6A}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{F0B9A65D-E956-4199-8FAC-4EDA5DDF1C6A}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