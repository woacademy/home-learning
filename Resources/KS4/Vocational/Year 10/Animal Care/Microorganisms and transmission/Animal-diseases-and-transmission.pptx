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CC346A-C331-4291-AA93-0157F22BD016}">
  <a:tblStyle styleId="{61CC346A-C331-4291-AA93-0157F22BD01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{61CC346A-C331-4291-AA93-0157F22BD016}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{61CC346A-C331-4291-AA93-0157F22BD016}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{61CC346A-C331-4291-AA93-0157F22BD016}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{61CC346A-C331-4291-AA93-0157F22BD016}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{61CC346A-C331-4291-AA93-0157F22BD016}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