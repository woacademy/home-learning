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B6C6E4-E07D-4F4C-80C8-6DBF9350E713}">
  <a:tblStyle styleId="{01B6C6E4-E07D-4F4C-80C8-6DBF9350E7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{01B6C6E4-E07D-4F4C-80C8-6DBF9350E713}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{01B6C6E4-E07D-4F4C-80C8-6DBF9350E713}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{01B6C6E4-E07D-4F4C-80C8-6DBF9350E713}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{01B6C6E4-E07D-4F4C-80C8-6DBF9350E713}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{01B6C6E4-E07D-4F4C-80C8-6DBF9350E713}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