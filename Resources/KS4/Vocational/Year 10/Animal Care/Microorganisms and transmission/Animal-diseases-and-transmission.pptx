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892E20-418C-447E-A540-BBABD07AAA1C}">
  <a:tblStyle styleId="{8E892E20-418C-447E-A540-BBABD07AAA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{8E892E20-418C-447E-A540-BBABD07AAA1C}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{8E892E20-418C-447E-A540-BBABD07AAA1C}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{8E892E20-418C-447E-A540-BBABD07AAA1C}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{8E892E20-418C-447E-A540-BBABD07AAA1C}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{8E892E20-418C-447E-A540-BBABD07AAA1C}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