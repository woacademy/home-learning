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4D7602-E3BB-44BA-A672-05C149D47A0E}">
  <a:tblStyle styleId="{234D7602-E3BB-44BA-A672-05C149D47A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{234D7602-E3BB-44BA-A672-05C149D47A0E}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{234D7602-E3BB-44BA-A672-05C149D47A0E}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{234D7602-E3BB-44BA-A672-05C149D47A0E}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{234D7602-E3BB-44BA-A672-05C149D47A0E}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{234D7602-E3BB-44BA-A672-05C149D47A0E}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