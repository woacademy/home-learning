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5C6C2B-CF83-45F5-959D-9A860D9686A3}">
  <a:tblStyle styleId="{D95C6C2B-CF83-45F5-959D-9A860D9686A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{D95C6C2B-CF83-45F5-959D-9A860D9686A3}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{D95C6C2B-CF83-45F5-959D-9A860D9686A3}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{D95C6C2B-CF83-45F5-959D-9A860D9686A3}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{D95C6C2B-CF83-45F5-959D-9A860D9686A3}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{D95C6C2B-CF83-45F5-959D-9A860D9686A3}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