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DB8431-FF80-4E70-83AC-03C34F5A9A50}">
  <a:tblStyle styleId="{E2DB8431-FF80-4E70-83AC-03C34F5A9A5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{E2DB8431-FF80-4E70-83AC-03C34F5A9A50}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{E2DB8431-FF80-4E70-83AC-03C34F5A9A50}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{E2DB8431-FF80-4E70-83AC-03C34F5A9A50}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{E2DB8431-FF80-4E70-83AC-03C34F5A9A50}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{E2DB8431-FF80-4E70-83AC-03C34F5A9A50}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