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9C19C5-1E49-410F-86E5-68403951A55E}">
  <a:tblStyle styleId="{189C19C5-1E49-410F-86E5-68403951A55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{189C19C5-1E49-410F-86E5-68403951A55E}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{189C19C5-1E49-410F-86E5-68403951A55E}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{189C19C5-1E49-410F-86E5-68403951A55E}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{189C19C5-1E49-410F-86E5-68403951A55E}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{189C19C5-1E49-410F-86E5-68403951A55E}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