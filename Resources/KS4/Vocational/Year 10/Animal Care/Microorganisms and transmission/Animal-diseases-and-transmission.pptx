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DF1890-7D6F-4C8E-A1F1-760B213F359C}">
  <a:tblStyle styleId="{03DF1890-7D6F-4C8E-A1F1-760B213F35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{03DF1890-7D6F-4C8E-A1F1-760B213F359C}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{03DF1890-7D6F-4C8E-A1F1-760B213F359C}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{03DF1890-7D6F-4C8E-A1F1-760B213F359C}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{03DF1890-7D6F-4C8E-A1F1-760B213F359C}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{03DF1890-7D6F-4C8E-A1F1-760B213F359C}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