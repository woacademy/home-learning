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07EDC-E78D-4BEE-84A4-490867AC86B4}">
  <a:tblStyle styleId="{3BF07EDC-E78D-4BEE-84A4-490867AC86B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{3BF07EDC-E78D-4BEE-84A4-490867AC86B4}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{3BF07EDC-E78D-4BEE-84A4-490867AC86B4}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{3BF07EDC-E78D-4BEE-84A4-490867AC86B4}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{3BF07EDC-E78D-4BEE-84A4-490867AC86B4}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{3BF07EDC-E78D-4BEE-84A4-490867AC86B4}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