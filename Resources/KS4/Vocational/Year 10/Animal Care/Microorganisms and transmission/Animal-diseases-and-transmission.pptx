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F0727F-35BA-48F3-B7FD-0965D99D8809}">
  <a:tblStyle styleId="{84F0727F-35BA-48F3-B7FD-0965D99D88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{84F0727F-35BA-48F3-B7FD-0965D99D8809}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{84F0727F-35BA-48F3-B7FD-0965D99D8809}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{84F0727F-35BA-48F3-B7FD-0965D99D8809}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{84F0727F-35BA-48F3-B7FD-0965D99D8809}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{84F0727F-35BA-48F3-B7FD-0965D99D8809}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