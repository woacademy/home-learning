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EFA48C-6972-4195-8CDE-C8EA173922BB}">
  <a:tblStyle styleId="{2AEFA48C-6972-4195-8CDE-C8EA173922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{2AEFA48C-6972-4195-8CDE-C8EA173922BB}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{2AEFA48C-6972-4195-8CDE-C8EA173922BB}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{2AEFA48C-6972-4195-8CDE-C8EA173922BB}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{2AEFA48C-6972-4195-8CDE-C8EA173922BB}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{2AEFA48C-6972-4195-8CDE-C8EA173922BB}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