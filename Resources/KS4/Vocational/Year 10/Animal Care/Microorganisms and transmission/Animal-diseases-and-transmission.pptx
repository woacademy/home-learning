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87BE45-F8ED-40F4-8437-226BB472C02C}">
  <a:tblStyle styleId="{9087BE45-F8ED-40F4-8437-226BB472C0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{9087BE45-F8ED-40F4-8437-226BB472C02C}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{9087BE45-F8ED-40F4-8437-226BB472C02C}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{9087BE45-F8ED-40F4-8437-226BB472C02C}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{9087BE45-F8ED-40F4-8437-226BB472C02C}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{9087BE45-F8ED-40F4-8437-226BB472C02C}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