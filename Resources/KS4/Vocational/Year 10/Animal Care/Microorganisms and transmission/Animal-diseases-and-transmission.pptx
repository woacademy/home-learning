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40B3B00-4003-4754-88D0-EE51A3C368E8}">
  <a:tblStyle styleId="{A40B3B00-4003-4754-88D0-EE51A3C368E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{A40B3B00-4003-4754-88D0-EE51A3C368E8}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{A40B3B00-4003-4754-88D0-EE51A3C368E8}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{A40B3B00-4003-4754-88D0-EE51A3C368E8}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{A40B3B00-4003-4754-88D0-EE51A3C368E8}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{A40B3B00-4003-4754-88D0-EE51A3C368E8}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