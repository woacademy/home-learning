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0ED065-6CC9-4DBD-B217-5BD2AB166023}">
  <a:tblStyle styleId="{3D0ED065-6CC9-4DBD-B217-5BD2AB16602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{3D0ED065-6CC9-4DBD-B217-5BD2AB166023}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{3D0ED065-6CC9-4DBD-B217-5BD2AB166023}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{3D0ED065-6CC9-4DBD-B217-5BD2AB166023}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{3D0ED065-6CC9-4DBD-B217-5BD2AB166023}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{3D0ED065-6CC9-4DBD-B217-5BD2AB166023}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