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20E89F4-8032-43F5-9769-E132EA8F97AB}">
  <a:tblStyle styleId="{420E89F4-8032-43F5-9769-E132EA8F97A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{420E89F4-8032-43F5-9769-E132EA8F97AB}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{420E89F4-8032-43F5-9769-E132EA8F97AB}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{420E89F4-8032-43F5-9769-E132EA8F97AB}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{420E89F4-8032-43F5-9769-E132EA8F97AB}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{420E89F4-8032-43F5-9769-E132EA8F97AB}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