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DC99DA9-9B40-4009-A956-D8690C741700}">
  <a:tblStyle styleId="{FDC99DA9-9B40-4009-A956-D8690C74170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{FDC99DA9-9B40-4009-A956-D8690C741700}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{FDC99DA9-9B40-4009-A956-D8690C741700}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{FDC99DA9-9B40-4009-A956-D8690C741700}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{FDC99DA9-9B40-4009-A956-D8690C741700}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{FDC99DA9-9B40-4009-A956-D8690C741700}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