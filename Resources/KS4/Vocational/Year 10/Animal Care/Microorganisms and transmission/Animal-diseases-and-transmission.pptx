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833F39-AEE6-4FC8-8DA1-5AF99C10AF8C}">
  <a:tblStyle styleId="{75833F39-AEE6-4FC8-8DA1-5AF99C10AF8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{75833F39-AEE6-4FC8-8DA1-5AF99C10AF8C}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{75833F39-AEE6-4FC8-8DA1-5AF99C10AF8C}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{75833F39-AEE6-4FC8-8DA1-5AF99C10AF8C}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{75833F39-AEE6-4FC8-8DA1-5AF99C10AF8C}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{75833F39-AEE6-4FC8-8DA1-5AF99C10AF8C}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