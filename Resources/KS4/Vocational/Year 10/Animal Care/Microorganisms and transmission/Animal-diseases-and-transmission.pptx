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358DE4-0EDE-430B-9919-12A8749B287C}">
  <a:tblStyle styleId="{9B358DE4-0EDE-430B-9919-12A8749B28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{9B358DE4-0EDE-430B-9919-12A8749B287C}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{9B358DE4-0EDE-430B-9919-12A8749B287C}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{9B358DE4-0EDE-430B-9919-12A8749B287C}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{9B358DE4-0EDE-430B-9919-12A8749B287C}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{9B358DE4-0EDE-430B-9919-12A8749B287C}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