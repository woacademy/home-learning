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BA9511-EDE7-4C78-BEA1-B34983383453}">
  <a:tblStyle styleId="{0ABA9511-EDE7-4C78-BEA1-B3498338345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{0ABA9511-EDE7-4C78-BEA1-B34983383453}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{0ABA9511-EDE7-4C78-BEA1-B34983383453}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{0ABA9511-EDE7-4C78-BEA1-B34983383453}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{0ABA9511-EDE7-4C78-BEA1-B34983383453}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{0ABA9511-EDE7-4C78-BEA1-B34983383453}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