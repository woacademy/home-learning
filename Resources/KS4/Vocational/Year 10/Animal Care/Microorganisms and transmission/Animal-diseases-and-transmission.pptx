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9040D3-469D-4FA3-9193-C62BAABF97EB}">
  <a:tblStyle styleId="{7C9040D3-469D-4FA3-9193-C62BAABF97E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{7C9040D3-469D-4FA3-9193-C62BAABF97EB}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{7C9040D3-469D-4FA3-9193-C62BAABF97EB}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{7C9040D3-469D-4FA3-9193-C62BAABF97EB}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{7C9040D3-469D-4FA3-9193-C62BAABF97EB}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{7C9040D3-469D-4FA3-9193-C62BAABF97EB}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