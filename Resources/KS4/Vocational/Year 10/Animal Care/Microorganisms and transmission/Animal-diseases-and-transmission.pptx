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A796D9-DDE8-4996-91D7-2DF670805E75}">
  <a:tblStyle styleId="{FEA796D9-DDE8-4996-91D7-2DF670805E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{FEA796D9-DDE8-4996-91D7-2DF670805E75}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{FEA796D9-DDE8-4996-91D7-2DF670805E75}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{FEA796D9-DDE8-4996-91D7-2DF670805E75}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{FEA796D9-DDE8-4996-91D7-2DF670805E75}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{FEA796D9-DDE8-4996-91D7-2DF670805E75}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