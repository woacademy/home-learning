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F052D7-971C-46C9-8F35-979986412691}">
  <a:tblStyle styleId="{D5F052D7-971C-46C9-8F35-9799864126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{D5F052D7-971C-46C9-8F35-979986412691}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{D5F052D7-971C-46C9-8F35-979986412691}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{D5F052D7-971C-46C9-8F35-979986412691}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{D5F052D7-971C-46C9-8F35-979986412691}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{D5F052D7-971C-46C9-8F35-979986412691}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