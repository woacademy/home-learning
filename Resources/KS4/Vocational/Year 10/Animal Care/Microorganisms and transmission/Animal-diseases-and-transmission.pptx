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87778E-FF95-4101-858D-B2571DF6AAAA}">
  <a:tblStyle styleId="{D787778E-FF95-4101-858D-B2571DF6AA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{D787778E-FF95-4101-858D-B2571DF6AAAA}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{D787778E-FF95-4101-858D-B2571DF6AAAA}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{D787778E-FF95-4101-858D-B2571DF6AAAA}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{D787778E-FF95-4101-858D-B2571DF6AAAA}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{D787778E-FF95-4101-858D-B2571DF6AAAA}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