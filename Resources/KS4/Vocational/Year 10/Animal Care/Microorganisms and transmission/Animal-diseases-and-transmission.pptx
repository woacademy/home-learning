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DCF30-3A53-48A0-8428-C226C05133CD}">
  <a:tblStyle styleId="{D8CDCF30-3A53-48A0-8428-C226C05133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{D8CDCF30-3A53-48A0-8428-C226C05133CD}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{D8CDCF30-3A53-48A0-8428-C226C05133CD}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{D8CDCF30-3A53-48A0-8428-C226C05133CD}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{D8CDCF30-3A53-48A0-8428-C226C05133CD}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{D8CDCF30-3A53-48A0-8428-C226C05133CD}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