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A85110-9CC5-4B11-BE74-B0FDE31323FF}">
  <a:tblStyle styleId="{AEA85110-9CC5-4B11-BE74-B0FDE31323F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{AEA85110-9CC5-4B11-BE74-B0FDE31323FF}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{AEA85110-9CC5-4B11-BE74-B0FDE31323FF}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{AEA85110-9CC5-4B11-BE74-B0FDE31323FF}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{AEA85110-9CC5-4B11-BE74-B0FDE31323FF}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{AEA85110-9CC5-4B11-BE74-B0FDE31323FF}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