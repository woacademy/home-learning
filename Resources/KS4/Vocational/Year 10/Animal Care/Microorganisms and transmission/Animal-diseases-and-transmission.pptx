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5959D3-DE30-4CCD-B6DB-2EA9F21A37D1}">
  <a:tblStyle styleId="{E45959D3-DE30-4CCD-B6DB-2EA9F21A37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{E45959D3-DE30-4CCD-B6DB-2EA9F21A37D1}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{E45959D3-DE30-4CCD-B6DB-2EA9F21A37D1}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{E45959D3-DE30-4CCD-B6DB-2EA9F21A37D1}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{E45959D3-DE30-4CCD-B6DB-2EA9F21A37D1}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{E45959D3-DE30-4CCD-B6DB-2EA9F21A37D1}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