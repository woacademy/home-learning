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961553-3333-4591-8C53-44FEE275BCB1}">
  <a:tblStyle styleId="{FF961553-3333-4591-8C53-44FEE275BCB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{FF961553-3333-4591-8C53-44FEE275BCB1}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{FF961553-3333-4591-8C53-44FEE275BCB1}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{FF961553-3333-4591-8C53-44FEE275BCB1}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{FF961553-3333-4591-8C53-44FEE275BCB1}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{FF961553-3333-4591-8C53-44FEE275BCB1}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