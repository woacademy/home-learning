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6AE997-01C9-4A7B-9A18-3A66FE0DB606}">
  <a:tblStyle styleId="{836AE997-01C9-4A7B-9A18-3A66FE0DB6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{836AE997-01C9-4A7B-9A18-3A66FE0DB606}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{836AE997-01C9-4A7B-9A18-3A66FE0DB606}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{836AE997-01C9-4A7B-9A18-3A66FE0DB606}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{836AE997-01C9-4A7B-9A18-3A66FE0DB606}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{836AE997-01C9-4A7B-9A18-3A66FE0DB606}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