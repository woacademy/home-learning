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EC7D99D-8665-4F1A-8ED9-EB3BF7284A03}">
  <a:tblStyle styleId="{8EC7D99D-8665-4F1A-8ED9-EB3BF7284A0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{8EC7D99D-8665-4F1A-8ED9-EB3BF7284A03}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{8EC7D99D-8665-4F1A-8ED9-EB3BF7284A03}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{8EC7D99D-8665-4F1A-8ED9-EB3BF7284A03}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{8EC7D99D-8665-4F1A-8ED9-EB3BF7284A03}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{8EC7D99D-8665-4F1A-8ED9-EB3BF7284A03}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