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0C7DB-9767-4C2E-926E-61405ABFC070}">
  <a:tblStyle styleId="{3150C7DB-9767-4C2E-926E-61405ABFC0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{3150C7DB-9767-4C2E-926E-61405ABFC070}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{3150C7DB-9767-4C2E-926E-61405ABFC070}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{3150C7DB-9767-4C2E-926E-61405ABFC070}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{3150C7DB-9767-4C2E-926E-61405ABFC070}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{3150C7DB-9767-4C2E-926E-61405ABFC070}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