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12098C-2AB3-4E69-87CF-5280A8692C2B}">
  <a:tblStyle styleId="{C912098C-2AB3-4E69-87CF-5280A8692C2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{C912098C-2AB3-4E69-87CF-5280A8692C2B}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{C912098C-2AB3-4E69-87CF-5280A8692C2B}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{C912098C-2AB3-4E69-87CF-5280A8692C2B}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{C912098C-2AB3-4E69-87CF-5280A8692C2B}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{C912098C-2AB3-4E69-87CF-5280A8692C2B}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