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BEA1C2-E25F-48BD-97C3-AFED5DC256EB}">
  <a:tblStyle styleId="{6ABEA1C2-E25F-48BD-97C3-AFED5DC256E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{6ABEA1C2-E25F-48BD-97C3-AFED5DC256EB}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{6ABEA1C2-E25F-48BD-97C3-AFED5DC256EB}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{6ABEA1C2-E25F-48BD-97C3-AFED5DC256EB}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{6ABEA1C2-E25F-48BD-97C3-AFED5DC256EB}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{6ABEA1C2-E25F-48BD-97C3-AFED5DC256EB}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