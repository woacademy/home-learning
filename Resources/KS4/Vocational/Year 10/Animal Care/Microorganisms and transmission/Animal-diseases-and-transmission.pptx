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2B07DE-063B-4491-8F69-FA8468C5A008}">
  <a:tblStyle styleId="{E12B07DE-063B-4491-8F69-FA8468C5A0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{E12B07DE-063B-4491-8F69-FA8468C5A008}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{E12B07DE-063B-4491-8F69-FA8468C5A008}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{E12B07DE-063B-4491-8F69-FA8468C5A008}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{E12B07DE-063B-4491-8F69-FA8468C5A008}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{E12B07DE-063B-4491-8F69-FA8468C5A008}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