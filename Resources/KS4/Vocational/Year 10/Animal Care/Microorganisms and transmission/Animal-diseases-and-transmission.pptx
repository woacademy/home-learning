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F0E4CA-FB8A-478A-99A2-5978A3959765}">
  <a:tblStyle styleId="{83F0E4CA-FB8A-478A-99A2-5978A395976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{83F0E4CA-FB8A-478A-99A2-5978A3959765}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{83F0E4CA-FB8A-478A-99A2-5978A3959765}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{83F0E4CA-FB8A-478A-99A2-5978A3959765}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{83F0E4CA-FB8A-478A-99A2-5978A3959765}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{83F0E4CA-FB8A-478A-99A2-5978A3959765}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