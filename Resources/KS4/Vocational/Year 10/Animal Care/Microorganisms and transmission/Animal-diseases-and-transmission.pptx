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2710CC-1F38-4EAC-B330-9EF57806F674}">
  <a:tblStyle styleId="{9C2710CC-1F38-4EAC-B330-9EF57806F6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{9C2710CC-1F38-4EAC-B330-9EF57806F674}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{9C2710CC-1F38-4EAC-B330-9EF57806F674}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{9C2710CC-1F38-4EAC-B330-9EF57806F674}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{9C2710CC-1F38-4EAC-B330-9EF57806F674}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{9C2710CC-1F38-4EAC-B330-9EF57806F674}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