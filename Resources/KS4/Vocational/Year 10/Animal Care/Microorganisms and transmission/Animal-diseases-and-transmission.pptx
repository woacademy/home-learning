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9EF227-B827-4DC4-998E-097665913984}">
  <a:tblStyle styleId="{8C9EF227-B827-4DC4-998E-09766591398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{8C9EF227-B827-4DC4-998E-097665913984}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{8C9EF227-B827-4DC4-998E-097665913984}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{8C9EF227-B827-4DC4-998E-097665913984}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{8C9EF227-B827-4DC4-998E-097665913984}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{8C9EF227-B827-4DC4-998E-097665913984}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