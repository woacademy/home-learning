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47C279-B79C-47C4-AB66-A63681F85CAC}">
  <a:tblStyle styleId="{8A47C279-B79C-47C4-AB66-A63681F85CA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{8A47C279-B79C-47C4-AB66-A63681F85CAC}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{8A47C279-B79C-47C4-AB66-A63681F85CAC}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{8A47C279-B79C-47C4-AB66-A63681F85CAC}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{8A47C279-B79C-47C4-AB66-A63681F85CAC}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{8A47C279-B79C-47C4-AB66-A63681F85CAC}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