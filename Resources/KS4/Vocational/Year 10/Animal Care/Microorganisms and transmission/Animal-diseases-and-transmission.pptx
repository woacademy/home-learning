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69ADE7-7C53-4B42-A02E-D0C9C17E4852}">
  <a:tblStyle styleId="{0569ADE7-7C53-4B42-A02E-D0C9C17E48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{0569ADE7-7C53-4B42-A02E-D0C9C17E4852}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{0569ADE7-7C53-4B42-A02E-D0C9C17E4852}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{0569ADE7-7C53-4B42-A02E-D0C9C17E4852}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{0569ADE7-7C53-4B42-A02E-D0C9C17E4852}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{0569ADE7-7C53-4B42-A02E-D0C9C17E4852}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