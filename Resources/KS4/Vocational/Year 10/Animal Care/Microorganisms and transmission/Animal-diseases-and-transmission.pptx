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95DC8-3837-46F0-A9E8-2EB9AB093411}">
  <a:tblStyle styleId="{4A295DC8-3837-46F0-A9E8-2EB9AB0934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{4A295DC8-3837-46F0-A9E8-2EB9AB093411}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{4A295DC8-3837-46F0-A9E8-2EB9AB093411}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{4A295DC8-3837-46F0-A9E8-2EB9AB093411}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{4A295DC8-3837-46F0-A9E8-2EB9AB093411}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{4A295DC8-3837-46F0-A9E8-2EB9AB093411}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