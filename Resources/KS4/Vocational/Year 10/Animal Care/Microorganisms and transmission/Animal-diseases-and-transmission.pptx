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6B4778-2C34-4464-BA87-7CAD71AD8A8F}">
  <a:tblStyle styleId="{BA6B4778-2C34-4464-BA87-7CAD71AD8A8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{BA6B4778-2C34-4464-BA87-7CAD71AD8A8F}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{BA6B4778-2C34-4464-BA87-7CAD71AD8A8F}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{BA6B4778-2C34-4464-BA87-7CAD71AD8A8F}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{BA6B4778-2C34-4464-BA87-7CAD71AD8A8F}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{BA6B4778-2C34-4464-BA87-7CAD71AD8A8F}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