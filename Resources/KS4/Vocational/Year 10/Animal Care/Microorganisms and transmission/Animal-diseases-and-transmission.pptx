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B4F1D5-AA56-41A9-8912-110318412475}">
  <a:tblStyle styleId="{38B4F1D5-AA56-41A9-8912-1103184124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{38B4F1D5-AA56-41A9-8912-110318412475}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{38B4F1D5-AA56-41A9-8912-110318412475}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{38B4F1D5-AA56-41A9-8912-110318412475}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{38B4F1D5-AA56-41A9-8912-110318412475}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{38B4F1D5-AA56-41A9-8912-110318412475}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