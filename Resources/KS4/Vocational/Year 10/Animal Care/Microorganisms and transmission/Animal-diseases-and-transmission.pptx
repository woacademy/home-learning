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85B90E-4B66-4B69-94FF-024926E26B2E}">
  <a:tblStyle styleId="{0585B90E-4B66-4B69-94FF-024926E26B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{0585B90E-4B66-4B69-94FF-024926E26B2E}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{0585B90E-4B66-4B69-94FF-024926E26B2E}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{0585B90E-4B66-4B69-94FF-024926E26B2E}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{0585B90E-4B66-4B69-94FF-024926E26B2E}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{0585B90E-4B66-4B69-94FF-024926E26B2E}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