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386A8BE-0BF2-41FE-833D-2E655D70F368}">
  <a:tblStyle styleId="{8386A8BE-0BF2-41FE-833D-2E655D70F36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{8386A8BE-0BF2-41FE-833D-2E655D70F368}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{8386A8BE-0BF2-41FE-833D-2E655D70F368}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{8386A8BE-0BF2-41FE-833D-2E655D70F368}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{8386A8BE-0BF2-41FE-833D-2E655D70F368}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{8386A8BE-0BF2-41FE-833D-2E655D70F368}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