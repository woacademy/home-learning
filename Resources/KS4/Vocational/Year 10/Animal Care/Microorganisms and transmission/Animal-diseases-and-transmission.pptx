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11131E-94BF-4517-B128-0B4DAB453DC5}">
  <a:tblStyle styleId="{FC11131E-94BF-4517-B128-0B4DAB453DC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{FC11131E-94BF-4517-B128-0B4DAB453DC5}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{FC11131E-94BF-4517-B128-0B4DAB453DC5}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{FC11131E-94BF-4517-B128-0B4DAB453DC5}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{FC11131E-94BF-4517-B128-0B4DAB453DC5}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{FC11131E-94BF-4517-B128-0B4DAB453DC5}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