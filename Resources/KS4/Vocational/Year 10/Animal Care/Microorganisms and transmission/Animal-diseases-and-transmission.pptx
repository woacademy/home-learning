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2EC77F-AA99-402E-9ADF-9D3F60C37D19}">
  <a:tblStyle styleId="{9F2EC77F-AA99-402E-9ADF-9D3F60C37D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{9F2EC77F-AA99-402E-9ADF-9D3F60C37D19}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{9F2EC77F-AA99-402E-9ADF-9D3F60C37D19}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{9F2EC77F-AA99-402E-9ADF-9D3F60C37D19}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{9F2EC77F-AA99-402E-9ADF-9D3F60C37D19}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{9F2EC77F-AA99-402E-9ADF-9D3F60C37D19}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