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0C3166-8D4E-4AB4-B047-B0DA15321B5B}">
  <a:tblStyle styleId="{120C3166-8D4E-4AB4-B047-B0DA15321B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{120C3166-8D4E-4AB4-B047-B0DA15321B5B}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{120C3166-8D4E-4AB4-B047-B0DA15321B5B}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{120C3166-8D4E-4AB4-B047-B0DA15321B5B}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{120C3166-8D4E-4AB4-B047-B0DA15321B5B}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{120C3166-8D4E-4AB4-B047-B0DA15321B5B}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