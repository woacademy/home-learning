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C3402E-D71F-4F8C-979B-4C4C0915A05D}">
  <a:tblStyle styleId="{E5C3402E-D71F-4F8C-979B-4C4C0915A0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{E5C3402E-D71F-4F8C-979B-4C4C0915A05D}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{E5C3402E-D71F-4F8C-979B-4C4C0915A05D}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{E5C3402E-D71F-4F8C-979B-4C4C0915A05D}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{E5C3402E-D71F-4F8C-979B-4C4C0915A05D}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{E5C3402E-D71F-4F8C-979B-4C4C0915A05D}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