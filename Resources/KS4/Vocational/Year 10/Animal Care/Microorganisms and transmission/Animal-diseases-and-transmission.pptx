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F3EC228-8FDA-4C42-96E1-C35DA8CCCB0C}">
  <a:tblStyle styleId="{BF3EC228-8FDA-4C42-96E1-C35DA8CCCB0C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{BF3EC228-8FDA-4C42-96E1-C35DA8CCCB0C}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{BF3EC228-8FDA-4C42-96E1-C35DA8CCCB0C}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{BF3EC228-8FDA-4C42-96E1-C35DA8CCCB0C}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{BF3EC228-8FDA-4C42-96E1-C35DA8CCCB0C}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{BF3EC228-8FDA-4C42-96E1-C35DA8CCCB0C}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