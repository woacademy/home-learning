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C1953-A6C2-4C7F-A757-8223048CE813}">
  <a:tblStyle styleId="{256C1953-A6C2-4C7F-A757-8223048CE8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{256C1953-A6C2-4C7F-A757-8223048CE813}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{256C1953-A6C2-4C7F-A757-8223048CE813}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{256C1953-A6C2-4C7F-A757-8223048CE813}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{256C1953-A6C2-4C7F-A757-8223048CE813}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{256C1953-A6C2-4C7F-A757-8223048CE813}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