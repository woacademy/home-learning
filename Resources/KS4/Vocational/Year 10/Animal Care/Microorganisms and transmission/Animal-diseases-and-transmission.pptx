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5C4EAAB-96E1-4561-9512-0D5BD26E3ABA}">
  <a:tblStyle styleId="{B5C4EAAB-96E1-4561-9512-0D5BD26E3AB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{B5C4EAAB-96E1-4561-9512-0D5BD26E3ABA}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{B5C4EAAB-96E1-4561-9512-0D5BD26E3ABA}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{B5C4EAAB-96E1-4561-9512-0D5BD26E3ABA}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{B5C4EAAB-96E1-4561-9512-0D5BD26E3ABA}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{B5C4EAAB-96E1-4561-9512-0D5BD26E3ABA}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