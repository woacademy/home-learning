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E2C97A-0B64-4E8D-B409-6ED62CF1DCD7}">
  <a:tblStyle styleId="{2FE2C97A-0B64-4E8D-B409-6ED62CF1DCD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{2FE2C97A-0B64-4E8D-B409-6ED62CF1DCD7}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{2FE2C97A-0B64-4E8D-B409-6ED62CF1DCD7}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{2FE2C97A-0B64-4E8D-B409-6ED62CF1DCD7}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{2FE2C97A-0B64-4E8D-B409-6ED62CF1DCD7}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{2FE2C97A-0B64-4E8D-B409-6ED62CF1DCD7}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