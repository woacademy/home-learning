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4E6D3D-7BC4-4F9A-BC96-18BB9EF8C6F5}">
  <a:tblStyle styleId="{274E6D3D-7BC4-4F9A-BC96-18BB9EF8C6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{274E6D3D-7BC4-4F9A-BC96-18BB9EF8C6F5}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{274E6D3D-7BC4-4F9A-BC96-18BB9EF8C6F5}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{274E6D3D-7BC4-4F9A-BC96-18BB9EF8C6F5}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{274E6D3D-7BC4-4F9A-BC96-18BB9EF8C6F5}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{274E6D3D-7BC4-4F9A-BC96-18BB9EF8C6F5}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