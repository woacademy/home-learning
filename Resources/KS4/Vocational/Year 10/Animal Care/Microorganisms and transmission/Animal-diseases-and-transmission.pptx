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85ADDD-4559-432A-86A8-045C3E70B468}">
  <a:tblStyle styleId="{2185ADDD-4559-432A-86A8-045C3E70B4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{2185ADDD-4559-432A-86A8-045C3E70B468}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{2185ADDD-4559-432A-86A8-045C3E70B468}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{2185ADDD-4559-432A-86A8-045C3E70B468}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{2185ADDD-4559-432A-86A8-045C3E70B468}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{2185ADDD-4559-432A-86A8-045C3E70B468}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