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560DA-04C7-4EA5-99A4-CAC2F65A4207}">
  <a:tblStyle styleId="{1B3560DA-04C7-4EA5-99A4-CAC2F65A42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{1B3560DA-04C7-4EA5-99A4-CAC2F65A4207}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{1B3560DA-04C7-4EA5-99A4-CAC2F65A4207}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{1B3560DA-04C7-4EA5-99A4-CAC2F65A4207}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{1B3560DA-04C7-4EA5-99A4-CAC2F65A4207}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{1B3560DA-04C7-4EA5-99A4-CAC2F65A4207}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