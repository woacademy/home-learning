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314B66-23ED-43CB-8C5B-30640D426465}">
  <a:tblStyle styleId="{74314B66-23ED-43CB-8C5B-30640D4264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{74314B66-23ED-43CB-8C5B-30640D426465}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{74314B66-23ED-43CB-8C5B-30640D426465}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{74314B66-23ED-43CB-8C5B-30640D426465}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{74314B66-23ED-43CB-8C5B-30640D426465}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{74314B66-23ED-43CB-8C5B-30640D426465}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