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9B37AB-2416-4A64-B66C-3A5CC9FE93C8}">
  <a:tblStyle styleId="{6D9B37AB-2416-4A64-B66C-3A5CC9FE93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{6D9B37AB-2416-4A64-B66C-3A5CC9FE93C8}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{6D9B37AB-2416-4A64-B66C-3A5CC9FE93C8}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{6D9B37AB-2416-4A64-B66C-3A5CC9FE93C8}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{6D9B37AB-2416-4A64-B66C-3A5CC9FE93C8}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{6D9B37AB-2416-4A64-B66C-3A5CC9FE93C8}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