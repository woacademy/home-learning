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FE1D32-DFFF-41B0-9CD1-91ED0E6E1988}">
  <a:tblStyle styleId="{4EFE1D32-DFFF-41B0-9CD1-91ED0E6E19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{4EFE1D32-DFFF-41B0-9CD1-91ED0E6E1988}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{4EFE1D32-DFFF-41B0-9CD1-91ED0E6E1988}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{4EFE1D32-DFFF-41B0-9CD1-91ED0E6E1988}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{4EFE1D32-DFFF-41B0-9CD1-91ED0E6E1988}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{4EFE1D32-DFFF-41B0-9CD1-91ED0E6E1988}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