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ACF8D91-78EB-4EF9-899C-45D82ED8543D}">
  <a:tblStyle styleId="{7ACF8D91-78EB-4EF9-899C-45D82ED8543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{7ACF8D91-78EB-4EF9-899C-45D82ED8543D}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{7ACF8D91-78EB-4EF9-899C-45D82ED8543D}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{7ACF8D91-78EB-4EF9-899C-45D82ED8543D}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{7ACF8D91-78EB-4EF9-899C-45D82ED8543D}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{7ACF8D91-78EB-4EF9-899C-45D82ED8543D}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