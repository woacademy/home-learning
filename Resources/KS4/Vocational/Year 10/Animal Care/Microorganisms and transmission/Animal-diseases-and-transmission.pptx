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4AD42D-CA21-42F8-A533-C46993D8F672}">
  <a:tblStyle styleId="{274AD42D-CA21-42F8-A533-C46993D8F6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{274AD42D-CA21-42F8-A533-C46993D8F672}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{274AD42D-CA21-42F8-A533-C46993D8F672}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{274AD42D-CA21-42F8-A533-C46993D8F672}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{274AD42D-CA21-42F8-A533-C46993D8F672}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{274AD42D-CA21-42F8-A533-C46993D8F672}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