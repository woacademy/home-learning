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643E3-010B-4981-B88D-A4812B5572B4}">
  <a:tblStyle styleId="{772643E3-010B-4981-B88D-A4812B5572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{772643E3-010B-4981-B88D-A4812B5572B4}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{772643E3-010B-4981-B88D-A4812B5572B4}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{772643E3-010B-4981-B88D-A4812B5572B4}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{772643E3-010B-4981-B88D-A4812B5572B4}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{772643E3-010B-4981-B88D-A4812B5572B4}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