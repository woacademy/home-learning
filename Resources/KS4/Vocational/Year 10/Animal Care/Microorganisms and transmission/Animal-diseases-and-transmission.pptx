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7F8742-75DE-4F00-BF4E-98A480F5E142}">
  <a:tblStyle styleId="{377F8742-75DE-4F00-BF4E-98A480F5E14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{377F8742-75DE-4F00-BF4E-98A480F5E142}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{377F8742-75DE-4F00-BF4E-98A480F5E142}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{377F8742-75DE-4F00-BF4E-98A480F5E142}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{377F8742-75DE-4F00-BF4E-98A480F5E142}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{377F8742-75DE-4F00-BF4E-98A480F5E142}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