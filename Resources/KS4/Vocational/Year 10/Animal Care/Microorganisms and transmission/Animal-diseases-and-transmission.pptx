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EB5A29-525C-4997-A0D8-FD6953BF0B47}">
  <a:tblStyle styleId="{F9EB5A29-525C-4997-A0D8-FD6953BF0B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{F9EB5A29-525C-4997-A0D8-FD6953BF0B47}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{F9EB5A29-525C-4997-A0D8-FD6953BF0B47}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{F9EB5A29-525C-4997-A0D8-FD6953BF0B47}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{F9EB5A29-525C-4997-A0D8-FD6953BF0B47}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{F9EB5A29-525C-4997-A0D8-FD6953BF0B47}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