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DE79F5-F5FF-407E-BFD8-72A03DF780A4}">
  <a:tblStyle styleId="{60DE79F5-F5FF-407E-BFD8-72A03DF780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{60DE79F5-F5FF-407E-BFD8-72A03DF780A4}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{60DE79F5-F5FF-407E-BFD8-72A03DF780A4}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{60DE79F5-F5FF-407E-BFD8-72A03DF780A4}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{60DE79F5-F5FF-407E-BFD8-72A03DF780A4}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{60DE79F5-F5FF-407E-BFD8-72A03DF780A4}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