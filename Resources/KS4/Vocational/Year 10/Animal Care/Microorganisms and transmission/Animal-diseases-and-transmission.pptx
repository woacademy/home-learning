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65005C-BF86-42EC-B820-F5FF15E1FE78}">
  <a:tblStyle styleId="{5665005C-BF86-42EC-B820-F5FF15E1FE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{5665005C-BF86-42EC-B820-F5FF15E1FE78}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{5665005C-BF86-42EC-B820-F5FF15E1FE78}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{5665005C-BF86-42EC-B820-F5FF15E1FE78}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{5665005C-BF86-42EC-B820-F5FF15E1FE78}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{5665005C-BF86-42EC-B820-F5FF15E1FE78}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