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7B7A6A-22DE-4723-B20C-5CA9D2272F1F}">
  <a:tblStyle styleId="{307B7A6A-22DE-4723-B20C-5CA9D2272F1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{307B7A6A-22DE-4723-B20C-5CA9D2272F1F}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{307B7A6A-22DE-4723-B20C-5CA9D2272F1F}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{307B7A6A-22DE-4723-B20C-5CA9D2272F1F}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{307B7A6A-22DE-4723-B20C-5CA9D2272F1F}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{307B7A6A-22DE-4723-B20C-5CA9D2272F1F}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