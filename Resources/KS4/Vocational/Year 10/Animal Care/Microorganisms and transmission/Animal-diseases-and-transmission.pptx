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A3329-7014-4C50-A1C5-123C520356B3}">
  <a:tblStyle styleId="{8BCA3329-7014-4C50-A1C5-123C520356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{8BCA3329-7014-4C50-A1C5-123C520356B3}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{8BCA3329-7014-4C50-A1C5-123C520356B3}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{8BCA3329-7014-4C50-A1C5-123C520356B3}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{8BCA3329-7014-4C50-A1C5-123C520356B3}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{8BCA3329-7014-4C50-A1C5-123C520356B3}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