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E2EFE1-05E7-48B8-A4C1-E9FE2510BA5A}">
  <a:tblStyle styleId="{E4E2EFE1-05E7-48B8-A4C1-E9FE2510BA5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{E4E2EFE1-05E7-48B8-A4C1-E9FE2510BA5A}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{E4E2EFE1-05E7-48B8-A4C1-E9FE2510BA5A}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{E4E2EFE1-05E7-48B8-A4C1-E9FE2510BA5A}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{E4E2EFE1-05E7-48B8-A4C1-E9FE2510BA5A}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{E4E2EFE1-05E7-48B8-A4C1-E9FE2510BA5A}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