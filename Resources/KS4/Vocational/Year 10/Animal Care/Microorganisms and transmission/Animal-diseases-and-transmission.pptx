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6374EC-DBE9-4D75-9D81-125B94E75283}">
  <a:tblStyle styleId="{2A6374EC-DBE9-4D75-9D81-125B94E752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{2A6374EC-DBE9-4D75-9D81-125B94E75283}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{2A6374EC-DBE9-4D75-9D81-125B94E75283}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{2A6374EC-DBE9-4D75-9D81-125B94E75283}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{2A6374EC-DBE9-4D75-9D81-125B94E75283}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{2A6374EC-DBE9-4D75-9D81-125B94E75283}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