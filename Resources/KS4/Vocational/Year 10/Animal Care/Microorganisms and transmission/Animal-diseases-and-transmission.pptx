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60A664-48BD-4153-BE96-36E67599B4B8}">
  <a:tblStyle styleId="{BD60A664-48BD-4153-BE96-36E67599B4B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{BD60A664-48BD-4153-BE96-36E67599B4B8}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{BD60A664-48BD-4153-BE96-36E67599B4B8}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{BD60A664-48BD-4153-BE96-36E67599B4B8}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{BD60A664-48BD-4153-BE96-36E67599B4B8}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{BD60A664-48BD-4153-BE96-36E67599B4B8}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