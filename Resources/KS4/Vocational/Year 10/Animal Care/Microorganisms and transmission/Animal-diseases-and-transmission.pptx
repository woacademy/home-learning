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7D4F0-9F4E-4649-BFA4-E1801D54E27B}">
  <a:tblStyle styleId="{39C7D4F0-9F4E-4649-BFA4-E1801D54E2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{39C7D4F0-9F4E-4649-BFA4-E1801D54E27B}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{39C7D4F0-9F4E-4649-BFA4-E1801D54E27B}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{39C7D4F0-9F4E-4649-BFA4-E1801D54E27B}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{39C7D4F0-9F4E-4649-BFA4-E1801D54E27B}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{39C7D4F0-9F4E-4649-BFA4-E1801D54E27B}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