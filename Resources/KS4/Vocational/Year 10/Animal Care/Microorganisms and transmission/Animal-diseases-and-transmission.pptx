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482FD0-EA06-42E2-A709-B5D15FB865C0}">
  <a:tblStyle styleId="{EF482FD0-EA06-42E2-A709-B5D15FB865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{EF482FD0-EA06-42E2-A709-B5D15FB865C0}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{EF482FD0-EA06-42E2-A709-B5D15FB865C0}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{EF482FD0-EA06-42E2-A709-B5D15FB865C0}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{EF482FD0-EA06-42E2-A709-B5D15FB865C0}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{EF482FD0-EA06-42E2-A709-B5D15FB865C0}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