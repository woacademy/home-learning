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0A5314-0008-4D50-B6FA-DB97B3BCEEBE}">
  <a:tblStyle styleId="{3D0A5314-0008-4D50-B6FA-DB97B3BCEEB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{3D0A5314-0008-4D50-B6FA-DB97B3BCEEBE}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{3D0A5314-0008-4D50-B6FA-DB97B3BCEEBE}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{3D0A5314-0008-4D50-B6FA-DB97B3BCEEBE}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{3D0A5314-0008-4D50-B6FA-DB97B3BCEEBE}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{3D0A5314-0008-4D50-B6FA-DB97B3BCEEBE}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