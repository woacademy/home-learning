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AEE38D-3126-4BD0-8F3D-3A7C9D0A64F3}">
  <a:tblStyle styleId="{FEAEE38D-3126-4BD0-8F3D-3A7C9D0A64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{FEAEE38D-3126-4BD0-8F3D-3A7C9D0A64F3}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{FEAEE38D-3126-4BD0-8F3D-3A7C9D0A64F3}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{FEAEE38D-3126-4BD0-8F3D-3A7C9D0A64F3}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{FEAEE38D-3126-4BD0-8F3D-3A7C9D0A64F3}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{FEAEE38D-3126-4BD0-8F3D-3A7C9D0A64F3}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