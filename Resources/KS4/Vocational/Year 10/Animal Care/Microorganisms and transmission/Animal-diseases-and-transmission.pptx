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586117-C276-484E-920F-BF3CBE1C3899}">
  <a:tblStyle styleId="{3D586117-C276-484E-920F-BF3CBE1C38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{3D586117-C276-484E-920F-BF3CBE1C3899}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{3D586117-C276-484E-920F-BF3CBE1C3899}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{3D586117-C276-484E-920F-BF3CBE1C3899}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{3D586117-C276-484E-920F-BF3CBE1C3899}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{3D586117-C276-484E-920F-BF3CBE1C3899}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