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D036F4-E094-4145-BE05-00CE12AA6348}">
  <a:tblStyle styleId="{DCD036F4-E094-4145-BE05-00CE12AA63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{DCD036F4-E094-4145-BE05-00CE12AA6348}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{DCD036F4-E094-4145-BE05-00CE12AA6348}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{DCD036F4-E094-4145-BE05-00CE12AA6348}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{DCD036F4-E094-4145-BE05-00CE12AA6348}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{DCD036F4-E094-4145-BE05-00CE12AA6348}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