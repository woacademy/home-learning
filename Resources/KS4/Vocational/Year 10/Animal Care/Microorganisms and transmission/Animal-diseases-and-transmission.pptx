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7D85D5-E76B-4C2E-8A45-4D215510FBDA}">
  <a:tblStyle styleId="{077D85D5-E76B-4C2E-8A45-4D215510FBD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{077D85D5-E76B-4C2E-8A45-4D215510FBDA}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{077D85D5-E76B-4C2E-8A45-4D215510FBDA}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{077D85D5-E76B-4C2E-8A45-4D215510FBDA}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{077D85D5-E76B-4C2E-8A45-4D215510FBDA}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{077D85D5-E76B-4C2E-8A45-4D215510FBDA}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