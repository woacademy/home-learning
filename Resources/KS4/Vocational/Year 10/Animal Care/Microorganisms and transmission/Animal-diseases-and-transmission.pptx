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CACEC1-A80D-4F58-8A64-A8E2FBEFA15A}">
  <a:tblStyle styleId="{73CACEC1-A80D-4F58-8A64-A8E2FBEFA15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{73CACEC1-A80D-4F58-8A64-A8E2FBEFA15A}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{73CACEC1-A80D-4F58-8A64-A8E2FBEFA15A}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{73CACEC1-A80D-4F58-8A64-A8E2FBEFA15A}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{73CACEC1-A80D-4F58-8A64-A8E2FBEFA15A}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{73CACEC1-A80D-4F58-8A64-A8E2FBEFA15A}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