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807B8-49B1-4BE3-829B-0A7BA28AF1A4}">
  <a:tblStyle styleId="{A92807B8-49B1-4BE3-829B-0A7BA28AF1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{A92807B8-49B1-4BE3-829B-0A7BA28AF1A4}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{A92807B8-49B1-4BE3-829B-0A7BA28AF1A4}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{A92807B8-49B1-4BE3-829B-0A7BA28AF1A4}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{A92807B8-49B1-4BE3-829B-0A7BA28AF1A4}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{A92807B8-49B1-4BE3-829B-0A7BA28AF1A4}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