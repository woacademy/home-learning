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EEDEAF-F32A-459D-8081-CA8C32E5F617}">
  <a:tblStyle styleId="{8EEEDEAF-F32A-459D-8081-CA8C32E5F61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{8EEEDEAF-F32A-459D-8081-CA8C32E5F617}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{8EEEDEAF-F32A-459D-8081-CA8C32E5F617}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{8EEEDEAF-F32A-459D-8081-CA8C32E5F617}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{8EEEDEAF-F32A-459D-8081-CA8C32E5F617}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{8EEEDEAF-F32A-459D-8081-CA8C32E5F617}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