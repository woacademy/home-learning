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7A71F-150C-4024-A305-15AEC0A4ACDF}">
  <a:tblStyle styleId="{6BD7A71F-150C-4024-A305-15AEC0A4AC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{6BD7A71F-150C-4024-A305-15AEC0A4ACDF}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{6BD7A71F-150C-4024-A305-15AEC0A4ACDF}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{6BD7A71F-150C-4024-A305-15AEC0A4ACDF}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{6BD7A71F-150C-4024-A305-15AEC0A4ACDF}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{6BD7A71F-150C-4024-A305-15AEC0A4ACDF}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