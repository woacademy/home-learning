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177C8D-A094-4264-AFD5-93C32F68C582}">
  <a:tblStyle styleId="{74177C8D-A094-4264-AFD5-93C32F68C5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{74177C8D-A094-4264-AFD5-93C32F68C582}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{74177C8D-A094-4264-AFD5-93C32F68C582}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{74177C8D-A094-4264-AFD5-93C32F68C582}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{74177C8D-A094-4264-AFD5-93C32F68C582}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{74177C8D-A094-4264-AFD5-93C32F68C582}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