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809297B-8021-4D26-AA80-BFC9DF3EC92A}">
  <a:tblStyle styleId="{7809297B-8021-4D26-AA80-BFC9DF3EC92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{7809297B-8021-4D26-AA80-BFC9DF3EC92A}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{7809297B-8021-4D26-AA80-BFC9DF3EC92A}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{7809297B-8021-4D26-AA80-BFC9DF3EC92A}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{7809297B-8021-4D26-AA80-BFC9DF3EC92A}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{7809297B-8021-4D26-AA80-BFC9DF3EC92A}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