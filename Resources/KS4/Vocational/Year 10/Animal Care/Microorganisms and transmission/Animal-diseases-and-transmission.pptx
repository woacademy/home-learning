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40D758-4277-4497-AE7E-50CAB13A5EBD}">
  <a:tblStyle styleId="{E440D758-4277-4497-AE7E-50CAB13A5EB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{E440D758-4277-4497-AE7E-50CAB13A5EBD}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{E440D758-4277-4497-AE7E-50CAB13A5EBD}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{E440D758-4277-4497-AE7E-50CAB13A5EBD}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{E440D758-4277-4497-AE7E-50CAB13A5EBD}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{E440D758-4277-4497-AE7E-50CAB13A5EBD}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