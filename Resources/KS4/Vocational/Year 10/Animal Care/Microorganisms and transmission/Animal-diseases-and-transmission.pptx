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C25139-A069-41F4-8C5A-7B41322B2A01}">
  <a:tblStyle styleId="{C1C25139-A069-41F4-8C5A-7B41322B2A0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{C1C25139-A069-41F4-8C5A-7B41322B2A01}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{C1C25139-A069-41F4-8C5A-7B41322B2A01}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{C1C25139-A069-41F4-8C5A-7B41322B2A01}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{C1C25139-A069-41F4-8C5A-7B41322B2A01}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{C1C25139-A069-41F4-8C5A-7B41322B2A01}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