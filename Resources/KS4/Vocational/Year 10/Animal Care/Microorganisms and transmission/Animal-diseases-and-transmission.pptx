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951673-B30E-4CDC-9C40-64664D242D60}">
  <a:tblStyle styleId="{03951673-B30E-4CDC-9C40-64664D242D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{03951673-B30E-4CDC-9C40-64664D242D60}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{03951673-B30E-4CDC-9C40-64664D242D60}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{03951673-B30E-4CDC-9C40-64664D242D60}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{03951673-B30E-4CDC-9C40-64664D242D60}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{03951673-B30E-4CDC-9C40-64664D242D60}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