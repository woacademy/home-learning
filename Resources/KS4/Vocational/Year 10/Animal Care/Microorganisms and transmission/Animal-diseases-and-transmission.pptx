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68DAB-D0A9-4793-8FE6-412CE819DDF1}">
  <a:tblStyle styleId="{FA668DAB-D0A9-4793-8FE6-412CE819DD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{FA668DAB-D0A9-4793-8FE6-412CE819DDF1}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{FA668DAB-D0A9-4793-8FE6-412CE819DDF1}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{FA668DAB-D0A9-4793-8FE6-412CE819DDF1}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{FA668DAB-D0A9-4793-8FE6-412CE819DDF1}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{FA668DAB-D0A9-4793-8FE6-412CE819DDF1}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