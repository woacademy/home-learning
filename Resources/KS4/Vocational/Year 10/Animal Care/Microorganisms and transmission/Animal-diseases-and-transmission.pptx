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5A7D9C-1AB7-4382-8194-99553308BD6D}">
  <a:tblStyle styleId="{995A7D9C-1AB7-4382-8194-99553308BD6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{995A7D9C-1AB7-4382-8194-99553308BD6D}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{995A7D9C-1AB7-4382-8194-99553308BD6D}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{995A7D9C-1AB7-4382-8194-99553308BD6D}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{995A7D9C-1AB7-4382-8194-99553308BD6D}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{995A7D9C-1AB7-4382-8194-99553308BD6D}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