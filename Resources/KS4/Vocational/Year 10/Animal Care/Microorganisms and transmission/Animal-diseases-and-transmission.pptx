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F0F211-6F73-4C1B-8CAC-AA2AA1F08CC6}">
  <a:tblStyle styleId="{67F0F211-6F73-4C1B-8CAC-AA2AA1F08C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{67F0F211-6F73-4C1B-8CAC-AA2AA1F08CC6}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{67F0F211-6F73-4C1B-8CAC-AA2AA1F08CC6}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{67F0F211-6F73-4C1B-8CAC-AA2AA1F08CC6}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{67F0F211-6F73-4C1B-8CAC-AA2AA1F08CC6}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{67F0F211-6F73-4C1B-8CAC-AA2AA1F08CC6}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