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DFA498-DBB6-4F75-AE55-16B18C1C01AC}">
  <a:tblStyle styleId="{EBDFA498-DBB6-4F75-AE55-16B18C1C01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{EBDFA498-DBB6-4F75-AE55-16B18C1C01AC}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{EBDFA498-DBB6-4F75-AE55-16B18C1C01AC}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{EBDFA498-DBB6-4F75-AE55-16B18C1C01AC}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{EBDFA498-DBB6-4F75-AE55-16B18C1C01AC}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{EBDFA498-DBB6-4F75-AE55-16B18C1C01AC}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