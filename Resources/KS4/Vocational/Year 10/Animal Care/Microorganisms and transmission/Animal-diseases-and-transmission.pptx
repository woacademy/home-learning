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CC957-15F1-469A-A4CF-4708EBB3AFD5}">
  <a:tblStyle styleId="{8FACC957-15F1-469A-A4CF-4708EBB3AF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{8FACC957-15F1-469A-A4CF-4708EBB3AFD5}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{8FACC957-15F1-469A-A4CF-4708EBB3AFD5}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{8FACC957-15F1-469A-A4CF-4708EBB3AFD5}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{8FACC957-15F1-469A-A4CF-4708EBB3AFD5}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{8FACC957-15F1-469A-A4CF-4708EBB3AFD5}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