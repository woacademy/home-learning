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C97BDE-EAE8-4DB4-8AB2-0C0EAED4E814}">
  <a:tblStyle styleId="{4BC97BDE-EAE8-4DB4-8AB2-0C0EAED4E8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{4BC97BDE-EAE8-4DB4-8AB2-0C0EAED4E814}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{4BC97BDE-EAE8-4DB4-8AB2-0C0EAED4E814}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{4BC97BDE-EAE8-4DB4-8AB2-0C0EAED4E814}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{4BC97BDE-EAE8-4DB4-8AB2-0C0EAED4E814}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{4BC97BDE-EAE8-4DB4-8AB2-0C0EAED4E814}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