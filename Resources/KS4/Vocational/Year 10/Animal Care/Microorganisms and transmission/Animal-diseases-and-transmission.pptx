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276D89-3048-4856-886D-1D35B1E7C5FF}">
  <a:tblStyle styleId="{4D276D89-3048-4856-886D-1D35B1E7C5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{4D276D89-3048-4856-886D-1D35B1E7C5FF}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{4D276D89-3048-4856-886D-1D35B1E7C5FF}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{4D276D89-3048-4856-886D-1D35B1E7C5FF}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{4D276D89-3048-4856-886D-1D35B1E7C5FF}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{4D276D89-3048-4856-886D-1D35B1E7C5FF}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