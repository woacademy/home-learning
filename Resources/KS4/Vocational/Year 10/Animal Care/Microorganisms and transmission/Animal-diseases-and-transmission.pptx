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9164FE-A895-44E0-9599-2ACF519BC456}">
  <a:tblStyle styleId="{529164FE-A895-44E0-9599-2ACF519BC45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{529164FE-A895-44E0-9599-2ACF519BC456}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{529164FE-A895-44E0-9599-2ACF519BC456}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{529164FE-A895-44E0-9599-2ACF519BC456}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{529164FE-A895-44E0-9599-2ACF519BC456}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{529164FE-A895-44E0-9599-2ACF519BC456}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