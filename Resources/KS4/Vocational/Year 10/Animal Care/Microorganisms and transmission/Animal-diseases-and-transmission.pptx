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80F7FC-6607-456C-BC62-6FFEBF3BD450}">
  <a:tblStyle styleId="{F480F7FC-6607-456C-BC62-6FFEBF3BD4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{F480F7FC-6607-456C-BC62-6FFEBF3BD450}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{F480F7FC-6607-456C-BC62-6FFEBF3BD450}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{F480F7FC-6607-456C-BC62-6FFEBF3BD450}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{F480F7FC-6607-456C-BC62-6FFEBF3BD450}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{F480F7FC-6607-456C-BC62-6FFEBF3BD450}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