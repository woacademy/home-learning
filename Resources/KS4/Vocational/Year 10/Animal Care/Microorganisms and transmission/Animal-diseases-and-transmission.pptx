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5601239-AA69-4FD1-B271-998E299A3D45}">
  <a:tblStyle styleId="{65601239-AA69-4FD1-B271-998E299A3D4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{65601239-AA69-4FD1-B271-998E299A3D45}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{65601239-AA69-4FD1-B271-998E299A3D45}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{65601239-AA69-4FD1-B271-998E299A3D45}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{65601239-AA69-4FD1-B271-998E299A3D45}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{65601239-AA69-4FD1-B271-998E299A3D45}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