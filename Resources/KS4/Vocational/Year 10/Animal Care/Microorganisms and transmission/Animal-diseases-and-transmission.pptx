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F7A774-3D0F-47F1-B578-D00CC97AAB67}">
  <a:tblStyle styleId="{ABF7A774-3D0F-47F1-B578-D00CC97AAB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{ABF7A774-3D0F-47F1-B578-D00CC97AAB67}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{ABF7A774-3D0F-47F1-B578-D00CC97AAB67}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{ABF7A774-3D0F-47F1-B578-D00CC97AAB67}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{ABF7A774-3D0F-47F1-B578-D00CC97AAB67}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{ABF7A774-3D0F-47F1-B578-D00CC97AAB67}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