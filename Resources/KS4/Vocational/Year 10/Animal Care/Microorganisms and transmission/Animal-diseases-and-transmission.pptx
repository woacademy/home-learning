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A457F6D-04CF-490D-B12B-E10D660BC972}">
  <a:tblStyle styleId="{FA457F6D-04CF-490D-B12B-E10D660BC97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{FA457F6D-04CF-490D-B12B-E10D660BC972}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{FA457F6D-04CF-490D-B12B-E10D660BC972}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{FA457F6D-04CF-490D-B12B-E10D660BC972}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{FA457F6D-04CF-490D-B12B-E10D660BC972}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{FA457F6D-04CF-490D-B12B-E10D660BC972}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