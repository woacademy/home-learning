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DB57BC-A3E8-47EF-8171-7DA79F14366F}">
  <a:tblStyle styleId="{14DB57BC-A3E8-47EF-8171-7DA79F1436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{14DB57BC-A3E8-47EF-8171-7DA79F14366F}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{14DB57BC-A3E8-47EF-8171-7DA79F14366F}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{14DB57BC-A3E8-47EF-8171-7DA79F14366F}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{14DB57BC-A3E8-47EF-8171-7DA79F14366F}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{14DB57BC-A3E8-47EF-8171-7DA79F14366F}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