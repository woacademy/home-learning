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ACF14F-F364-497D-B48F-B4A7822E9371}">
  <a:tblStyle styleId="{29ACF14F-F364-497D-B48F-B4A7822E93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{29ACF14F-F364-497D-B48F-B4A7822E9371}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{29ACF14F-F364-497D-B48F-B4A7822E9371}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{29ACF14F-F364-497D-B48F-B4A7822E9371}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{29ACF14F-F364-497D-B48F-B4A7822E9371}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{29ACF14F-F364-497D-B48F-B4A7822E9371}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