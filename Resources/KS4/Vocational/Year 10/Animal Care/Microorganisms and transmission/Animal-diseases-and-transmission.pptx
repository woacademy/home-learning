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C43E0B-D82D-4600-A982-DDDD548B438B}">
  <a:tblStyle styleId="{0CC43E0B-D82D-4600-A982-DDDD548B438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{0CC43E0B-D82D-4600-A982-DDDD548B438B}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{0CC43E0B-D82D-4600-A982-DDDD548B438B}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{0CC43E0B-D82D-4600-A982-DDDD548B438B}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{0CC43E0B-D82D-4600-A982-DDDD548B438B}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{0CC43E0B-D82D-4600-A982-DDDD548B438B}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