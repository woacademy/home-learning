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14197-97D0-43D4-A78C-B3704AE6C5FE}">
  <a:tblStyle styleId="{B3514197-97D0-43D4-A78C-B3704AE6C5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{B3514197-97D0-43D4-A78C-B3704AE6C5FE}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{B3514197-97D0-43D4-A78C-B3704AE6C5FE}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{B3514197-97D0-43D4-A78C-B3704AE6C5FE}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{B3514197-97D0-43D4-A78C-B3704AE6C5FE}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{B3514197-97D0-43D4-A78C-B3704AE6C5FE}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