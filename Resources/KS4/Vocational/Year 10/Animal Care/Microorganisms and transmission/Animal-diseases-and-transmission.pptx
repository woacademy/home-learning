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9E3727-DB27-46A9-9E4A-6DE82D8EFE38}">
  <a:tblStyle styleId="{D49E3727-DB27-46A9-9E4A-6DE82D8EFE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{D49E3727-DB27-46A9-9E4A-6DE82D8EFE38}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{D49E3727-DB27-46A9-9E4A-6DE82D8EFE38}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{D49E3727-DB27-46A9-9E4A-6DE82D8EFE38}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{D49E3727-DB27-46A9-9E4A-6DE82D8EFE38}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{D49E3727-DB27-46A9-9E4A-6DE82D8EFE38}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