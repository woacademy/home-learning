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A900B9-B15F-46E4-B6E7-C382563C6F4E}">
  <a:tblStyle styleId="{90A900B9-B15F-46E4-B6E7-C382563C6F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{90A900B9-B15F-46E4-B6E7-C382563C6F4E}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{90A900B9-B15F-46E4-B6E7-C382563C6F4E}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{90A900B9-B15F-46E4-B6E7-C382563C6F4E}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{90A900B9-B15F-46E4-B6E7-C382563C6F4E}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{90A900B9-B15F-46E4-B6E7-C382563C6F4E}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