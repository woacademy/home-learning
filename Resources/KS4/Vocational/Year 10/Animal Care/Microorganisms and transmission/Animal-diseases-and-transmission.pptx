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842712-0051-4C2A-8C3C-D5B563F7219C}">
  <a:tblStyle styleId="{1B842712-0051-4C2A-8C3C-D5B563F721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{1B842712-0051-4C2A-8C3C-D5B563F7219C}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{1B842712-0051-4C2A-8C3C-D5B563F7219C}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{1B842712-0051-4C2A-8C3C-D5B563F7219C}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{1B842712-0051-4C2A-8C3C-D5B563F7219C}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{1B842712-0051-4C2A-8C3C-D5B563F7219C}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