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1B348-F1F8-4F47-8691-562FDD1333C6}">
  <a:tblStyle styleId="{DF51B348-F1F8-4F47-8691-562FDD1333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{DF51B348-F1F8-4F47-8691-562FDD1333C6}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{DF51B348-F1F8-4F47-8691-562FDD1333C6}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{DF51B348-F1F8-4F47-8691-562FDD1333C6}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{DF51B348-F1F8-4F47-8691-562FDD1333C6}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{DF51B348-F1F8-4F47-8691-562FDD1333C6}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