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8A4F1C-B247-441D-B9BF-771C5E61E0EC}">
  <a:tblStyle styleId="{898A4F1C-B247-441D-B9BF-771C5E61E0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{898A4F1C-B247-441D-B9BF-771C5E61E0EC}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{898A4F1C-B247-441D-B9BF-771C5E61E0EC}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{898A4F1C-B247-441D-B9BF-771C5E61E0EC}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{898A4F1C-B247-441D-B9BF-771C5E61E0EC}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{898A4F1C-B247-441D-B9BF-771C5E61E0EC}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