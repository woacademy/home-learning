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5D8E23-D5A6-4338-8093-56FD07D106E9}">
  <a:tblStyle styleId="{9D5D8E23-D5A6-4338-8093-56FD07D106E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{9D5D8E23-D5A6-4338-8093-56FD07D106E9}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{9D5D8E23-D5A6-4338-8093-56FD07D106E9}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{9D5D8E23-D5A6-4338-8093-56FD07D106E9}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{9D5D8E23-D5A6-4338-8093-56FD07D106E9}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{9D5D8E23-D5A6-4338-8093-56FD07D106E9}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