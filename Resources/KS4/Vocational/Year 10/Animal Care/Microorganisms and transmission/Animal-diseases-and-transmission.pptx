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021C811-C8D6-49AB-BC11-ADBCE7ABD34A}">
  <a:tblStyle styleId="{E021C811-C8D6-49AB-BC11-ADBCE7ABD34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{E021C811-C8D6-49AB-BC11-ADBCE7ABD34A}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{E021C811-C8D6-49AB-BC11-ADBCE7ABD34A}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{E021C811-C8D6-49AB-BC11-ADBCE7ABD34A}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{E021C811-C8D6-49AB-BC11-ADBCE7ABD34A}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{E021C811-C8D6-49AB-BC11-ADBCE7ABD34A}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