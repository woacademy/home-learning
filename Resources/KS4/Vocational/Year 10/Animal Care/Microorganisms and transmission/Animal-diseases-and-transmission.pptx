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6E5C5AE-F165-4BB5-BBBF-0E254B09A87C}">
  <a:tblStyle styleId="{06E5C5AE-F165-4BB5-BBBF-0E254B09A87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{06E5C5AE-F165-4BB5-BBBF-0E254B09A87C}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{06E5C5AE-F165-4BB5-BBBF-0E254B09A87C}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{06E5C5AE-F165-4BB5-BBBF-0E254B09A87C}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{06E5C5AE-F165-4BB5-BBBF-0E254B09A87C}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{06E5C5AE-F165-4BB5-BBBF-0E254B09A87C}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