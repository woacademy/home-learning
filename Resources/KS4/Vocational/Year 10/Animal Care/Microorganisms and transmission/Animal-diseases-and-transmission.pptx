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EB0662-2744-45F1-92FF-89239B9072CF}">
  <a:tblStyle styleId="{C0EB0662-2744-45F1-92FF-89239B9072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{C0EB0662-2744-45F1-92FF-89239B9072CF}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{C0EB0662-2744-45F1-92FF-89239B9072CF}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{C0EB0662-2744-45F1-92FF-89239B9072CF}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{C0EB0662-2744-45F1-92FF-89239B9072CF}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{C0EB0662-2744-45F1-92FF-89239B9072CF}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