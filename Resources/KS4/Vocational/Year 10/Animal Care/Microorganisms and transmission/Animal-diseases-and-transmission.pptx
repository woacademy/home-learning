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31CCFC-724F-4E48-8126-16BFA6ABC55C}">
  <a:tblStyle styleId="{7731CCFC-724F-4E48-8126-16BFA6ABC5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{7731CCFC-724F-4E48-8126-16BFA6ABC55C}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{7731CCFC-724F-4E48-8126-16BFA6ABC55C}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{7731CCFC-724F-4E48-8126-16BFA6ABC55C}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{7731CCFC-724F-4E48-8126-16BFA6ABC55C}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{7731CCFC-724F-4E48-8126-16BFA6ABC55C}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