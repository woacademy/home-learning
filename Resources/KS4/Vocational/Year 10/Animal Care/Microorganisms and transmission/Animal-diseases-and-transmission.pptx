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432B5-AD0B-4A4A-998A-ECD3867A98B9}">
  <a:tblStyle styleId="{48F432B5-AD0B-4A4A-998A-ECD3867A98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{48F432B5-AD0B-4A4A-998A-ECD3867A98B9}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{48F432B5-AD0B-4A4A-998A-ECD3867A98B9}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{48F432B5-AD0B-4A4A-998A-ECD3867A98B9}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{48F432B5-AD0B-4A4A-998A-ECD3867A98B9}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{48F432B5-AD0B-4A4A-998A-ECD3867A98B9}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