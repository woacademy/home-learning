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C77A8F-8DF7-4A1B-9D28-83FE69FFC01C}">
  <a:tblStyle styleId="{0EC77A8F-8DF7-4A1B-9D28-83FE69FFC0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{0EC77A8F-8DF7-4A1B-9D28-83FE69FFC01C}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{0EC77A8F-8DF7-4A1B-9D28-83FE69FFC01C}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{0EC77A8F-8DF7-4A1B-9D28-83FE69FFC01C}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{0EC77A8F-8DF7-4A1B-9D28-83FE69FFC01C}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{0EC77A8F-8DF7-4A1B-9D28-83FE69FFC01C}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