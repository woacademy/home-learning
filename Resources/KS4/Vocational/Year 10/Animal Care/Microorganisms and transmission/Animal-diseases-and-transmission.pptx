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A75F67-67E3-4FFA-A40C-3B87AAF2E8C7}">
  <a:tblStyle styleId="{CDA75F67-67E3-4FFA-A40C-3B87AAF2E8C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{CDA75F67-67E3-4FFA-A40C-3B87AAF2E8C7}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{CDA75F67-67E3-4FFA-A40C-3B87AAF2E8C7}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{CDA75F67-67E3-4FFA-A40C-3B87AAF2E8C7}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{CDA75F67-67E3-4FFA-A40C-3B87AAF2E8C7}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{CDA75F67-67E3-4FFA-A40C-3B87AAF2E8C7}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