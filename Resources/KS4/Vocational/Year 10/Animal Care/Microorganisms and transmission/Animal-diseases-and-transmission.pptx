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36ABC3-F2CA-43C9-A2DF-5658C1F6A53A}">
  <a:tblStyle styleId="{3236ABC3-F2CA-43C9-A2DF-5658C1F6A5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{3236ABC3-F2CA-43C9-A2DF-5658C1F6A53A}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{3236ABC3-F2CA-43C9-A2DF-5658C1F6A53A}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{3236ABC3-F2CA-43C9-A2DF-5658C1F6A53A}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{3236ABC3-F2CA-43C9-A2DF-5658C1F6A53A}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{3236ABC3-F2CA-43C9-A2DF-5658C1F6A53A}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