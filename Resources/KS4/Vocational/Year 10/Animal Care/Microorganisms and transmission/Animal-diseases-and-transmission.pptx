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1228E-68DA-4256-8F5F-44AF19937A39}">
  <a:tblStyle styleId="{4311228E-68DA-4256-8F5F-44AF19937A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{4311228E-68DA-4256-8F5F-44AF19937A39}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{4311228E-68DA-4256-8F5F-44AF19937A39}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{4311228E-68DA-4256-8F5F-44AF19937A39}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{4311228E-68DA-4256-8F5F-44AF19937A39}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{4311228E-68DA-4256-8F5F-44AF19937A39}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