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CAC261-DF5E-4472-B41F-FE7C163F73B8}">
  <a:tblStyle styleId="{C5CAC261-DF5E-4472-B41F-FE7C163F73B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{C5CAC261-DF5E-4472-B41F-FE7C163F73B8}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{C5CAC261-DF5E-4472-B41F-FE7C163F73B8}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{C5CAC261-DF5E-4472-B41F-FE7C163F73B8}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{C5CAC261-DF5E-4472-B41F-FE7C163F73B8}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{C5CAC261-DF5E-4472-B41F-FE7C163F73B8}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