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06B674-3D34-45EF-9456-DC7A0FDEFB98}">
  <a:tblStyle styleId="{F706B674-3D34-45EF-9456-DC7A0FDEFB9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{F706B674-3D34-45EF-9456-DC7A0FDEFB98}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{F706B674-3D34-45EF-9456-DC7A0FDEFB98}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{F706B674-3D34-45EF-9456-DC7A0FDEFB98}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{F706B674-3D34-45EF-9456-DC7A0FDEFB98}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{F706B674-3D34-45EF-9456-DC7A0FDEFB98}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