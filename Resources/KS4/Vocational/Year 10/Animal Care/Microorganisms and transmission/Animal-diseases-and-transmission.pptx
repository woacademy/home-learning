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EB9F49-88FA-4368-BF07-1BCA901A02CD}">
  <a:tblStyle styleId="{19EB9F49-88FA-4368-BF07-1BCA901A02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{19EB9F49-88FA-4368-BF07-1BCA901A02CD}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{19EB9F49-88FA-4368-BF07-1BCA901A02CD}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{19EB9F49-88FA-4368-BF07-1BCA901A02CD}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{19EB9F49-88FA-4368-BF07-1BCA901A02CD}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{19EB9F49-88FA-4368-BF07-1BCA901A02CD}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