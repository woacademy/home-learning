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F65A95-A824-4003-B749-B014392AE1EE}">
  <a:tblStyle styleId="{A1F65A95-A824-4003-B749-B014392AE1E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{A1F65A95-A824-4003-B749-B014392AE1EE}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{A1F65A95-A824-4003-B749-B014392AE1EE}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{A1F65A95-A824-4003-B749-B014392AE1EE}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{A1F65A95-A824-4003-B749-B014392AE1EE}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{A1F65A95-A824-4003-B749-B014392AE1EE}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