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13CD9D9-C360-42AB-ACCA-80D6F47921B1}">
  <a:tblStyle styleId="{913CD9D9-C360-42AB-ACCA-80D6F47921B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{913CD9D9-C360-42AB-ACCA-80D6F47921B1}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{913CD9D9-C360-42AB-ACCA-80D6F47921B1}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{913CD9D9-C360-42AB-ACCA-80D6F47921B1}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{913CD9D9-C360-42AB-ACCA-80D6F47921B1}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{913CD9D9-C360-42AB-ACCA-80D6F47921B1}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