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30D83-E986-4104-9E3E-0F74470D03C2}">
  <a:tblStyle styleId="{0D630D83-E986-4104-9E3E-0F74470D03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{0D630D83-E986-4104-9E3E-0F74470D03C2}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{0D630D83-E986-4104-9E3E-0F74470D03C2}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{0D630D83-E986-4104-9E3E-0F74470D03C2}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{0D630D83-E986-4104-9E3E-0F74470D03C2}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{0D630D83-E986-4104-9E3E-0F74470D03C2}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