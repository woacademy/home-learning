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CE1B03-0C03-4221-9E7D-8B7F6BB4224C}">
  <a:tblStyle styleId="{AACE1B03-0C03-4221-9E7D-8B7F6BB422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{AACE1B03-0C03-4221-9E7D-8B7F6BB4224C}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{AACE1B03-0C03-4221-9E7D-8B7F6BB4224C}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{AACE1B03-0C03-4221-9E7D-8B7F6BB4224C}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{AACE1B03-0C03-4221-9E7D-8B7F6BB4224C}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{AACE1B03-0C03-4221-9E7D-8B7F6BB4224C}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