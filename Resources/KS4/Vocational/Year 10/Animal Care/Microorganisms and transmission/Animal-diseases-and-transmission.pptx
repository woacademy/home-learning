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06B7A7-F8C3-4A19-8B22-8BB54325A130}">
  <a:tblStyle styleId="{3906B7A7-F8C3-4A19-8B22-8BB54325A13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{3906B7A7-F8C3-4A19-8B22-8BB54325A130}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{3906B7A7-F8C3-4A19-8B22-8BB54325A130}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{3906B7A7-F8C3-4A19-8B22-8BB54325A130}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{3906B7A7-F8C3-4A19-8B22-8BB54325A130}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{3906B7A7-F8C3-4A19-8B22-8BB54325A130}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