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B2CBEF-ECD2-4C52-91CD-B79B8173F42A}">
  <a:tblStyle styleId="{B3B2CBEF-ECD2-4C52-91CD-B79B8173F4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{B3B2CBEF-ECD2-4C52-91CD-B79B8173F42A}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{B3B2CBEF-ECD2-4C52-91CD-B79B8173F42A}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{B3B2CBEF-ECD2-4C52-91CD-B79B8173F42A}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{B3B2CBEF-ECD2-4C52-91CD-B79B8173F42A}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{B3B2CBEF-ECD2-4C52-91CD-B79B8173F42A}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