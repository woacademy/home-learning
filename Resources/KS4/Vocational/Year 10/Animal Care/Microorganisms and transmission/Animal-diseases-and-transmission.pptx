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9A5C0B-56EE-4B1C-AAF5-EFD9B2F66FA4}">
  <a:tblStyle styleId="{AA9A5C0B-56EE-4B1C-AAF5-EFD9B2F66F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{AA9A5C0B-56EE-4B1C-AAF5-EFD9B2F66FA4}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{AA9A5C0B-56EE-4B1C-AAF5-EFD9B2F66FA4}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{AA9A5C0B-56EE-4B1C-AAF5-EFD9B2F66FA4}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{AA9A5C0B-56EE-4B1C-AAF5-EFD9B2F66FA4}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{AA9A5C0B-56EE-4B1C-AAF5-EFD9B2F66FA4}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