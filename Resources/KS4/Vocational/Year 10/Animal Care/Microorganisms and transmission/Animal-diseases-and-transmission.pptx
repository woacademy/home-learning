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EE46BC-79AF-4B23-B936-240BFA76AD46}">
  <a:tblStyle styleId="{80EE46BC-79AF-4B23-B936-240BFA76AD4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{80EE46BC-79AF-4B23-B936-240BFA76AD46}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{80EE46BC-79AF-4B23-B936-240BFA76AD46}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{80EE46BC-79AF-4B23-B936-240BFA76AD46}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{80EE46BC-79AF-4B23-B936-240BFA76AD46}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{80EE46BC-79AF-4B23-B936-240BFA76AD46}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