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DF46F2-3225-4A2A-9E1F-8F7238DE42BD}">
  <a:tblStyle styleId="{B6DF46F2-3225-4A2A-9E1F-8F7238DE42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{B6DF46F2-3225-4A2A-9E1F-8F7238DE42BD}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{B6DF46F2-3225-4A2A-9E1F-8F7238DE42BD}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{B6DF46F2-3225-4A2A-9E1F-8F7238DE42BD}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{B6DF46F2-3225-4A2A-9E1F-8F7238DE42BD}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{B6DF46F2-3225-4A2A-9E1F-8F7238DE42BD}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