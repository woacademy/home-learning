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2DD343-A48A-49C1-88E3-41EE4456D90B}">
  <a:tblStyle styleId="{8F2DD343-A48A-49C1-88E3-41EE4456D9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{8F2DD343-A48A-49C1-88E3-41EE4456D90B}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{8F2DD343-A48A-49C1-88E3-41EE4456D90B}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{8F2DD343-A48A-49C1-88E3-41EE4456D90B}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{8F2DD343-A48A-49C1-88E3-41EE4456D90B}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{8F2DD343-A48A-49C1-88E3-41EE4456D90B}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