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3D7251F-39BB-4935-ADF3-26F7C46C7E30}">
  <a:tblStyle styleId="{43D7251F-39BB-4935-ADF3-26F7C46C7E30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{43D7251F-39BB-4935-ADF3-26F7C46C7E30}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{43D7251F-39BB-4935-ADF3-26F7C46C7E30}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{43D7251F-39BB-4935-ADF3-26F7C46C7E30}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{43D7251F-39BB-4935-ADF3-26F7C46C7E30}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{43D7251F-39BB-4935-ADF3-26F7C46C7E30}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