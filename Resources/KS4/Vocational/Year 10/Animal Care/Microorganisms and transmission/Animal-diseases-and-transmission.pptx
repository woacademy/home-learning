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FE8740-F3E6-49E0-B486-BD2E856A0CF0}">
  <a:tblStyle styleId="{D3FE8740-F3E6-49E0-B486-BD2E856A0CF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{D3FE8740-F3E6-49E0-B486-BD2E856A0CF0}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{D3FE8740-F3E6-49E0-B486-BD2E856A0CF0}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{D3FE8740-F3E6-49E0-B486-BD2E856A0CF0}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{D3FE8740-F3E6-49E0-B486-BD2E856A0CF0}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{D3FE8740-F3E6-49E0-B486-BD2E856A0CF0}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