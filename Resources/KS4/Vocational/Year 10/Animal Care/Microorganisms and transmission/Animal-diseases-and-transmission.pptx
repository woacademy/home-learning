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2C78D8-6699-4A2A-82F3-AE91C225D750}">
  <a:tblStyle styleId="{CE2C78D8-6699-4A2A-82F3-AE91C225D7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{CE2C78D8-6699-4A2A-82F3-AE91C225D750}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{CE2C78D8-6699-4A2A-82F3-AE91C225D750}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{CE2C78D8-6699-4A2A-82F3-AE91C225D750}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{CE2C78D8-6699-4A2A-82F3-AE91C225D750}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{CE2C78D8-6699-4A2A-82F3-AE91C225D750}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