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405F02-6259-4A62-90AE-906AB83DB18B}">
  <a:tblStyle styleId="{50405F02-6259-4A62-90AE-906AB83DB18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{50405F02-6259-4A62-90AE-906AB83DB18B}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{50405F02-6259-4A62-90AE-906AB83DB18B}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{50405F02-6259-4A62-90AE-906AB83DB18B}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{50405F02-6259-4A62-90AE-906AB83DB18B}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{50405F02-6259-4A62-90AE-906AB83DB18B}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