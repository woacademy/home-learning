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EF57FF-6BDB-4239-A8AB-89CA2D482CDF}">
  <a:tblStyle styleId="{7EEF57FF-6BDB-4239-A8AB-89CA2D482CD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{7EEF57FF-6BDB-4239-A8AB-89CA2D482CDF}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{7EEF57FF-6BDB-4239-A8AB-89CA2D482CDF}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{7EEF57FF-6BDB-4239-A8AB-89CA2D482CDF}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{7EEF57FF-6BDB-4239-A8AB-89CA2D482CDF}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{7EEF57FF-6BDB-4239-A8AB-89CA2D482CDF}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