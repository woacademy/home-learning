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3A9D21-C2F3-45B4-A3B2-68D8D0BECAD6}">
  <a:tblStyle styleId="{493A9D21-C2F3-45B4-A3B2-68D8D0BECA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{493A9D21-C2F3-45B4-A3B2-68D8D0BECAD6}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{493A9D21-C2F3-45B4-A3B2-68D8D0BECAD6}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{493A9D21-C2F3-45B4-A3B2-68D8D0BECAD6}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{493A9D21-C2F3-45B4-A3B2-68D8D0BECAD6}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{493A9D21-C2F3-45B4-A3B2-68D8D0BECAD6}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