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75C54B-C95C-49D2-B3AD-45009C6A457F}">
  <a:tblStyle styleId="{FB75C54B-C95C-49D2-B3AD-45009C6A457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{FB75C54B-C95C-49D2-B3AD-45009C6A457F}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{FB75C54B-C95C-49D2-B3AD-45009C6A457F}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{FB75C54B-C95C-49D2-B3AD-45009C6A457F}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{FB75C54B-C95C-49D2-B3AD-45009C6A457F}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{FB75C54B-C95C-49D2-B3AD-45009C6A457F}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