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30402B-E81F-42B6-8768-3B95D52312E2}">
  <a:tblStyle styleId="{F630402B-E81F-42B6-8768-3B95D52312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{F630402B-E81F-42B6-8768-3B95D52312E2}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{F630402B-E81F-42B6-8768-3B95D52312E2}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{F630402B-E81F-42B6-8768-3B95D52312E2}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{F630402B-E81F-42B6-8768-3B95D52312E2}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{F630402B-E81F-42B6-8768-3B95D52312E2}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