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FBFB1A-5834-4F0F-815C-307928D405D0}">
  <a:tblStyle styleId="{FAFBFB1A-5834-4F0F-815C-307928D405D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{FAFBFB1A-5834-4F0F-815C-307928D405D0}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{FAFBFB1A-5834-4F0F-815C-307928D405D0}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{FAFBFB1A-5834-4F0F-815C-307928D405D0}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{FAFBFB1A-5834-4F0F-815C-307928D405D0}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{FAFBFB1A-5834-4F0F-815C-307928D405D0}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