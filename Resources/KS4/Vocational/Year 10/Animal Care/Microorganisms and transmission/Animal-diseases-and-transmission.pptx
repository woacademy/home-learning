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21C3350-68F7-448F-BCA0-771336AAF43A}">
  <a:tblStyle styleId="{321C3350-68F7-448F-BCA0-771336AAF43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{321C3350-68F7-448F-BCA0-771336AAF43A}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{321C3350-68F7-448F-BCA0-771336AAF43A}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{321C3350-68F7-448F-BCA0-771336AAF43A}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{321C3350-68F7-448F-BCA0-771336AAF43A}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{321C3350-68F7-448F-BCA0-771336AAF43A}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