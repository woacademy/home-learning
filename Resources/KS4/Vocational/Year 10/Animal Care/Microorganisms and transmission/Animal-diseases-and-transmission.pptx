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29B3A-A66C-4F81-A809-F5637E9D25B0}">
  <a:tblStyle styleId="{01E29B3A-A66C-4F81-A809-F5637E9D25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{01E29B3A-A66C-4F81-A809-F5637E9D25B0}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{01E29B3A-A66C-4F81-A809-F5637E9D25B0}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{01E29B3A-A66C-4F81-A809-F5637E9D25B0}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{01E29B3A-A66C-4F81-A809-F5637E9D25B0}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{01E29B3A-A66C-4F81-A809-F5637E9D25B0}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