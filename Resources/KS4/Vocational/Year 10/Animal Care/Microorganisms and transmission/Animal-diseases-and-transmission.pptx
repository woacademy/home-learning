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89BA05-12E6-4133-A7A2-BAC00DA11CF0}">
  <a:tblStyle styleId="{D089BA05-12E6-4133-A7A2-BAC00DA11C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{D089BA05-12E6-4133-A7A2-BAC00DA11CF0}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{D089BA05-12E6-4133-A7A2-BAC00DA11CF0}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{D089BA05-12E6-4133-A7A2-BAC00DA11CF0}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{D089BA05-12E6-4133-A7A2-BAC00DA11CF0}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{D089BA05-12E6-4133-A7A2-BAC00DA11CF0}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