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BB00B-127F-45DA-AA77-BF8DA52D0964}">
  <a:tblStyle styleId="{E8ABB00B-127F-45DA-AA77-BF8DA52D09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{E8ABB00B-127F-45DA-AA77-BF8DA52D0964}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{E8ABB00B-127F-45DA-AA77-BF8DA52D0964}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{E8ABB00B-127F-45DA-AA77-BF8DA52D0964}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{E8ABB00B-127F-45DA-AA77-BF8DA52D0964}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{E8ABB00B-127F-45DA-AA77-BF8DA52D0964}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