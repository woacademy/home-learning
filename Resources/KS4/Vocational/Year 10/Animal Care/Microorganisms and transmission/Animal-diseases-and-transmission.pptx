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23257-D29E-452F-84FD-EF08AE2CAD8A}">
  <a:tblStyle styleId="{69123257-D29E-452F-84FD-EF08AE2CAD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{69123257-D29E-452F-84FD-EF08AE2CAD8A}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{69123257-D29E-452F-84FD-EF08AE2CAD8A}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{69123257-D29E-452F-84FD-EF08AE2CAD8A}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{69123257-D29E-452F-84FD-EF08AE2CAD8A}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{69123257-D29E-452F-84FD-EF08AE2CAD8A}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