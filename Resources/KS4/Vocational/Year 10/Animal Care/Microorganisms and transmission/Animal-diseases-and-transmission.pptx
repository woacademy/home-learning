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06F8DB-F313-4809-9F76-221D1C427747}">
  <a:tblStyle styleId="{EC06F8DB-F313-4809-9F76-221D1C4277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{EC06F8DB-F313-4809-9F76-221D1C427747}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{EC06F8DB-F313-4809-9F76-221D1C427747}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{EC06F8DB-F313-4809-9F76-221D1C427747}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{EC06F8DB-F313-4809-9F76-221D1C427747}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{EC06F8DB-F313-4809-9F76-221D1C427747}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