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9EAF02-467D-4DEF-BB72-A91B55189E73}">
  <a:tblStyle styleId="{859EAF02-467D-4DEF-BB72-A91B55189E7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{859EAF02-467D-4DEF-BB72-A91B55189E73}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{859EAF02-467D-4DEF-BB72-A91B55189E73}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{859EAF02-467D-4DEF-BB72-A91B55189E73}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{859EAF02-467D-4DEF-BB72-A91B55189E73}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{859EAF02-467D-4DEF-BB72-A91B55189E73}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