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9AF46C-E537-4FE1-86CD-C0F1006802DD}">
  <a:tblStyle styleId="{F19AF46C-E537-4FE1-86CD-C0F1006802D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{F19AF46C-E537-4FE1-86CD-C0F1006802DD}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{F19AF46C-E537-4FE1-86CD-C0F1006802DD}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{F19AF46C-E537-4FE1-86CD-C0F1006802DD}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{F19AF46C-E537-4FE1-86CD-C0F1006802DD}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{F19AF46C-E537-4FE1-86CD-C0F1006802DD}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