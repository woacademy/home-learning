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C7D5DA-3CA3-4072-B028-799F352B1E8C}">
  <a:tblStyle styleId="{CEC7D5DA-3CA3-4072-B028-799F352B1E8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{CEC7D5DA-3CA3-4072-B028-799F352B1E8C}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{CEC7D5DA-3CA3-4072-B028-799F352B1E8C}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{CEC7D5DA-3CA3-4072-B028-799F352B1E8C}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{CEC7D5DA-3CA3-4072-B028-799F352B1E8C}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{CEC7D5DA-3CA3-4072-B028-799F352B1E8C}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