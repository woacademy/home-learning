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88920-658C-4F8A-8557-2C906BE4DF52}">
  <a:tblStyle styleId="{72188920-658C-4F8A-8557-2C906BE4DF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{72188920-658C-4F8A-8557-2C906BE4DF52}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{72188920-658C-4F8A-8557-2C906BE4DF52}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{72188920-658C-4F8A-8557-2C906BE4DF52}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{72188920-658C-4F8A-8557-2C906BE4DF52}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{72188920-658C-4F8A-8557-2C906BE4DF52}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