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C01D69-2B94-4781-BD41-1CD8045E317F}">
  <a:tblStyle styleId="{75C01D69-2B94-4781-BD41-1CD8045E31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{75C01D69-2B94-4781-BD41-1CD8045E317F}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{75C01D69-2B94-4781-BD41-1CD8045E317F}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{75C01D69-2B94-4781-BD41-1CD8045E317F}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{75C01D69-2B94-4781-BD41-1CD8045E317F}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{75C01D69-2B94-4781-BD41-1CD8045E317F}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