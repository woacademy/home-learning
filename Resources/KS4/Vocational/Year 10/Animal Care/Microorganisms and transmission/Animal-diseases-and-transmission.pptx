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1202C2-708D-41DC-A08D-FBEDAE505626}">
  <a:tblStyle styleId="{3B1202C2-708D-41DC-A08D-FBEDAE50562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{3B1202C2-708D-41DC-A08D-FBEDAE505626}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{3B1202C2-708D-41DC-A08D-FBEDAE505626}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{3B1202C2-708D-41DC-A08D-FBEDAE505626}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{3B1202C2-708D-41DC-A08D-FBEDAE505626}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{3B1202C2-708D-41DC-A08D-FBEDAE505626}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