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D08F6D-8E28-4F1E-82A7-68A46CA90C31}">
  <a:tblStyle styleId="{81D08F6D-8E28-4F1E-82A7-68A46CA90C3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{81D08F6D-8E28-4F1E-82A7-68A46CA90C31}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{81D08F6D-8E28-4F1E-82A7-68A46CA90C31}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{81D08F6D-8E28-4F1E-82A7-68A46CA90C31}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{81D08F6D-8E28-4F1E-82A7-68A46CA90C31}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{81D08F6D-8E28-4F1E-82A7-68A46CA90C31}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