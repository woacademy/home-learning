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B722B5-5DB6-493E-BFBC-F6D496837A6A}">
  <a:tblStyle styleId="{9EB722B5-5DB6-493E-BFBC-F6D496837A6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{9EB722B5-5DB6-493E-BFBC-F6D496837A6A}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{9EB722B5-5DB6-493E-BFBC-F6D496837A6A}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{9EB722B5-5DB6-493E-BFBC-F6D496837A6A}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{9EB722B5-5DB6-493E-BFBC-F6D496837A6A}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{9EB722B5-5DB6-493E-BFBC-F6D496837A6A}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