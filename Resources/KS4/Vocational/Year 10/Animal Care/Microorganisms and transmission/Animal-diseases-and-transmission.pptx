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4DCFA7A-85F9-4F39-88A1-5D7A2353F48C}">
  <a:tblStyle styleId="{04DCFA7A-85F9-4F39-88A1-5D7A2353F48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{04DCFA7A-85F9-4F39-88A1-5D7A2353F48C}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{04DCFA7A-85F9-4F39-88A1-5D7A2353F48C}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{04DCFA7A-85F9-4F39-88A1-5D7A2353F48C}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{04DCFA7A-85F9-4F39-88A1-5D7A2353F48C}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{04DCFA7A-85F9-4F39-88A1-5D7A2353F48C}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