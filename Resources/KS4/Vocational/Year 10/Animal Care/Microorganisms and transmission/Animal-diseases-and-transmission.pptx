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0024B3-8A98-4C0A-AE09-CAA403492278}">
  <a:tblStyle styleId="{000024B3-8A98-4C0A-AE09-CAA4034922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{000024B3-8A98-4C0A-AE09-CAA403492278}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{000024B3-8A98-4C0A-AE09-CAA403492278}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{000024B3-8A98-4C0A-AE09-CAA403492278}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{000024B3-8A98-4C0A-AE09-CAA403492278}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{000024B3-8A98-4C0A-AE09-CAA403492278}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