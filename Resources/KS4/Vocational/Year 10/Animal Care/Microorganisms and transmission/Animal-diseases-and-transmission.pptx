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E11454-1AB7-461A-A4B4-08AC0E337D40}">
  <a:tblStyle styleId="{6AE11454-1AB7-461A-A4B4-08AC0E337D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{6AE11454-1AB7-461A-A4B4-08AC0E337D40}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{6AE11454-1AB7-461A-A4B4-08AC0E337D40}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{6AE11454-1AB7-461A-A4B4-08AC0E337D40}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{6AE11454-1AB7-461A-A4B4-08AC0E337D40}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{6AE11454-1AB7-461A-A4B4-08AC0E337D40}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