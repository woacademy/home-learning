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427C22-1E0A-4CB2-830F-F19C46FB7480}">
  <a:tblStyle styleId="{FF427C22-1E0A-4CB2-830F-F19C46FB748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{FF427C22-1E0A-4CB2-830F-F19C46FB7480}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{FF427C22-1E0A-4CB2-830F-F19C46FB7480}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{FF427C22-1E0A-4CB2-830F-F19C46FB7480}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{FF427C22-1E0A-4CB2-830F-F19C46FB7480}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{FF427C22-1E0A-4CB2-830F-F19C46FB7480}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