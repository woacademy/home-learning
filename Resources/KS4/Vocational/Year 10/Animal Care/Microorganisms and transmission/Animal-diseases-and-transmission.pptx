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27FCA4-FB92-484F-A1D3-556FB3E041CF}">
  <a:tblStyle styleId="{5C27FCA4-FB92-484F-A1D3-556FB3E041C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{5C27FCA4-FB92-484F-A1D3-556FB3E041CF}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{5C27FCA4-FB92-484F-A1D3-556FB3E041CF}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{5C27FCA4-FB92-484F-A1D3-556FB3E041CF}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{5C27FCA4-FB92-484F-A1D3-556FB3E041CF}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{5C27FCA4-FB92-484F-A1D3-556FB3E041CF}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