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A999E6-C5EA-4127-A689-467A960C2A95}">
  <a:tblStyle styleId="{C0A999E6-C5EA-4127-A689-467A960C2A9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{C0A999E6-C5EA-4127-A689-467A960C2A95}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{C0A999E6-C5EA-4127-A689-467A960C2A95}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{C0A999E6-C5EA-4127-A689-467A960C2A95}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{C0A999E6-C5EA-4127-A689-467A960C2A95}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{C0A999E6-C5EA-4127-A689-467A960C2A95}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