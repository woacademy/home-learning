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119578-53DC-4D5E-A3AE-CBC5FF288F14}">
  <a:tblStyle styleId="{9D119578-53DC-4D5E-A3AE-CBC5FF288F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{9D119578-53DC-4D5E-A3AE-CBC5FF288F14}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{9D119578-53DC-4D5E-A3AE-CBC5FF288F14}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{9D119578-53DC-4D5E-A3AE-CBC5FF288F14}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{9D119578-53DC-4D5E-A3AE-CBC5FF288F14}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{9D119578-53DC-4D5E-A3AE-CBC5FF288F14}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