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B1B48-1508-4CB8-B01A-5F3468AAD4BE}">
  <a:tblStyle styleId="{D84B1B48-1508-4CB8-B01A-5F3468AAD4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{D84B1B48-1508-4CB8-B01A-5F3468AAD4BE}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{D84B1B48-1508-4CB8-B01A-5F3468AAD4BE}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{D84B1B48-1508-4CB8-B01A-5F3468AAD4BE}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{D84B1B48-1508-4CB8-B01A-5F3468AAD4BE}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{D84B1B48-1508-4CB8-B01A-5F3468AAD4BE}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