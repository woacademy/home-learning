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63E989-8187-40C6-9D71-A5C124F2BDC8}">
  <a:tblStyle styleId="{8663E989-8187-40C6-9D71-A5C124F2BDC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{8663E989-8187-40C6-9D71-A5C124F2BDC8}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{8663E989-8187-40C6-9D71-A5C124F2BDC8}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{8663E989-8187-40C6-9D71-A5C124F2BDC8}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{8663E989-8187-40C6-9D71-A5C124F2BDC8}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{8663E989-8187-40C6-9D71-A5C124F2BDC8}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