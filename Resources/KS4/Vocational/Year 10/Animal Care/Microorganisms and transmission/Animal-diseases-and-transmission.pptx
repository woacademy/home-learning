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8C0876-1198-42BB-818C-03CDEA1C48A8}">
  <a:tblStyle styleId="{CF8C0876-1198-42BB-818C-03CDEA1C48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{CF8C0876-1198-42BB-818C-03CDEA1C48A8}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{CF8C0876-1198-42BB-818C-03CDEA1C48A8}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{CF8C0876-1198-42BB-818C-03CDEA1C48A8}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{CF8C0876-1198-42BB-818C-03CDEA1C48A8}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{CF8C0876-1198-42BB-818C-03CDEA1C48A8}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