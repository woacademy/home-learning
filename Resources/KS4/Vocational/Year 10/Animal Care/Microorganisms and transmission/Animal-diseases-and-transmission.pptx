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C98138-5871-4A44-A1FE-8FE04164A978}">
  <a:tblStyle styleId="{1EC98138-5871-4A44-A1FE-8FE04164A9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{1EC98138-5871-4A44-A1FE-8FE04164A978}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{1EC98138-5871-4A44-A1FE-8FE04164A978}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{1EC98138-5871-4A44-A1FE-8FE04164A978}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{1EC98138-5871-4A44-A1FE-8FE04164A978}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{1EC98138-5871-4A44-A1FE-8FE04164A978}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