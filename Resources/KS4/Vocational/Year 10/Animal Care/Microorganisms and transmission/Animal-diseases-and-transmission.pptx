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0C5594-FBF0-47FE-A758-FB71D855B084}">
  <a:tblStyle styleId="{010C5594-FBF0-47FE-A758-FB71D855B08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{010C5594-FBF0-47FE-A758-FB71D855B084}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{010C5594-FBF0-47FE-A758-FB71D855B084}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{010C5594-FBF0-47FE-A758-FB71D855B084}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{010C5594-FBF0-47FE-A758-FB71D855B084}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{010C5594-FBF0-47FE-A758-FB71D855B084}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