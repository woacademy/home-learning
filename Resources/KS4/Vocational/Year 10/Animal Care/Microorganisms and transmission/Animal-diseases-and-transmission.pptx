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FF88647-6509-40BD-B5F4-E50DA0272F7F}">
  <a:tblStyle styleId="{EFF88647-6509-40BD-B5F4-E50DA0272F7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{EFF88647-6509-40BD-B5F4-E50DA0272F7F}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{EFF88647-6509-40BD-B5F4-E50DA0272F7F}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{EFF88647-6509-40BD-B5F4-E50DA0272F7F}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{EFF88647-6509-40BD-B5F4-E50DA0272F7F}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{EFF88647-6509-40BD-B5F4-E50DA0272F7F}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