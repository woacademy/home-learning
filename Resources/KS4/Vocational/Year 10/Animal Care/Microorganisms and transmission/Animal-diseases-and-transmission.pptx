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1F763C-7C24-4246-A6C0-5A4C0C6E5AA1}">
  <a:tblStyle styleId="{341F763C-7C24-4246-A6C0-5A4C0C6E5AA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{341F763C-7C24-4246-A6C0-5A4C0C6E5AA1}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{341F763C-7C24-4246-A6C0-5A4C0C6E5AA1}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{341F763C-7C24-4246-A6C0-5A4C0C6E5AA1}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{341F763C-7C24-4246-A6C0-5A4C0C6E5AA1}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{341F763C-7C24-4246-A6C0-5A4C0C6E5AA1}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