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0F6494-58AE-4B83-8DE2-E69846BBBF74}">
  <a:tblStyle styleId="{FC0F6494-58AE-4B83-8DE2-E69846BBBF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{FC0F6494-58AE-4B83-8DE2-E69846BBBF74}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{FC0F6494-58AE-4B83-8DE2-E69846BBBF74}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{FC0F6494-58AE-4B83-8DE2-E69846BBBF74}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{FC0F6494-58AE-4B83-8DE2-E69846BBBF74}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{FC0F6494-58AE-4B83-8DE2-E69846BBBF74}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