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1065F6-1F9F-4AD7-9A98-4DF109154BBA}">
  <a:tblStyle styleId="{BB1065F6-1F9F-4AD7-9A98-4DF109154BB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{BB1065F6-1F9F-4AD7-9A98-4DF109154BBA}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{BB1065F6-1F9F-4AD7-9A98-4DF109154BBA}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{BB1065F6-1F9F-4AD7-9A98-4DF109154BBA}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{BB1065F6-1F9F-4AD7-9A98-4DF109154BBA}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{BB1065F6-1F9F-4AD7-9A98-4DF109154BBA}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