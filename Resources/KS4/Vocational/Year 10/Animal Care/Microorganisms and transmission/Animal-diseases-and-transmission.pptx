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8E6CB-E16B-4AA1-8613-3BE0A8E39FA6}">
  <a:tblStyle styleId="{9158E6CB-E16B-4AA1-8613-3BE0A8E39F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{9158E6CB-E16B-4AA1-8613-3BE0A8E39FA6}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{9158E6CB-E16B-4AA1-8613-3BE0A8E39FA6}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{9158E6CB-E16B-4AA1-8613-3BE0A8E39FA6}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{9158E6CB-E16B-4AA1-8613-3BE0A8E39FA6}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{9158E6CB-E16B-4AA1-8613-3BE0A8E39FA6}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