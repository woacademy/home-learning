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A627D5-9CB9-4351-8E99-1455D1466B03}">
  <a:tblStyle styleId="{5AA627D5-9CB9-4351-8E99-1455D1466B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{5AA627D5-9CB9-4351-8E99-1455D1466B03}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{5AA627D5-9CB9-4351-8E99-1455D1466B03}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{5AA627D5-9CB9-4351-8E99-1455D1466B03}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{5AA627D5-9CB9-4351-8E99-1455D1466B03}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{5AA627D5-9CB9-4351-8E99-1455D1466B03}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