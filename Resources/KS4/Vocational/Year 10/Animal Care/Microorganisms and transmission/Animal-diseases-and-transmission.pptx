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2BFE9F-5058-4D5C-9E1E-E722077459FE}">
  <a:tblStyle styleId="{DC2BFE9F-5058-4D5C-9E1E-E722077459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{DC2BFE9F-5058-4D5C-9E1E-E722077459FE}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{DC2BFE9F-5058-4D5C-9E1E-E722077459FE}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{DC2BFE9F-5058-4D5C-9E1E-E722077459FE}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{DC2BFE9F-5058-4D5C-9E1E-E722077459FE}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{DC2BFE9F-5058-4D5C-9E1E-E722077459FE}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