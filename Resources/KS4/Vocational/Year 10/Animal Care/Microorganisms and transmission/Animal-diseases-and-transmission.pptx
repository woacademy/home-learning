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08FA7F-AFDF-4403-A250-73DAC1D9DFB9}">
  <a:tblStyle styleId="{1308FA7F-AFDF-4403-A250-73DAC1D9DF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{1308FA7F-AFDF-4403-A250-73DAC1D9DFB9}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{1308FA7F-AFDF-4403-A250-73DAC1D9DFB9}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{1308FA7F-AFDF-4403-A250-73DAC1D9DFB9}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{1308FA7F-AFDF-4403-A250-73DAC1D9DFB9}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{1308FA7F-AFDF-4403-A250-73DAC1D9DFB9}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