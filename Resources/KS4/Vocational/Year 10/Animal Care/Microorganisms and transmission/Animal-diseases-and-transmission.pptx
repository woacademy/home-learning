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13531-1476-40B8-8691-59AACECCDE46}">
  <a:tblStyle styleId="{B6A13531-1476-40B8-8691-59AACECCDE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{B6A13531-1476-40B8-8691-59AACECCDE46}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{B6A13531-1476-40B8-8691-59AACECCDE46}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{B6A13531-1476-40B8-8691-59AACECCDE46}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{B6A13531-1476-40B8-8691-59AACECCDE46}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{B6A13531-1476-40B8-8691-59AACECCDE46}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