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4353BFE-8171-4707-8B99-98970EB5DC34}">
  <a:tblStyle styleId="{54353BFE-8171-4707-8B99-98970EB5DC34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{54353BFE-8171-4707-8B99-98970EB5DC34}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{54353BFE-8171-4707-8B99-98970EB5DC34}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{54353BFE-8171-4707-8B99-98970EB5DC34}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{54353BFE-8171-4707-8B99-98970EB5DC34}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{54353BFE-8171-4707-8B99-98970EB5DC34}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