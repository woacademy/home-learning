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F02B09-363D-4E78-94F1-2E1285C7724A}">
  <a:tblStyle styleId="{F2F02B09-363D-4E78-94F1-2E1285C772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{F2F02B09-363D-4E78-94F1-2E1285C7724A}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{F2F02B09-363D-4E78-94F1-2E1285C7724A}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{F2F02B09-363D-4E78-94F1-2E1285C7724A}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{F2F02B09-363D-4E78-94F1-2E1285C7724A}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{F2F02B09-363D-4E78-94F1-2E1285C7724A}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