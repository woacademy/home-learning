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D3F9CA-2AD9-4D5D-834F-86D909ADFA0B}">
  <a:tblStyle styleId="{9ED3F9CA-2AD9-4D5D-834F-86D909ADFA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{9ED3F9CA-2AD9-4D5D-834F-86D909ADFA0B}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{9ED3F9CA-2AD9-4D5D-834F-86D909ADFA0B}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{9ED3F9CA-2AD9-4D5D-834F-86D909ADFA0B}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{9ED3F9CA-2AD9-4D5D-834F-86D909ADFA0B}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{9ED3F9CA-2AD9-4D5D-834F-86D909ADFA0B}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