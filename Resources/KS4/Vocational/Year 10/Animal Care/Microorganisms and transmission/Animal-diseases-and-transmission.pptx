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3C2D0F-3760-49ED-89C6-640910174AE6}">
  <a:tblStyle styleId="{DE3C2D0F-3760-49ED-89C6-640910174A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{DE3C2D0F-3760-49ED-89C6-640910174AE6}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{DE3C2D0F-3760-49ED-89C6-640910174AE6}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{DE3C2D0F-3760-49ED-89C6-640910174AE6}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{DE3C2D0F-3760-49ED-89C6-640910174AE6}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{DE3C2D0F-3760-49ED-89C6-640910174AE6}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