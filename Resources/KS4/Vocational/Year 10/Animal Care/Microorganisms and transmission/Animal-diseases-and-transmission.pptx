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A7B30-2D56-41D3-87F3-3B6BD3EB5441}">
  <a:tblStyle styleId="{EC9A7B30-2D56-41D3-87F3-3B6BD3EB54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{EC9A7B30-2D56-41D3-87F3-3B6BD3EB5441}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{EC9A7B30-2D56-41D3-87F3-3B6BD3EB5441}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{EC9A7B30-2D56-41D3-87F3-3B6BD3EB5441}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{EC9A7B30-2D56-41D3-87F3-3B6BD3EB5441}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{EC9A7B30-2D56-41D3-87F3-3B6BD3EB5441}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