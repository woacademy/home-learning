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50CB2D-5E7F-4C57-9313-1EE566D6D32E}">
  <a:tblStyle styleId="{8750CB2D-5E7F-4C57-9313-1EE566D6D3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{8750CB2D-5E7F-4C57-9313-1EE566D6D32E}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{8750CB2D-5E7F-4C57-9313-1EE566D6D32E}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{8750CB2D-5E7F-4C57-9313-1EE566D6D32E}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{8750CB2D-5E7F-4C57-9313-1EE566D6D32E}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{8750CB2D-5E7F-4C57-9313-1EE566D6D32E}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