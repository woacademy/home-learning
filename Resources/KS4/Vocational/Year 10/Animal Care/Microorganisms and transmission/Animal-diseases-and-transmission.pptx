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249DDC-C8C4-495D-A62F-5BD0C389D668}">
  <a:tblStyle styleId="{31249DDC-C8C4-495D-A62F-5BD0C389D6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{31249DDC-C8C4-495D-A62F-5BD0C389D668}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{31249DDC-C8C4-495D-A62F-5BD0C389D668}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{31249DDC-C8C4-495D-A62F-5BD0C389D668}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{31249DDC-C8C4-495D-A62F-5BD0C389D668}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{31249DDC-C8C4-495D-A62F-5BD0C389D668}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