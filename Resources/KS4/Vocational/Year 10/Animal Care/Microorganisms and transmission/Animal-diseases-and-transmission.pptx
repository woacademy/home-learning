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2D0CBA-EBCE-4974-8A9D-81A3CE6BDD57}">
  <a:tblStyle styleId="{722D0CBA-EBCE-4974-8A9D-81A3CE6BDD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{722D0CBA-EBCE-4974-8A9D-81A3CE6BDD57}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{722D0CBA-EBCE-4974-8A9D-81A3CE6BDD57}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{722D0CBA-EBCE-4974-8A9D-81A3CE6BDD57}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{722D0CBA-EBCE-4974-8A9D-81A3CE6BDD57}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{722D0CBA-EBCE-4974-8A9D-81A3CE6BDD57}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