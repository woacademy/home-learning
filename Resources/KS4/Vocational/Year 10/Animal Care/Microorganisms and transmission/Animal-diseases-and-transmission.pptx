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B744E32-2B75-4312-A66B-2CBCC7E24E73}">
  <a:tblStyle styleId="{5B744E32-2B75-4312-A66B-2CBCC7E24E73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{5B744E32-2B75-4312-A66B-2CBCC7E24E73}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{5B744E32-2B75-4312-A66B-2CBCC7E24E73}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{5B744E32-2B75-4312-A66B-2CBCC7E24E73}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{5B744E32-2B75-4312-A66B-2CBCC7E24E73}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{5B744E32-2B75-4312-A66B-2CBCC7E24E73}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