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6435DE-7A36-4312-9D8F-880F3362408B}">
  <a:tblStyle styleId="{4D6435DE-7A36-4312-9D8F-880F336240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{4D6435DE-7A36-4312-9D8F-880F3362408B}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{4D6435DE-7A36-4312-9D8F-880F3362408B}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{4D6435DE-7A36-4312-9D8F-880F3362408B}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{4D6435DE-7A36-4312-9D8F-880F3362408B}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{4D6435DE-7A36-4312-9D8F-880F3362408B}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