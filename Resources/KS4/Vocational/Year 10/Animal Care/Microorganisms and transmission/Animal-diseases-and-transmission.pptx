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CA9C89-AACF-405E-98DC-1980CC28D10B}">
  <a:tblStyle styleId="{0ACA9C89-AACF-405E-98DC-1980CC28D1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{0ACA9C89-AACF-405E-98DC-1980CC28D10B}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{0ACA9C89-AACF-405E-98DC-1980CC28D10B}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{0ACA9C89-AACF-405E-98DC-1980CC28D10B}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{0ACA9C89-AACF-405E-98DC-1980CC28D10B}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{0ACA9C89-AACF-405E-98DC-1980CC28D10B}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