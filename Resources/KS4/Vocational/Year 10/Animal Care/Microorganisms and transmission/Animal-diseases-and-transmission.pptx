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35BBE-29CE-4F63-891F-D5272CA9453A}">
  <a:tblStyle styleId="{0BC35BBE-29CE-4F63-891F-D5272CA945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{0BC35BBE-29CE-4F63-891F-D5272CA9453A}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{0BC35BBE-29CE-4F63-891F-D5272CA9453A}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{0BC35BBE-29CE-4F63-891F-D5272CA9453A}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{0BC35BBE-29CE-4F63-891F-D5272CA9453A}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{0BC35BBE-29CE-4F63-891F-D5272CA9453A}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