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58C567-A663-4A1D-A71B-0511EC4A2A14}">
  <a:tblStyle styleId="{6858C567-A663-4A1D-A71B-0511EC4A2A1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{6858C567-A663-4A1D-A71B-0511EC4A2A14}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{6858C567-A663-4A1D-A71B-0511EC4A2A14}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{6858C567-A663-4A1D-A71B-0511EC4A2A14}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{6858C567-A663-4A1D-A71B-0511EC4A2A14}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{6858C567-A663-4A1D-A71B-0511EC4A2A14}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