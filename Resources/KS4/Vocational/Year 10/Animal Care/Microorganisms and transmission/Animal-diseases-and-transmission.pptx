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745771-4C48-4A7B-8745-443EB0A813FA}">
  <a:tblStyle styleId="{70745771-4C48-4A7B-8745-443EB0A813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{70745771-4C48-4A7B-8745-443EB0A813FA}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{70745771-4C48-4A7B-8745-443EB0A813FA}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{70745771-4C48-4A7B-8745-443EB0A813FA}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{70745771-4C48-4A7B-8745-443EB0A813FA}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{70745771-4C48-4A7B-8745-443EB0A813FA}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