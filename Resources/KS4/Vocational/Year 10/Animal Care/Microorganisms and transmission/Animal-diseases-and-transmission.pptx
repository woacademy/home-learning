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239E0B5-B4B3-465F-8569-5CFF2A2ABD75}">
  <a:tblStyle styleId="{8239E0B5-B4B3-465F-8569-5CFF2A2ABD7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{8239E0B5-B4B3-465F-8569-5CFF2A2ABD75}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{8239E0B5-B4B3-465F-8569-5CFF2A2ABD75}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{8239E0B5-B4B3-465F-8569-5CFF2A2ABD75}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{8239E0B5-B4B3-465F-8569-5CFF2A2ABD75}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{8239E0B5-B4B3-465F-8569-5CFF2A2ABD75}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