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A7D115-1547-486B-9180-B76355A9BCE1}">
  <a:tblStyle styleId="{89A7D115-1547-486B-9180-B76355A9BCE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{89A7D115-1547-486B-9180-B76355A9BCE1}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{89A7D115-1547-486B-9180-B76355A9BCE1}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{89A7D115-1547-486B-9180-B76355A9BCE1}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{89A7D115-1547-486B-9180-B76355A9BCE1}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{89A7D115-1547-486B-9180-B76355A9BCE1}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