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876679-4A75-4A32-94FF-5E1A4215036C}">
  <a:tblStyle styleId="{D3876679-4A75-4A32-94FF-5E1A421503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{D3876679-4A75-4A32-94FF-5E1A4215036C}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{D3876679-4A75-4A32-94FF-5E1A4215036C}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{D3876679-4A75-4A32-94FF-5E1A4215036C}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{D3876679-4A75-4A32-94FF-5E1A4215036C}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{D3876679-4A75-4A32-94FF-5E1A4215036C}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