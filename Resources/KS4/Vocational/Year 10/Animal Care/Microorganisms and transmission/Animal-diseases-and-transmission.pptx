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C6114C-0524-4638-A1DE-C1939D988BB8}">
  <a:tblStyle styleId="{A1C6114C-0524-4638-A1DE-C1939D988B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{A1C6114C-0524-4638-A1DE-C1939D988BB8}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{A1C6114C-0524-4638-A1DE-C1939D988BB8}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{A1C6114C-0524-4638-A1DE-C1939D988BB8}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{A1C6114C-0524-4638-A1DE-C1939D988BB8}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{A1C6114C-0524-4638-A1DE-C1939D988BB8}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