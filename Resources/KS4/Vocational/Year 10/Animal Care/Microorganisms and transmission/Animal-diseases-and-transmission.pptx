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A939E5-767B-4623-A115-181FA767E902}">
  <a:tblStyle styleId="{D4A939E5-767B-4623-A115-181FA767E9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{D4A939E5-767B-4623-A115-181FA767E902}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{D4A939E5-767B-4623-A115-181FA767E902}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{D4A939E5-767B-4623-A115-181FA767E902}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{D4A939E5-767B-4623-A115-181FA767E902}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{D4A939E5-767B-4623-A115-181FA767E902}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