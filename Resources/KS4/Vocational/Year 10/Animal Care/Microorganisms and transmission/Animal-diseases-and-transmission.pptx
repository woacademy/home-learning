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A4A666-F9A3-47A2-BB42-D2A2C0AA8E8C}">
  <a:tblStyle styleId="{52A4A666-F9A3-47A2-BB42-D2A2C0AA8E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{52A4A666-F9A3-47A2-BB42-D2A2C0AA8E8C}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{52A4A666-F9A3-47A2-BB42-D2A2C0AA8E8C}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{52A4A666-F9A3-47A2-BB42-D2A2C0AA8E8C}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{52A4A666-F9A3-47A2-BB42-D2A2C0AA8E8C}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{52A4A666-F9A3-47A2-BB42-D2A2C0AA8E8C}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