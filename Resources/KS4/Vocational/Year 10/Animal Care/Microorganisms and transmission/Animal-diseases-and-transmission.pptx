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44ADC9-758B-47DA-A0F7-E475494F6432}">
  <a:tblStyle styleId="{F744ADC9-758B-47DA-A0F7-E475494F643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{F744ADC9-758B-47DA-A0F7-E475494F6432}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{F744ADC9-758B-47DA-A0F7-E475494F6432}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{F744ADC9-758B-47DA-A0F7-E475494F6432}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{F744ADC9-758B-47DA-A0F7-E475494F6432}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{F744ADC9-758B-47DA-A0F7-E475494F6432}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