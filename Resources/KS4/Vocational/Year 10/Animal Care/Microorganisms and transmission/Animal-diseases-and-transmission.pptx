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CD7465-7B9F-4E12-A90A-B4854DCF0B46}">
  <a:tblStyle styleId="{C4CD7465-7B9F-4E12-A90A-B4854DCF0B4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{C4CD7465-7B9F-4E12-A90A-B4854DCF0B46}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{C4CD7465-7B9F-4E12-A90A-B4854DCF0B46}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{C4CD7465-7B9F-4E12-A90A-B4854DCF0B46}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{C4CD7465-7B9F-4E12-A90A-B4854DCF0B46}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{C4CD7465-7B9F-4E12-A90A-B4854DCF0B46}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