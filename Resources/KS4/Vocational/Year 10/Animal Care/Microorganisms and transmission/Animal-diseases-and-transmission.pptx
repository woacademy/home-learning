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24B982-6A6E-4051-9E72-90D6CE64854B}">
  <a:tblStyle styleId="{7F24B982-6A6E-4051-9E72-90D6CE64854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{7F24B982-6A6E-4051-9E72-90D6CE64854B}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{7F24B982-6A6E-4051-9E72-90D6CE64854B}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{7F24B982-6A6E-4051-9E72-90D6CE64854B}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{7F24B982-6A6E-4051-9E72-90D6CE64854B}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{7F24B982-6A6E-4051-9E72-90D6CE64854B}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