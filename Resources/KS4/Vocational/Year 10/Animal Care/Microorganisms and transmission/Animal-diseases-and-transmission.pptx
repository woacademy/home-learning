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14ACA9-5CBC-4286-956F-33AFD8DC5DE6}">
  <a:tblStyle styleId="{E114ACA9-5CBC-4286-956F-33AFD8DC5DE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{E114ACA9-5CBC-4286-956F-33AFD8DC5DE6}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{E114ACA9-5CBC-4286-956F-33AFD8DC5DE6}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{E114ACA9-5CBC-4286-956F-33AFD8DC5DE6}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{E114ACA9-5CBC-4286-956F-33AFD8DC5DE6}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{E114ACA9-5CBC-4286-956F-33AFD8DC5DE6}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