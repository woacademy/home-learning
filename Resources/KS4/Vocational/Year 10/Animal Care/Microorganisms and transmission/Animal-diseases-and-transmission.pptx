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F6E782-53B8-4461-8413-C4E082C493F8}">
  <a:tblStyle styleId="{63F6E782-53B8-4461-8413-C4E082C493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{63F6E782-53B8-4461-8413-C4E082C493F8}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{63F6E782-53B8-4461-8413-C4E082C493F8}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{63F6E782-53B8-4461-8413-C4E082C493F8}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{63F6E782-53B8-4461-8413-C4E082C493F8}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{63F6E782-53B8-4461-8413-C4E082C493F8}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