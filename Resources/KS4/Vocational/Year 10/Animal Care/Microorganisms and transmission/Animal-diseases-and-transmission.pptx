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4EC7A7-C4B0-4935-9C74-FE1CD1A300CF}">
  <a:tblStyle styleId="{F24EC7A7-C4B0-4935-9C74-FE1CD1A300C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{F24EC7A7-C4B0-4935-9C74-FE1CD1A300CF}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{F24EC7A7-C4B0-4935-9C74-FE1CD1A300CF}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{F24EC7A7-C4B0-4935-9C74-FE1CD1A300CF}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{F24EC7A7-C4B0-4935-9C74-FE1CD1A300CF}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{F24EC7A7-C4B0-4935-9C74-FE1CD1A300CF}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