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D57903-5938-4BCF-ABAC-2F0BDC761A55}">
  <a:tblStyle styleId="{A4D57903-5938-4BCF-ABAC-2F0BDC761A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{A4D57903-5938-4BCF-ABAC-2F0BDC761A55}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{A4D57903-5938-4BCF-ABAC-2F0BDC761A55}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{A4D57903-5938-4BCF-ABAC-2F0BDC761A55}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{A4D57903-5938-4BCF-ABAC-2F0BDC761A55}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{A4D57903-5938-4BCF-ABAC-2F0BDC761A55}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