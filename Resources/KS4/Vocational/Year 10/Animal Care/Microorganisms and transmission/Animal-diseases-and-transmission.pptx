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2B1D84-674D-4486-96FB-3C15A2778DD2}">
  <a:tblStyle styleId="{BD2B1D84-674D-4486-96FB-3C15A2778D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{BD2B1D84-674D-4486-96FB-3C15A2778DD2}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{BD2B1D84-674D-4486-96FB-3C15A2778DD2}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{BD2B1D84-674D-4486-96FB-3C15A2778DD2}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{BD2B1D84-674D-4486-96FB-3C15A2778DD2}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{BD2B1D84-674D-4486-96FB-3C15A2778DD2}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