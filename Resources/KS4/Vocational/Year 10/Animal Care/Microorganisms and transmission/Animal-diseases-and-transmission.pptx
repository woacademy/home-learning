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B2B04-E786-438E-89E0-F47A7F5196AD}">
  <a:tblStyle styleId="{24EB2B04-E786-438E-89E0-F47A7F5196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{24EB2B04-E786-438E-89E0-F47A7F5196AD}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{24EB2B04-E786-438E-89E0-F47A7F5196AD}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{24EB2B04-E786-438E-89E0-F47A7F5196AD}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{24EB2B04-E786-438E-89E0-F47A7F5196AD}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{24EB2B04-E786-438E-89E0-F47A7F5196AD}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