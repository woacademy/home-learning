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14CEF07-CB5C-412B-81AB-40847F30AC06}">
  <a:tblStyle styleId="{314CEF07-CB5C-412B-81AB-40847F30AC0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{314CEF07-CB5C-412B-81AB-40847F30AC06}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{314CEF07-CB5C-412B-81AB-40847F30AC06}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{314CEF07-CB5C-412B-81AB-40847F30AC06}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{314CEF07-CB5C-412B-81AB-40847F30AC06}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{314CEF07-CB5C-412B-81AB-40847F30AC06}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