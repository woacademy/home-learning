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45B635-EA35-4D66-9702-7ADC45832309}">
  <a:tblStyle styleId="{A845B635-EA35-4D66-9702-7ADC458323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{A845B635-EA35-4D66-9702-7ADC45832309}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{A845B635-EA35-4D66-9702-7ADC45832309}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{A845B635-EA35-4D66-9702-7ADC45832309}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{A845B635-EA35-4D66-9702-7ADC45832309}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{A845B635-EA35-4D66-9702-7ADC45832309}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