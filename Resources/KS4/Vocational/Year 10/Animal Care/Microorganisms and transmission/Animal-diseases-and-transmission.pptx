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2606B2-AB8A-4FFD-A369-30A03F6181DB}">
  <a:tblStyle styleId="{882606B2-AB8A-4FFD-A369-30A03F6181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{882606B2-AB8A-4FFD-A369-30A03F6181DB}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{882606B2-AB8A-4FFD-A369-30A03F6181DB}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{882606B2-AB8A-4FFD-A369-30A03F6181DB}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{882606B2-AB8A-4FFD-A369-30A03F6181DB}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{882606B2-AB8A-4FFD-A369-30A03F6181DB}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