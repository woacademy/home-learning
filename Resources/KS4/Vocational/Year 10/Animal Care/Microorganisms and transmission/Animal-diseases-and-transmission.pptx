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CA0031-DB02-41DC-865A-EDC0DC503E56}">
  <a:tblStyle styleId="{1FCA0031-DB02-41DC-865A-EDC0DC503E5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{1FCA0031-DB02-41DC-865A-EDC0DC503E56}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{1FCA0031-DB02-41DC-865A-EDC0DC503E56}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{1FCA0031-DB02-41DC-865A-EDC0DC503E56}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{1FCA0031-DB02-41DC-865A-EDC0DC503E56}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{1FCA0031-DB02-41DC-865A-EDC0DC503E56}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