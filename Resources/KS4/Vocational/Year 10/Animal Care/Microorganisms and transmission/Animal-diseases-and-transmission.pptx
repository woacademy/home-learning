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F22DB3-C460-4A52-AA76-A3D26E3280FB}">
  <a:tblStyle styleId="{A3F22DB3-C460-4A52-AA76-A3D26E3280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{A3F22DB3-C460-4A52-AA76-A3D26E3280FB}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{A3F22DB3-C460-4A52-AA76-A3D26E3280FB}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{A3F22DB3-C460-4A52-AA76-A3D26E3280FB}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{A3F22DB3-C460-4A52-AA76-A3D26E3280FB}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{A3F22DB3-C460-4A52-AA76-A3D26E3280FB}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