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5EC23C-10F5-4DE2-99F1-29A0F8D5D7CA}">
  <a:tblStyle styleId="{615EC23C-10F5-4DE2-99F1-29A0F8D5D7C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{615EC23C-10F5-4DE2-99F1-29A0F8D5D7CA}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{615EC23C-10F5-4DE2-99F1-29A0F8D5D7CA}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{615EC23C-10F5-4DE2-99F1-29A0F8D5D7CA}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{615EC23C-10F5-4DE2-99F1-29A0F8D5D7CA}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{615EC23C-10F5-4DE2-99F1-29A0F8D5D7CA}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