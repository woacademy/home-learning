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80D984-A850-4AF8-9A8C-84C3669AE076}">
  <a:tblStyle styleId="{6B80D984-A850-4AF8-9A8C-84C3669AE0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{6B80D984-A850-4AF8-9A8C-84C3669AE076}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{6B80D984-A850-4AF8-9A8C-84C3669AE076}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{6B80D984-A850-4AF8-9A8C-84C3669AE076}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{6B80D984-A850-4AF8-9A8C-84C3669AE076}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{6B80D984-A850-4AF8-9A8C-84C3669AE076}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