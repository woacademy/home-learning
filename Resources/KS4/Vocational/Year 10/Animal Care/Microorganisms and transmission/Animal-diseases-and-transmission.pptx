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633328-5672-4FD3-BBF8-C1DC885C7AEC}">
  <a:tblStyle styleId="{55633328-5672-4FD3-BBF8-C1DC885C7A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{55633328-5672-4FD3-BBF8-C1DC885C7AEC}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{55633328-5672-4FD3-BBF8-C1DC885C7AEC}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{55633328-5672-4FD3-BBF8-C1DC885C7AEC}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{55633328-5672-4FD3-BBF8-C1DC885C7AEC}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{55633328-5672-4FD3-BBF8-C1DC885C7AEC}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