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7224F9-48C1-44BA-B66C-5D60F9ED3FAD}">
  <a:tblStyle styleId="{977224F9-48C1-44BA-B66C-5D60F9ED3FA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{977224F9-48C1-44BA-B66C-5D60F9ED3FAD}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{977224F9-48C1-44BA-B66C-5D60F9ED3FAD}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{977224F9-48C1-44BA-B66C-5D60F9ED3FAD}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{977224F9-48C1-44BA-B66C-5D60F9ED3FAD}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{977224F9-48C1-44BA-B66C-5D60F9ED3FAD}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