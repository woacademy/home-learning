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76F6E-E09B-4BAD-9B77-93E2C379B1D0}">
  <a:tblStyle styleId="{3DB76F6E-E09B-4BAD-9B77-93E2C379B1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{3DB76F6E-E09B-4BAD-9B77-93E2C379B1D0}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{3DB76F6E-E09B-4BAD-9B77-93E2C379B1D0}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{3DB76F6E-E09B-4BAD-9B77-93E2C379B1D0}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{3DB76F6E-E09B-4BAD-9B77-93E2C379B1D0}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{3DB76F6E-E09B-4BAD-9B77-93E2C379B1D0}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