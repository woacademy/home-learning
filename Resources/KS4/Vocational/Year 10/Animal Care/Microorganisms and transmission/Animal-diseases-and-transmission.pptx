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537344-E2E0-49D2-8A0D-B8985FCE7FB8}">
  <a:tblStyle styleId="{79537344-E2E0-49D2-8A0D-B8985FCE7F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{79537344-E2E0-49D2-8A0D-B8985FCE7FB8}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{79537344-E2E0-49D2-8A0D-B8985FCE7FB8}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{79537344-E2E0-49D2-8A0D-B8985FCE7FB8}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{79537344-E2E0-49D2-8A0D-B8985FCE7FB8}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{79537344-E2E0-49D2-8A0D-B8985FCE7FB8}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