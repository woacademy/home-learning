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410C74-BF1A-4877-9BD9-A21704C991D8}">
  <a:tblStyle styleId="{54410C74-BF1A-4877-9BD9-A21704C991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{54410C74-BF1A-4877-9BD9-A21704C991D8}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{54410C74-BF1A-4877-9BD9-A21704C991D8}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{54410C74-BF1A-4877-9BD9-A21704C991D8}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{54410C74-BF1A-4877-9BD9-A21704C991D8}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{54410C74-BF1A-4877-9BD9-A21704C991D8}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