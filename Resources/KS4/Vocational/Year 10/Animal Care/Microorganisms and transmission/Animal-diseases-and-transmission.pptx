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8646AD-21C5-493F-9DA8-A4051DCFB451}">
  <a:tblStyle styleId="{868646AD-21C5-493F-9DA8-A4051DCFB4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{868646AD-21C5-493F-9DA8-A4051DCFB451}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{868646AD-21C5-493F-9DA8-A4051DCFB451}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{868646AD-21C5-493F-9DA8-A4051DCFB451}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{868646AD-21C5-493F-9DA8-A4051DCFB451}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{868646AD-21C5-493F-9DA8-A4051DCFB451}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