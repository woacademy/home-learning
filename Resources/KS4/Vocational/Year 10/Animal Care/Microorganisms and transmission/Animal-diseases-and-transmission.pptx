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29FF838-8AAC-4152-8D31-A63B847344C4}">
  <a:tblStyle styleId="{929FF838-8AAC-4152-8D31-A63B847344C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{929FF838-8AAC-4152-8D31-A63B847344C4}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{929FF838-8AAC-4152-8D31-A63B847344C4}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{929FF838-8AAC-4152-8D31-A63B847344C4}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{929FF838-8AAC-4152-8D31-A63B847344C4}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{929FF838-8AAC-4152-8D31-A63B847344C4}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