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D07EC0-3CDC-4AE9-971C-47C463B5A38C}">
  <a:tblStyle styleId="{7CD07EC0-3CDC-4AE9-971C-47C463B5A38C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{7CD07EC0-3CDC-4AE9-971C-47C463B5A38C}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{7CD07EC0-3CDC-4AE9-971C-47C463B5A38C}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{7CD07EC0-3CDC-4AE9-971C-47C463B5A38C}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{7CD07EC0-3CDC-4AE9-971C-47C463B5A38C}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{7CD07EC0-3CDC-4AE9-971C-47C463B5A38C}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