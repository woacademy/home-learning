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E40031-9F0E-4BDF-B6F6-30CC1966B01C}">
  <a:tblStyle styleId="{19E40031-9F0E-4BDF-B6F6-30CC1966B0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{19E40031-9F0E-4BDF-B6F6-30CC1966B01C}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{19E40031-9F0E-4BDF-B6F6-30CC1966B01C}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{19E40031-9F0E-4BDF-B6F6-30CC1966B01C}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{19E40031-9F0E-4BDF-B6F6-30CC1966B01C}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{19E40031-9F0E-4BDF-B6F6-30CC1966B01C}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