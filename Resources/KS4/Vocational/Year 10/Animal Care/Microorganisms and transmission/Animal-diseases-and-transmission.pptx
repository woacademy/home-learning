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C180E0-2477-4B43-A65F-109E6D489EA8}">
  <a:tblStyle styleId="{73C180E0-2477-4B43-A65F-109E6D489E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{73C180E0-2477-4B43-A65F-109E6D489EA8}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{73C180E0-2477-4B43-A65F-109E6D489EA8}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{73C180E0-2477-4B43-A65F-109E6D489EA8}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{73C180E0-2477-4B43-A65F-109E6D489EA8}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{73C180E0-2477-4B43-A65F-109E6D489EA8}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