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332748-8EDD-4C0E-8C53-95EEF0B57FBF}">
  <a:tblStyle styleId="{CB332748-8EDD-4C0E-8C53-95EEF0B57FB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{CB332748-8EDD-4C0E-8C53-95EEF0B57FBF}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{CB332748-8EDD-4C0E-8C53-95EEF0B57FBF}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{CB332748-8EDD-4C0E-8C53-95EEF0B57FBF}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{CB332748-8EDD-4C0E-8C53-95EEF0B57FBF}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{CB332748-8EDD-4C0E-8C53-95EEF0B57FBF}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