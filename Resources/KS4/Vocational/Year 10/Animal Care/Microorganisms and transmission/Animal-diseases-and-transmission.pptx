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4C7FB7-0B18-4847-9E2F-21FEEA7152AB}">
  <a:tblStyle styleId="{1A4C7FB7-0B18-4847-9E2F-21FEEA7152A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{1A4C7FB7-0B18-4847-9E2F-21FEEA7152AB}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{1A4C7FB7-0B18-4847-9E2F-21FEEA7152AB}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{1A4C7FB7-0B18-4847-9E2F-21FEEA7152AB}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{1A4C7FB7-0B18-4847-9E2F-21FEEA7152AB}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{1A4C7FB7-0B18-4847-9E2F-21FEEA7152AB}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