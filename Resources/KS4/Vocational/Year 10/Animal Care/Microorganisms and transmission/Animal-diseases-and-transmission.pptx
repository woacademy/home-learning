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8339CC-DCA9-4E8D-A1F8-D58C09D8C961}">
  <a:tblStyle styleId="{8B8339CC-DCA9-4E8D-A1F8-D58C09D8C9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{8B8339CC-DCA9-4E8D-A1F8-D58C09D8C961}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{8B8339CC-DCA9-4E8D-A1F8-D58C09D8C961}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{8B8339CC-DCA9-4E8D-A1F8-D58C09D8C961}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{8B8339CC-DCA9-4E8D-A1F8-D58C09D8C961}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{8B8339CC-DCA9-4E8D-A1F8-D58C09D8C961}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