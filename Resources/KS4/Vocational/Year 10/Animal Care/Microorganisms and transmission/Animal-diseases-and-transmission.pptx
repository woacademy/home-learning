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419C2C-ECE8-4F71-B298-0C577D672262}">
  <a:tblStyle styleId="{03419C2C-ECE8-4F71-B298-0C577D6722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{03419C2C-ECE8-4F71-B298-0C577D672262}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{03419C2C-ECE8-4F71-B298-0C577D672262}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{03419C2C-ECE8-4F71-B298-0C577D672262}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{03419C2C-ECE8-4F71-B298-0C577D672262}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{03419C2C-ECE8-4F71-B298-0C577D672262}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