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3E8CC8-463F-4C57-91DA-DF7ADA7D0409}">
  <a:tblStyle styleId="{1B3E8CC8-463F-4C57-91DA-DF7ADA7D04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{1B3E8CC8-463F-4C57-91DA-DF7ADA7D0409}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{1B3E8CC8-463F-4C57-91DA-DF7ADA7D0409}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{1B3E8CC8-463F-4C57-91DA-DF7ADA7D0409}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{1B3E8CC8-463F-4C57-91DA-DF7ADA7D0409}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{1B3E8CC8-463F-4C57-91DA-DF7ADA7D0409}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