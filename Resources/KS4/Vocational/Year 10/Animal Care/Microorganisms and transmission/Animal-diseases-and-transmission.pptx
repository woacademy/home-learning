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F7F551-464E-4DB4-8CA8-96D2EAB8E12C}">
  <a:tblStyle styleId="{83F7F551-464E-4DB4-8CA8-96D2EAB8E12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{83F7F551-464E-4DB4-8CA8-96D2EAB8E12C}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{83F7F551-464E-4DB4-8CA8-96D2EAB8E12C}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{83F7F551-464E-4DB4-8CA8-96D2EAB8E12C}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{83F7F551-464E-4DB4-8CA8-96D2EAB8E12C}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{83F7F551-464E-4DB4-8CA8-96D2EAB8E12C}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