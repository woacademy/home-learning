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DF7DC5-D355-4C48-820E-515992E4E6EE}">
  <a:tblStyle styleId="{A3DF7DC5-D355-4C48-820E-515992E4E6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{A3DF7DC5-D355-4C48-820E-515992E4E6EE}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{A3DF7DC5-D355-4C48-820E-515992E4E6EE}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{A3DF7DC5-D355-4C48-820E-515992E4E6EE}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{A3DF7DC5-D355-4C48-820E-515992E4E6EE}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{A3DF7DC5-D355-4C48-820E-515992E4E6EE}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