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436F58-2F9C-4CE2-878E-FDDD1E05F0F7}">
  <a:tblStyle styleId="{DD436F58-2F9C-4CE2-878E-FDDD1E05F0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{DD436F58-2F9C-4CE2-878E-FDDD1E05F0F7}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{DD436F58-2F9C-4CE2-878E-FDDD1E05F0F7}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{DD436F58-2F9C-4CE2-878E-FDDD1E05F0F7}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{DD436F58-2F9C-4CE2-878E-FDDD1E05F0F7}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{DD436F58-2F9C-4CE2-878E-FDDD1E05F0F7}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