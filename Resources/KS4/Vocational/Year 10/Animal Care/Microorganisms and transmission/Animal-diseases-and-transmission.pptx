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EF2F979-36B7-485D-9601-FB79FCBE87D8}">
  <a:tblStyle styleId="{3EF2F979-36B7-485D-9601-FB79FCBE87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{3EF2F979-36B7-485D-9601-FB79FCBE87D8}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{3EF2F979-36B7-485D-9601-FB79FCBE87D8}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{3EF2F979-36B7-485D-9601-FB79FCBE87D8}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{3EF2F979-36B7-485D-9601-FB79FCBE87D8}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{3EF2F979-36B7-485D-9601-FB79FCBE87D8}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