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FB964F-1491-4C84-BD36-CDC1F7FDF186}">
  <a:tblStyle styleId="{BEFB964F-1491-4C84-BD36-CDC1F7FDF1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{BEFB964F-1491-4C84-BD36-CDC1F7FDF186}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{BEFB964F-1491-4C84-BD36-CDC1F7FDF186}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{BEFB964F-1491-4C84-BD36-CDC1F7FDF186}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{BEFB964F-1491-4C84-BD36-CDC1F7FDF186}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{BEFB964F-1491-4C84-BD36-CDC1F7FDF186}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