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E8405E-F2F2-4A7A-8799-AEF80607134F}">
  <a:tblStyle styleId="{9AE8405E-F2F2-4A7A-8799-AEF80607134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{9AE8405E-F2F2-4A7A-8799-AEF80607134F}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{9AE8405E-F2F2-4A7A-8799-AEF80607134F}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{9AE8405E-F2F2-4A7A-8799-AEF80607134F}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{9AE8405E-F2F2-4A7A-8799-AEF80607134F}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{9AE8405E-F2F2-4A7A-8799-AEF80607134F}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