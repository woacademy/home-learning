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8C07C2-4EA2-42A6-ABD5-0B6C2C7CBFD2}">
  <a:tblStyle styleId="{3C8C07C2-4EA2-42A6-ABD5-0B6C2C7CBF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{3C8C07C2-4EA2-42A6-ABD5-0B6C2C7CBFD2}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{3C8C07C2-4EA2-42A6-ABD5-0B6C2C7CBFD2}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{3C8C07C2-4EA2-42A6-ABD5-0B6C2C7CBFD2}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{3C8C07C2-4EA2-42A6-ABD5-0B6C2C7CBFD2}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{3C8C07C2-4EA2-42A6-ABD5-0B6C2C7CBFD2}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