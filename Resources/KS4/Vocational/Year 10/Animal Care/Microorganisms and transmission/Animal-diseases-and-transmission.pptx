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C9052-BDE5-4301-8DFA-6C39ACCBE32B}">
  <a:tblStyle styleId="{B23C9052-BDE5-4301-8DFA-6C39ACCBE3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{B23C9052-BDE5-4301-8DFA-6C39ACCBE32B}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{B23C9052-BDE5-4301-8DFA-6C39ACCBE32B}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{B23C9052-BDE5-4301-8DFA-6C39ACCBE32B}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{B23C9052-BDE5-4301-8DFA-6C39ACCBE32B}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{B23C9052-BDE5-4301-8DFA-6C39ACCBE32B}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