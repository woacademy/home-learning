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10BF56-3CC2-467B-A8A1-5E523EA235CA}">
  <a:tblStyle styleId="{7710BF56-3CC2-467B-A8A1-5E523EA235C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{7710BF56-3CC2-467B-A8A1-5E523EA235CA}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{7710BF56-3CC2-467B-A8A1-5E523EA235CA}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{7710BF56-3CC2-467B-A8A1-5E523EA235CA}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{7710BF56-3CC2-467B-A8A1-5E523EA235CA}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{7710BF56-3CC2-467B-A8A1-5E523EA235CA}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