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6548F8-53E8-4B51-BA9F-690290DFDC98}">
  <a:tblStyle styleId="{CA6548F8-53E8-4B51-BA9F-690290DFDC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{CA6548F8-53E8-4B51-BA9F-690290DFDC98}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{CA6548F8-53E8-4B51-BA9F-690290DFDC98}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{CA6548F8-53E8-4B51-BA9F-690290DFDC98}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{CA6548F8-53E8-4B51-BA9F-690290DFDC98}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{CA6548F8-53E8-4B51-BA9F-690290DFDC98}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