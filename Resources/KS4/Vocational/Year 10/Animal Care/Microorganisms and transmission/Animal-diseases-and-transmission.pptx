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45BE6-4818-46C3-B66F-CB8F3B1DD0E6}">
  <a:tblStyle styleId="{98B45BE6-4818-46C3-B66F-CB8F3B1DD0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{98B45BE6-4818-46C3-B66F-CB8F3B1DD0E6}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{98B45BE6-4818-46C3-B66F-CB8F3B1DD0E6}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{98B45BE6-4818-46C3-B66F-CB8F3B1DD0E6}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{98B45BE6-4818-46C3-B66F-CB8F3B1DD0E6}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{98B45BE6-4818-46C3-B66F-CB8F3B1DD0E6}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