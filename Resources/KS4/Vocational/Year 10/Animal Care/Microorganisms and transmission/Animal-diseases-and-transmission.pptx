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F3C82-6A62-40B0-BEC5-2B8FA72C6BAB}">
  <a:tblStyle styleId="{B27F3C82-6A62-40B0-BEC5-2B8FA72C6B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{B27F3C82-6A62-40B0-BEC5-2B8FA72C6BAB}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{B27F3C82-6A62-40B0-BEC5-2B8FA72C6BAB}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{B27F3C82-6A62-40B0-BEC5-2B8FA72C6BAB}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{B27F3C82-6A62-40B0-BEC5-2B8FA72C6BAB}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{B27F3C82-6A62-40B0-BEC5-2B8FA72C6BAB}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