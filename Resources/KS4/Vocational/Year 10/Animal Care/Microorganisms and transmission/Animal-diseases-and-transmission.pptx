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4A40B3-C91B-418A-B583-9B34CAA17A84}">
  <a:tblStyle styleId="{934A40B3-C91B-418A-B583-9B34CAA17A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{934A40B3-C91B-418A-B583-9B34CAA17A84}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{934A40B3-C91B-418A-B583-9B34CAA17A84}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{934A40B3-C91B-418A-B583-9B34CAA17A84}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{934A40B3-C91B-418A-B583-9B34CAA17A84}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{934A40B3-C91B-418A-B583-9B34CAA17A84}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