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669D2F-28A1-4F7E-B2F2-A14621974388}">
  <a:tblStyle styleId="{D3669D2F-28A1-4F7E-B2F2-A1462197438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{D3669D2F-28A1-4F7E-B2F2-A14621974388}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{D3669D2F-28A1-4F7E-B2F2-A14621974388}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{D3669D2F-28A1-4F7E-B2F2-A14621974388}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{D3669D2F-28A1-4F7E-B2F2-A14621974388}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{D3669D2F-28A1-4F7E-B2F2-A14621974388}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