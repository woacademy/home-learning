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DD70BD5-ED08-476A-8927-506EF734550C}">
  <a:tblStyle styleId="{0DD70BD5-ED08-476A-8927-506EF734550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{0DD70BD5-ED08-476A-8927-506EF734550C}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{0DD70BD5-ED08-476A-8927-506EF734550C}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{0DD70BD5-ED08-476A-8927-506EF734550C}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{0DD70BD5-ED08-476A-8927-506EF734550C}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{0DD70BD5-ED08-476A-8927-506EF734550C}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