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6BF5ED-D324-45E1-9A70-9E543F6C2379}">
  <a:tblStyle styleId="{7F6BF5ED-D324-45E1-9A70-9E543F6C237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{7F6BF5ED-D324-45E1-9A70-9E543F6C2379}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{7F6BF5ED-D324-45E1-9A70-9E543F6C2379}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{7F6BF5ED-D324-45E1-9A70-9E543F6C2379}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{7F6BF5ED-D324-45E1-9A70-9E543F6C2379}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{7F6BF5ED-D324-45E1-9A70-9E543F6C2379}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