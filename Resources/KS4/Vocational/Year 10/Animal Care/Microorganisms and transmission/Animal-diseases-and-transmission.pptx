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FA3814-CE02-4C0B-ABB1-E567FDA2287F}">
  <a:tblStyle styleId="{4AFA3814-CE02-4C0B-ABB1-E567FDA2287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{4AFA3814-CE02-4C0B-ABB1-E567FDA2287F}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{4AFA3814-CE02-4C0B-ABB1-E567FDA2287F}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{4AFA3814-CE02-4C0B-ABB1-E567FDA2287F}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{4AFA3814-CE02-4C0B-ABB1-E567FDA2287F}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{4AFA3814-CE02-4C0B-ABB1-E567FDA2287F}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