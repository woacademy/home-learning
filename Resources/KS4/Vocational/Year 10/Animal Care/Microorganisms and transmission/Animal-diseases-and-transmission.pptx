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F80641-FBFD-45A9-A58C-0AA31E700DE0}">
  <a:tblStyle styleId="{0FF80641-FBFD-45A9-A58C-0AA31E700DE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{0FF80641-FBFD-45A9-A58C-0AA31E700DE0}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{0FF80641-FBFD-45A9-A58C-0AA31E700DE0}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{0FF80641-FBFD-45A9-A58C-0AA31E700DE0}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{0FF80641-FBFD-45A9-A58C-0AA31E700DE0}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{0FF80641-FBFD-45A9-A58C-0AA31E700DE0}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