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29750E-F692-42CF-A911-F4FFD931E17A}">
  <a:tblStyle styleId="{2D29750E-F692-42CF-A911-F4FFD931E1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{2D29750E-F692-42CF-A911-F4FFD931E17A}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{2D29750E-F692-42CF-A911-F4FFD931E17A}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{2D29750E-F692-42CF-A911-F4FFD931E17A}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{2D29750E-F692-42CF-A911-F4FFD931E17A}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{2D29750E-F692-42CF-A911-F4FFD931E17A}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