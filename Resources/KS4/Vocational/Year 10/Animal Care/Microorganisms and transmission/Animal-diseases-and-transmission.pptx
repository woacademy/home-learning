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B2B229-34A8-4BF9-88E7-C27E0655D781}">
  <a:tblStyle styleId="{77B2B229-34A8-4BF9-88E7-C27E0655D7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{77B2B229-34A8-4BF9-88E7-C27E0655D781}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{77B2B229-34A8-4BF9-88E7-C27E0655D781}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{77B2B229-34A8-4BF9-88E7-C27E0655D781}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{77B2B229-34A8-4BF9-88E7-C27E0655D781}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{77B2B229-34A8-4BF9-88E7-C27E0655D781}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