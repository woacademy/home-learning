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8D4CC-7952-41AB-93AC-CEC83C72E90C}">
  <a:tblStyle styleId="{D108D4CC-7952-41AB-93AC-CEC83C72E9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{D108D4CC-7952-41AB-93AC-CEC83C72E90C}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{D108D4CC-7952-41AB-93AC-CEC83C72E90C}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{D108D4CC-7952-41AB-93AC-CEC83C72E90C}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{D108D4CC-7952-41AB-93AC-CEC83C72E90C}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{D108D4CC-7952-41AB-93AC-CEC83C72E90C}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