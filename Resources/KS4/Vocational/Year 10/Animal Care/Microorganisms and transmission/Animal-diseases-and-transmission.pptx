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F28308-FC45-44D3-902F-C85FC88ED5C6}">
  <a:tblStyle styleId="{BDF28308-FC45-44D3-902F-C85FC88ED5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{BDF28308-FC45-44D3-902F-C85FC88ED5C6}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{BDF28308-FC45-44D3-902F-C85FC88ED5C6}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{BDF28308-FC45-44D3-902F-C85FC88ED5C6}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{BDF28308-FC45-44D3-902F-C85FC88ED5C6}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{BDF28308-FC45-44D3-902F-C85FC88ED5C6}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