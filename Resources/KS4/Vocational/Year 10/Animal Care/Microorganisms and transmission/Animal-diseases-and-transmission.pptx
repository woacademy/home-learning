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C9A669-12A5-49E3-B92F-77F669CC1E28}">
  <a:tblStyle styleId="{5FC9A669-12A5-49E3-B92F-77F669CC1E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{5FC9A669-12A5-49E3-B92F-77F669CC1E28}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{5FC9A669-12A5-49E3-B92F-77F669CC1E28}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{5FC9A669-12A5-49E3-B92F-77F669CC1E28}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{5FC9A669-12A5-49E3-B92F-77F669CC1E28}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{5FC9A669-12A5-49E3-B92F-77F669CC1E28}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