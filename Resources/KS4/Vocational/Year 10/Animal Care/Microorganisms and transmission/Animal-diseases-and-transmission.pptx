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4C6B0D-397B-40C9-AD5F-56BF6DCB63EB}">
  <a:tblStyle styleId="{0D4C6B0D-397B-40C9-AD5F-56BF6DCB63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{0D4C6B0D-397B-40C9-AD5F-56BF6DCB63EB}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{0D4C6B0D-397B-40C9-AD5F-56BF6DCB63EB}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{0D4C6B0D-397B-40C9-AD5F-56BF6DCB63EB}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{0D4C6B0D-397B-40C9-AD5F-56BF6DCB63EB}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{0D4C6B0D-397B-40C9-AD5F-56BF6DCB63EB}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