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669E49-4874-43AB-9CD3-D14905FAC754}">
  <a:tblStyle styleId="{C5669E49-4874-43AB-9CD3-D14905FAC7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{C5669E49-4874-43AB-9CD3-D14905FAC754}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{C5669E49-4874-43AB-9CD3-D14905FAC754}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{C5669E49-4874-43AB-9CD3-D14905FAC754}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{C5669E49-4874-43AB-9CD3-D14905FAC754}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{C5669E49-4874-43AB-9CD3-D14905FAC754}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