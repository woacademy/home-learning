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89A25EB-83BA-4755-8213-6D5ED4BA2FDD}">
  <a:tblStyle styleId="{089A25EB-83BA-4755-8213-6D5ED4BA2FD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{089A25EB-83BA-4755-8213-6D5ED4BA2FDD}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{089A25EB-83BA-4755-8213-6D5ED4BA2FDD}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{089A25EB-83BA-4755-8213-6D5ED4BA2FDD}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{089A25EB-83BA-4755-8213-6D5ED4BA2FDD}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{089A25EB-83BA-4755-8213-6D5ED4BA2FDD}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