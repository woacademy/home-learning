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1E8E3C-28DA-4DEF-864B-B247723C04C2}">
  <a:tblStyle styleId="{8D1E8E3C-28DA-4DEF-864B-B247723C04C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{8D1E8E3C-28DA-4DEF-864B-B247723C04C2}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{8D1E8E3C-28DA-4DEF-864B-B247723C04C2}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{8D1E8E3C-28DA-4DEF-864B-B247723C04C2}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{8D1E8E3C-28DA-4DEF-864B-B247723C04C2}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{8D1E8E3C-28DA-4DEF-864B-B247723C04C2}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