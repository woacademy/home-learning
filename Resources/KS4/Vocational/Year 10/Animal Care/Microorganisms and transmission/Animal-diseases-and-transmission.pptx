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009EC5-5A6C-4730-B576-C30CAF97D056}">
  <a:tblStyle styleId="{7B009EC5-5A6C-4730-B576-C30CAF97D05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{7B009EC5-5A6C-4730-B576-C30CAF97D056}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{7B009EC5-5A6C-4730-B576-C30CAF97D056}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{7B009EC5-5A6C-4730-B576-C30CAF97D056}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{7B009EC5-5A6C-4730-B576-C30CAF97D056}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{7B009EC5-5A6C-4730-B576-C30CAF97D056}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