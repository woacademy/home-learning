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6BAE4F-D37C-4E49-A20A-179E0F742A42}">
  <a:tblStyle styleId="{B96BAE4F-D37C-4E49-A20A-179E0F742A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{B96BAE4F-D37C-4E49-A20A-179E0F742A42}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{B96BAE4F-D37C-4E49-A20A-179E0F742A42}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{B96BAE4F-D37C-4E49-A20A-179E0F742A42}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{B96BAE4F-D37C-4E49-A20A-179E0F742A42}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{B96BAE4F-D37C-4E49-A20A-179E0F742A42}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