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A03855-A70F-4B68-900D-7CA950D269D4}">
  <a:tblStyle styleId="{C1A03855-A70F-4B68-900D-7CA950D269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{C1A03855-A70F-4B68-900D-7CA950D269D4}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{C1A03855-A70F-4B68-900D-7CA950D269D4}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{C1A03855-A70F-4B68-900D-7CA950D269D4}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{C1A03855-A70F-4B68-900D-7CA950D269D4}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{C1A03855-A70F-4B68-900D-7CA950D269D4}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