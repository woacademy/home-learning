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36AD2-39DA-4C45-8E07-2E75DC07C8BD}">
  <a:tblStyle styleId="{27936AD2-39DA-4C45-8E07-2E75DC07C8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{27936AD2-39DA-4C45-8E07-2E75DC07C8BD}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{27936AD2-39DA-4C45-8E07-2E75DC07C8BD}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{27936AD2-39DA-4C45-8E07-2E75DC07C8BD}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{27936AD2-39DA-4C45-8E07-2E75DC07C8BD}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{27936AD2-39DA-4C45-8E07-2E75DC07C8BD}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