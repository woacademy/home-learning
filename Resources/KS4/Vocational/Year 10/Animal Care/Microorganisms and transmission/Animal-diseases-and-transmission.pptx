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59A94A-08EE-4C6D-9707-428B18BFAED1}">
  <a:tblStyle styleId="{5659A94A-08EE-4C6D-9707-428B18BFAE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{5659A94A-08EE-4C6D-9707-428B18BFAED1}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{5659A94A-08EE-4C6D-9707-428B18BFAED1}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{5659A94A-08EE-4C6D-9707-428B18BFAED1}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{5659A94A-08EE-4C6D-9707-428B18BFAED1}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{5659A94A-08EE-4C6D-9707-428B18BFAED1}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