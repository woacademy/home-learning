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09E85F1-4156-4EFF-BDC5-CDECD38CF675}">
  <a:tblStyle styleId="{109E85F1-4156-4EFF-BDC5-CDECD38CF67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{109E85F1-4156-4EFF-BDC5-CDECD38CF675}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{109E85F1-4156-4EFF-BDC5-CDECD38CF675}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{109E85F1-4156-4EFF-BDC5-CDECD38CF675}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{109E85F1-4156-4EFF-BDC5-CDECD38CF675}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{109E85F1-4156-4EFF-BDC5-CDECD38CF675}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