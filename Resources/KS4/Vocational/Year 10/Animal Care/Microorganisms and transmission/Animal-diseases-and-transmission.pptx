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3D37ED-34DE-4820-A8C5-33D679BC9A1E}">
  <a:tblStyle styleId="{5D3D37ED-34DE-4820-A8C5-33D679BC9A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{5D3D37ED-34DE-4820-A8C5-33D679BC9A1E}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{5D3D37ED-34DE-4820-A8C5-33D679BC9A1E}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{5D3D37ED-34DE-4820-A8C5-33D679BC9A1E}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{5D3D37ED-34DE-4820-A8C5-33D679BC9A1E}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{5D3D37ED-34DE-4820-A8C5-33D679BC9A1E}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