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938BED-BFD6-4934-9E2D-F63A5F369878}">
  <a:tblStyle styleId="{0B938BED-BFD6-4934-9E2D-F63A5F3698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{0B938BED-BFD6-4934-9E2D-F63A5F369878}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{0B938BED-BFD6-4934-9E2D-F63A5F369878}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{0B938BED-BFD6-4934-9E2D-F63A5F369878}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{0B938BED-BFD6-4934-9E2D-F63A5F369878}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{0B938BED-BFD6-4934-9E2D-F63A5F369878}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