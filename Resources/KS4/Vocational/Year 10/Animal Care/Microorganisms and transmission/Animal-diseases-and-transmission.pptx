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D212A0-C1B1-4EEF-9006-3AEE93682A47}">
  <a:tblStyle styleId="{67D212A0-C1B1-4EEF-9006-3AEE93682A4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{67D212A0-C1B1-4EEF-9006-3AEE93682A47}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{67D212A0-C1B1-4EEF-9006-3AEE93682A47}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{67D212A0-C1B1-4EEF-9006-3AEE93682A47}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{67D212A0-C1B1-4EEF-9006-3AEE93682A47}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{67D212A0-C1B1-4EEF-9006-3AEE93682A47}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