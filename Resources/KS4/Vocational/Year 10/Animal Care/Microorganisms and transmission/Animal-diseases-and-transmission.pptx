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1355C7-3C69-4F61-97F2-B5F192C49A6D}">
  <a:tblStyle styleId="{6B1355C7-3C69-4F61-97F2-B5F192C49A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{6B1355C7-3C69-4F61-97F2-B5F192C49A6D}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{6B1355C7-3C69-4F61-97F2-B5F192C49A6D}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{6B1355C7-3C69-4F61-97F2-B5F192C49A6D}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{6B1355C7-3C69-4F61-97F2-B5F192C49A6D}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{6B1355C7-3C69-4F61-97F2-B5F192C49A6D}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