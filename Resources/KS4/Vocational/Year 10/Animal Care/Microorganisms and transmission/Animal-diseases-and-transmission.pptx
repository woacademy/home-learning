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4510B4-2FF1-416A-9650-31CFF34DC5FF}">
  <a:tblStyle styleId="{C74510B4-2FF1-416A-9650-31CFF34DC5F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{C74510B4-2FF1-416A-9650-31CFF34DC5FF}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{C74510B4-2FF1-416A-9650-31CFF34DC5FF}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{C74510B4-2FF1-416A-9650-31CFF34DC5FF}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{C74510B4-2FF1-416A-9650-31CFF34DC5FF}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{C74510B4-2FF1-416A-9650-31CFF34DC5FF}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