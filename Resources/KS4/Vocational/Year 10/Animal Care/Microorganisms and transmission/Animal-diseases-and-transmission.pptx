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8B050-C54B-4BFA-A1D0-0B67BDD1E947}">
  <a:tblStyle styleId="{CE78B050-C54B-4BFA-A1D0-0B67BDD1E94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{CE78B050-C54B-4BFA-A1D0-0B67BDD1E947}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{CE78B050-C54B-4BFA-A1D0-0B67BDD1E947}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{CE78B050-C54B-4BFA-A1D0-0B67BDD1E947}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{CE78B050-C54B-4BFA-A1D0-0B67BDD1E947}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{CE78B050-C54B-4BFA-A1D0-0B67BDD1E947}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