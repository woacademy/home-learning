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CC8934-7B0C-4D5C-94CC-62AF28292A36}">
  <a:tblStyle styleId="{06CC8934-7B0C-4D5C-94CC-62AF28292A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{06CC8934-7B0C-4D5C-94CC-62AF28292A36}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{06CC8934-7B0C-4D5C-94CC-62AF28292A36}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{06CC8934-7B0C-4D5C-94CC-62AF28292A36}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{06CC8934-7B0C-4D5C-94CC-62AF28292A36}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{06CC8934-7B0C-4D5C-94CC-62AF28292A36}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