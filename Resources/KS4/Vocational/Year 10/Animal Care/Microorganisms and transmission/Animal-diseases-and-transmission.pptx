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075826-6EDE-437A-94C4-457C36889AAC}">
  <a:tblStyle styleId="{10075826-6EDE-437A-94C4-457C36889AA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{10075826-6EDE-437A-94C4-457C36889AAC}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{10075826-6EDE-437A-94C4-457C36889AAC}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{10075826-6EDE-437A-94C4-457C36889AAC}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{10075826-6EDE-437A-94C4-457C36889AAC}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{10075826-6EDE-437A-94C4-457C36889AAC}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