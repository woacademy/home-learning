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FD290F-26E9-4C9C-8388-03A8544C9BF0}">
  <a:tblStyle styleId="{FCFD290F-26E9-4C9C-8388-03A8544C9B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{FCFD290F-26E9-4C9C-8388-03A8544C9BF0}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{FCFD290F-26E9-4C9C-8388-03A8544C9BF0}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{FCFD290F-26E9-4C9C-8388-03A8544C9BF0}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{FCFD290F-26E9-4C9C-8388-03A8544C9BF0}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{FCFD290F-26E9-4C9C-8388-03A8544C9BF0}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