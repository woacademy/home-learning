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2B495E-9A1A-4FFB-ACE0-CBECB5DC9EB2}">
  <a:tblStyle styleId="{D72B495E-9A1A-4FFB-ACE0-CBECB5DC9EB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{D72B495E-9A1A-4FFB-ACE0-CBECB5DC9EB2}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{D72B495E-9A1A-4FFB-ACE0-CBECB5DC9EB2}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{D72B495E-9A1A-4FFB-ACE0-CBECB5DC9EB2}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{D72B495E-9A1A-4FFB-ACE0-CBECB5DC9EB2}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{D72B495E-9A1A-4FFB-ACE0-CBECB5DC9EB2}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