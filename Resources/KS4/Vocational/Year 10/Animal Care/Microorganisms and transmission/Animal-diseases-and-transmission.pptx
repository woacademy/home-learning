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C3C9F6-2894-441F-92A0-47C03C558A8B}">
  <a:tblStyle styleId="{4AC3C9F6-2894-441F-92A0-47C03C558A8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{4AC3C9F6-2894-441F-92A0-47C03C558A8B}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{4AC3C9F6-2894-441F-92A0-47C03C558A8B}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{4AC3C9F6-2894-441F-92A0-47C03C558A8B}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{4AC3C9F6-2894-441F-92A0-47C03C558A8B}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{4AC3C9F6-2894-441F-92A0-47C03C558A8B}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