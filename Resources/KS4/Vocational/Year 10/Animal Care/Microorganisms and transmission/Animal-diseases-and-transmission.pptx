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E0E6E4-0233-4764-9493-03808B88A629}">
  <a:tblStyle styleId="{24E0E6E4-0233-4764-9493-03808B88A62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{24E0E6E4-0233-4764-9493-03808B88A629}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{24E0E6E4-0233-4764-9493-03808B88A629}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{24E0E6E4-0233-4764-9493-03808B88A629}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{24E0E6E4-0233-4764-9493-03808B88A629}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{24E0E6E4-0233-4764-9493-03808B88A629}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