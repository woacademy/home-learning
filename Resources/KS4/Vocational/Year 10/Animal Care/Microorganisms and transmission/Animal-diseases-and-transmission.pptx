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EAD4FB-D87B-4A05-99DA-DAC292889937}">
  <a:tblStyle styleId="{A0EAD4FB-D87B-4A05-99DA-DAC29288993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{A0EAD4FB-D87B-4A05-99DA-DAC292889937}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{A0EAD4FB-D87B-4A05-99DA-DAC292889937}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{A0EAD4FB-D87B-4A05-99DA-DAC292889937}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{A0EAD4FB-D87B-4A05-99DA-DAC292889937}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{A0EAD4FB-D87B-4A05-99DA-DAC292889937}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