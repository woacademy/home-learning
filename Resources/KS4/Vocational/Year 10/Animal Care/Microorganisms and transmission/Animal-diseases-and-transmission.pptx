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AAC2AD-E67D-43D6-9FB0-714848CD22C4}">
  <a:tblStyle styleId="{0FAAC2AD-E67D-43D6-9FB0-714848CD22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{0FAAC2AD-E67D-43D6-9FB0-714848CD22C4}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{0FAAC2AD-E67D-43D6-9FB0-714848CD22C4}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{0FAAC2AD-E67D-43D6-9FB0-714848CD22C4}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{0FAAC2AD-E67D-43D6-9FB0-714848CD22C4}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{0FAAC2AD-E67D-43D6-9FB0-714848CD22C4}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