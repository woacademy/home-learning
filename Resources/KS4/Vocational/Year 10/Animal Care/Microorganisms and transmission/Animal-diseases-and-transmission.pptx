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D38A1E-D38A-470F-A7BE-15761E74CA84}">
  <a:tblStyle styleId="{51D38A1E-D38A-470F-A7BE-15761E74CA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{51D38A1E-D38A-470F-A7BE-15761E74CA84}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{51D38A1E-D38A-470F-A7BE-15761E74CA84}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{51D38A1E-D38A-470F-A7BE-15761E74CA84}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{51D38A1E-D38A-470F-A7BE-15761E74CA84}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{51D38A1E-D38A-470F-A7BE-15761E74CA84}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