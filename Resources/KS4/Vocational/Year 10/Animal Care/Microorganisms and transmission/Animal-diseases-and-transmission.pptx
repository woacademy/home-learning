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75770-AFF8-416E-A1EB-DB631DC327D1}">
  <a:tblStyle styleId="{CE175770-AFF8-416E-A1EB-DB631DC327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{CE175770-AFF8-416E-A1EB-DB631DC327D1}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{CE175770-AFF8-416E-A1EB-DB631DC327D1}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{CE175770-AFF8-416E-A1EB-DB631DC327D1}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{CE175770-AFF8-416E-A1EB-DB631DC327D1}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{CE175770-AFF8-416E-A1EB-DB631DC327D1}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