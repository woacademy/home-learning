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74E663F-4FEC-4E69-B461-8A97F8A78B71}">
  <a:tblStyle styleId="{974E663F-4FEC-4E69-B461-8A97F8A78B7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{974E663F-4FEC-4E69-B461-8A97F8A78B71}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{974E663F-4FEC-4E69-B461-8A97F8A78B71}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{974E663F-4FEC-4E69-B461-8A97F8A78B71}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{974E663F-4FEC-4E69-B461-8A97F8A78B71}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{974E663F-4FEC-4E69-B461-8A97F8A78B71}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