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DB30F8-06C5-491B-936C-C8CE25086580}">
  <a:tblStyle styleId="{03DB30F8-06C5-491B-936C-C8CE2508658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{03DB30F8-06C5-491B-936C-C8CE25086580}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{03DB30F8-06C5-491B-936C-C8CE25086580}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{03DB30F8-06C5-491B-936C-C8CE25086580}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{03DB30F8-06C5-491B-936C-C8CE25086580}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{03DB30F8-06C5-491B-936C-C8CE25086580}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