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29D88D-6C56-422D-A6BA-81E9BFC412D3}">
  <a:tblStyle styleId="{EE29D88D-6C56-422D-A6BA-81E9BFC412D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{EE29D88D-6C56-422D-A6BA-81E9BFC412D3}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{EE29D88D-6C56-422D-A6BA-81E9BFC412D3}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{EE29D88D-6C56-422D-A6BA-81E9BFC412D3}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{EE29D88D-6C56-422D-A6BA-81E9BFC412D3}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{EE29D88D-6C56-422D-A6BA-81E9BFC412D3}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