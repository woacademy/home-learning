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35C510-E823-416D-857C-C2A56433671A}">
  <a:tblStyle styleId="{6235C510-E823-416D-857C-C2A5643367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{6235C510-E823-416D-857C-C2A56433671A}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{6235C510-E823-416D-857C-C2A56433671A}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{6235C510-E823-416D-857C-C2A56433671A}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{6235C510-E823-416D-857C-C2A56433671A}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{6235C510-E823-416D-857C-C2A56433671A}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