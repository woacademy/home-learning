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92C30E-A30A-455F-8814-FA07ADFB8C1C}">
  <a:tblStyle styleId="{6692C30E-A30A-455F-8814-FA07ADFB8C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{6692C30E-A30A-455F-8814-FA07ADFB8C1C}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{6692C30E-A30A-455F-8814-FA07ADFB8C1C}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{6692C30E-A30A-455F-8814-FA07ADFB8C1C}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{6692C30E-A30A-455F-8814-FA07ADFB8C1C}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{6692C30E-A30A-455F-8814-FA07ADFB8C1C}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