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012003-670D-4085-8BAA-EB5731C88AD8}">
  <a:tblStyle styleId="{01012003-670D-4085-8BAA-EB5731C88A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{01012003-670D-4085-8BAA-EB5731C88AD8}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{01012003-670D-4085-8BAA-EB5731C88AD8}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{01012003-670D-4085-8BAA-EB5731C88AD8}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{01012003-670D-4085-8BAA-EB5731C88AD8}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{01012003-670D-4085-8BAA-EB5731C88AD8}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