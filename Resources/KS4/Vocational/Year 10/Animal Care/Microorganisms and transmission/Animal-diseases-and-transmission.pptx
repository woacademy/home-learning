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30BCA-33A8-475F-B58C-202848165968}">
  <a:tblStyle styleId="{ABC30BCA-33A8-475F-B58C-2028481659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{ABC30BCA-33A8-475F-B58C-202848165968}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{ABC30BCA-33A8-475F-B58C-202848165968}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{ABC30BCA-33A8-475F-B58C-202848165968}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{ABC30BCA-33A8-475F-B58C-202848165968}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{ABC30BCA-33A8-475F-B58C-202848165968}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