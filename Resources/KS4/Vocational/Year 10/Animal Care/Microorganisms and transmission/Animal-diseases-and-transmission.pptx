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D0EDE8-F83A-47B2-949A-E927B7176F03}">
  <a:tblStyle styleId="{25D0EDE8-F83A-47B2-949A-E927B7176F0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{25D0EDE8-F83A-47B2-949A-E927B7176F03}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{25D0EDE8-F83A-47B2-949A-E927B7176F03}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{25D0EDE8-F83A-47B2-949A-E927B7176F03}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{25D0EDE8-F83A-47B2-949A-E927B7176F03}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{25D0EDE8-F83A-47B2-949A-E927B7176F03}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