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C065F7-BA2D-45E4-9F52-03AFB84F1186}">
  <a:tblStyle styleId="{CEC065F7-BA2D-45E4-9F52-03AFB84F11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{CEC065F7-BA2D-45E4-9F52-03AFB84F1186}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{CEC065F7-BA2D-45E4-9F52-03AFB84F1186}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{CEC065F7-BA2D-45E4-9F52-03AFB84F1186}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{CEC065F7-BA2D-45E4-9F52-03AFB84F1186}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{CEC065F7-BA2D-45E4-9F52-03AFB84F1186}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