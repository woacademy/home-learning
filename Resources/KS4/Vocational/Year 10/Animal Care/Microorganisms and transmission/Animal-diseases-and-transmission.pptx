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4F4EE89-959B-45CD-8367-5FD6ADCF939C}">
  <a:tblStyle styleId="{44F4EE89-959B-45CD-8367-5FD6ADCF939C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{44F4EE89-959B-45CD-8367-5FD6ADCF939C}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{44F4EE89-959B-45CD-8367-5FD6ADCF939C}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{44F4EE89-959B-45CD-8367-5FD6ADCF939C}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{44F4EE89-959B-45CD-8367-5FD6ADCF939C}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{44F4EE89-959B-45CD-8367-5FD6ADCF939C}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