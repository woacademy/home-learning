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521E58-8970-49CF-BBE6-F52F8F26B28A}">
  <a:tblStyle styleId="{DF521E58-8970-49CF-BBE6-F52F8F26B2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{DF521E58-8970-49CF-BBE6-F52F8F26B28A}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{DF521E58-8970-49CF-BBE6-F52F8F26B28A}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{DF521E58-8970-49CF-BBE6-F52F8F26B28A}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{DF521E58-8970-49CF-BBE6-F52F8F26B28A}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{DF521E58-8970-49CF-BBE6-F52F8F26B28A}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