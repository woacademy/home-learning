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A2CDF1-192D-4E8F-8D4C-5DEAD55DD098}">
  <a:tblStyle styleId="{89A2CDF1-192D-4E8F-8D4C-5DEAD55DD0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{89A2CDF1-192D-4E8F-8D4C-5DEAD55DD098}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{89A2CDF1-192D-4E8F-8D4C-5DEAD55DD098}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{89A2CDF1-192D-4E8F-8D4C-5DEAD55DD098}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{89A2CDF1-192D-4E8F-8D4C-5DEAD55DD098}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{89A2CDF1-192D-4E8F-8D4C-5DEAD55DD098}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