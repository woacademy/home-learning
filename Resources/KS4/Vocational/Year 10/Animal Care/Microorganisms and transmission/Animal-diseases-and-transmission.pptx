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16F58-4FF0-43E9-ACC3-4F7D37885AD7}">
  <a:tblStyle styleId="{E0516F58-4FF0-43E9-ACC3-4F7D37885A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{E0516F58-4FF0-43E9-ACC3-4F7D37885AD7}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{E0516F58-4FF0-43E9-ACC3-4F7D37885AD7}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{E0516F58-4FF0-43E9-ACC3-4F7D37885AD7}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{E0516F58-4FF0-43E9-ACC3-4F7D37885AD7}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{E0516F58-4FF0-43E9-ACC3-4F7D37885AD7}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