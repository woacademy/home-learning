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73B0C2-35C1-482D-84B3-01FD78AA7B19}">
  <a:tblStyle styleId="{C573B0C2-35C1-482D-84B3-01FD78AA7B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{C573B0C2-35C1-482D-84B3-01FD78AA7B19}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{C573B0C2-35C1-482D-84B3-01FD78AA7B19}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{C573B0C2-35C1-482D-84B3-01FD78AA7B19}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{C573B0C2-35C1-482D-84B3-01FD78AA7B19}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{C573B0C2-35C1-482D-84B3-01FD78AA7B19}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