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7D1D2F-6487-49FF-A920-6344636CE853}">
  <a:tblStyle styleId="{F97D1D2F-6487-49FF-A920-6344636CE8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{F97D1D2F-6487-49FF-A920-6344636CE853}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{F97D1D2F-6487-49FF-A920-6344636CE853}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{F97D1D2F-6487-49FF-A920-6344636CE853}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{F97D1D2F-6487-49FF-A920-6344636CE853}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{F97D1D2F-6487-49FF-A920-6344636CE853}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