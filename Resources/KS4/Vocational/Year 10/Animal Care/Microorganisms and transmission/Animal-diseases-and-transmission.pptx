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28A9F5-C7DC-4552-92A8-3888F4D70FE8}">
  <a:tblStyle styleId="{2928A9F5-C7DC-4552-92A8-3888F4D70F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{2928A9F5-C7DC-4552-92A8-3888F4D70FE8}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{2928A9F5-C7DC-4552-92A8-3888F4D70FE8}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{2928A9F5-C7DC-4552-92A8-3888F4D70FE8}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{2928A9F5-C7DC-4552-92A8-3888F4D70FE8}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{2928A9F5-C7DC-4552-92A8-3888F4D70FE8}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