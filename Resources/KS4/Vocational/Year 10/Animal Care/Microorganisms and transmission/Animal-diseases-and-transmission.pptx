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93EB2E-3D89-47BF-85AE-DAD80AD75E44}">
  <a:tblStyle styleId="{0E93EB2E-3D89-47BF-85AE-DAD80AD75E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{0E93EB2E-3D89-47BF-85AE-DAD80AD75E44}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{0E93EB2E-3D89-47BF-85AE-DAD80AD75E44}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{0E93EB2E-3D89-47BF-85AE-DAD80AD75E44}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{0E93EB2E-3D89-47BF-85AE-DAD80AD75E44}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{0E93EB2E-3D89-47BF-85AE-DAD80AD75E44}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