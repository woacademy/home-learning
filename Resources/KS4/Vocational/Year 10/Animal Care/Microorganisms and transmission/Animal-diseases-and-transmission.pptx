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B1409F-97D0-4A0E-9116-6A6C19F0C9DC}">
  <a:tblStyle styleId="{0FB1409F-97D0-4A0E-9116-6A6C19F0C9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{0FB1409F-97D0-4A0E-9116-6A6C19F0C9DC}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{0FB1409F-97D0-4A0E-9116-6A6C19F0C9DC}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{0FB1409F-97D0-4A0E-9116-6A6C19F0C9DC}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{0FB1409F-97D0-4A0E-9116-6A6C19F0C9DC}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{0FB1409F-97D0-4A0E-9116-6A6C19F0C9DC}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