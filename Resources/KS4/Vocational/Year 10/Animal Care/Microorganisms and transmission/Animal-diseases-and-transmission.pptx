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A7D68-F7A6-4372-B053-11B04A942348}">
  <a:tblStyle styleId="{A5FA7D68-F7A6-4372-B053-11B04A9423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{A5FA7D68-F7A6-4372-B053-11B04A942348}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{A5FA7D68-F7A6-4372-B053-11B04A942348}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{A5FA7D68-F7A6-4372-B053-11B04A942348}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{A5FA7D68-F7A6-4372-B053-11B04A942348}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{A5FA7D68-F7A6-4372-B053-11B04A942348}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