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B7B1A1-D33E-4642-B578-A27002ECE257}">
  <a:tblStyle styleId="{A4B7B1A1-D33E-4642-B578-A27002ECE25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{A4B7B1A1-D33E-4642-B578-A27002ECE257}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{A4B7B1A1-D33E-4642-B578-A27002ECE257}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{A4B7B1A1-D33E-4642-B578-A27002ECE257}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{A4B7B1A1-D33E-4642-B578-A27002ECE257}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{A4B7B1A1-D33E-4642-B578-A27002ECE257}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