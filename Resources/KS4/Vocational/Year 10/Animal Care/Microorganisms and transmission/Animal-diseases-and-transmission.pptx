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F1A4D-24F7-42C2-BFC4-F1F0276A3649}">
  <a:tblStyle styleId="{46CF1A4D-24F7-42C2-BFC4-F1F0276A36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{46CF1A4D-24F7-42C2-BFC4-F1F0276A3649}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{46CF1A4D-24F7-42C2-BFC4-F1F0276A3649}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{46CF1A4D-24F7-42C2-BFC4-F1F0276A3649}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{46CF1A4D-24F7-42C2-BFC4-F1F0276A3649}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{46CF1A4D-24F7-42C2-BFC4-F1F0276A3649}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