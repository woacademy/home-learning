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5831A0-A5CB-40A8-BD87-D58C5933FF26}">
  <a:tblStyle styleId="{B45831A0-A5CB-40A8-BD87-D58C5933FF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{B45831A0-A5CB-40A8-BD87-D58C5933FF26}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{B45831A0-A5CB-40A8-BD87-D58C5933FF26}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{B45831A0-A5CB-40A8-BD87-D58C5933FF26}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{B45831A0-A5CB-40A8-BD87-D58C5933FF26}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{B45831A0-A5CB-40A8-BD87-D58C5933FF26}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