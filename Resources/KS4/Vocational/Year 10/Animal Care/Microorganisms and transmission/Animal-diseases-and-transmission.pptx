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EFEF34-DBEE-468D-BD75-B6C9540DEF58}">
  <a:tblStyle styleId="{2BEFEF34-DBEE-468D-BD75-B6C9540DEF5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{2BEFEF34-DBEE-468D-BD75-B6C9540DEF58}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{2BEFEF34-DBEE-468D-BD75-B6C9540DEF58}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{2BEFEF34-DBEE-468D-BD75-B6C9540DEF58}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{2BEFEF34-DBEE-468D-BD75-B6C9540DEF58}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{2BEFEF34-DBEE-468D-BD75-B6C9540DEF58}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