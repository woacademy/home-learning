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BFCA1CE-80AF-4D74-B76E-2DE1B48EDA34}">
  <a:tblStyle styleId="{2BFCA1CE-80AF-4D74-B76E-2DE1B48EDA3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{2BFCA1CE-80AF-4D74-B76E-2DE1B48EDA34}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{2BFCA1CE-80AF-4D74-B76E-2DE1B48EDA34}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{2BFCA1CE-80AF-4D74-B76E-2DE1B48EDA34}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{2BFCA1CE-80AF-4D74-B76E-2DE1B48EDA34}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{2BFCA1CE-80AF-4D74-B76E-2DE1B48EDA34}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