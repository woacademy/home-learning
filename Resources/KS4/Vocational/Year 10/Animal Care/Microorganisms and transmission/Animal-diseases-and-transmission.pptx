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6A26A8-966A-4D49-98D1-66494A26D2CE}">
  <a:tblStyle styleId="{7D6A26A8-966A-4D49-98D1-66494A26D2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{7D6A26A8-966A-4D49-98D1-66494A26D2CE}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{7D6A26A8-966A-4D49-98D1-66494A26D2CE}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{7D6A26A8-966A-4D49-98D1-66494A26D2CE}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{7D6A26A8-966A-4D49-98D1-66494A26D2CE}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{7D6A26A8-966A-4D49-98D1-66494A26D2CE}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