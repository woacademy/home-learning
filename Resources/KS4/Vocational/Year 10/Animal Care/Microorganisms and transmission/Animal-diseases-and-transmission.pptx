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B6940A-B269-44BC-B16C-05CFEB041371}">
  <a:tblStyle styleId="{48B6940A-B269-44BC-B16C-05CFEB0413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{48B6940A-B269-44BC-B16C-05CFEB041371}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{48B6940A-B269-44BC-B16C-05CFEB041371}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{48B6940A-B269-44BC-B16C-05CFEB041371}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{48B6940A-B269-44BC-B16C-05CFEB041371}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{48B6940A-B269-44BC-B16C-05CFEB041371}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