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D78BD-A030-4BA7-8F4B-0493B83EA972}">
  <a:tblStyle styleId="{611D78BD-A030-4BA7-8F4B-0493B83EA9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{611D78BD-A030-4BA7-8F4B-0493B83EA972}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{611D78BD-A030-4BA7-8F4B-0493B83EA972}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{611D78BD-A030-4BA7-8F4B-0493B83EA972}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{611D78BD-A030-4BA7-8F4B-0493B83EA972}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{611D78BD-A030-4BA7-8F4B-0493B83EA972}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