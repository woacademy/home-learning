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567236-C05F-4F52-836D-C10016FFE6D4}">
  <a:tblStyle styleId="{EB567236-C05F-4F52-836D-C10016FFE6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{EB567236-C05F-4F52-836D-C10016FFE6D4}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{EB567236-C05F-4F52-836D-C10016FFE6D4}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{EB567236-C05F-4F52-836D-C10016FFE6D4}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{EB567236-C05F-4F52-836D-C10016FFE6D4}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{EB567236-C05F-4F52-836D-C10016FFE6D4}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