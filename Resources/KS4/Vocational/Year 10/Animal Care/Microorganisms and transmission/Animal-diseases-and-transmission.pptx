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CE9B43-57F5-4543-A5FF-8378413C68D6}">
  <a:tblStyle styleId="{EACE9B43-57F5-4543-A5FF-8378413C68D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{EACE9B43-57F5-4543-A5FF-8378413C68D6}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{EACE9B43-57F5-4543-A5FF-8378413C68D6}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{EACE9B43-57F5-4543-A5FF-8378413C68D6}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{EACE9B43-57F5-4543-A5FF-8378413C68D6}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{EACE9B43-57F5-4543-A5FF-8378413C68D6}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