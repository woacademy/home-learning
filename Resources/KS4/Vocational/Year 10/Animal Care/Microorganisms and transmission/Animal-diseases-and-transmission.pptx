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A69F0A-B0E4-459D-BC56-57D6D0222B57}">
  <a:tblStyle styleId="{E4A69F0A-B0E4-459D-BC56-57D6D0222B5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{E4A69F0A-B0E4-459D-BC56-57D6D0222B57}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{E4A69F0A-B0E4-459D-BC56-57D6D0222B57}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{E4A69F0A-B0E4-459D-BC56-57D6D0222B57}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{E4A69F0A-B0E4-459D-BC56-57D6D0222B57}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{E4A69F0A-B0E4-459D-BC56-57D6D0222B57}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