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96C6DEC-2C95-4A04-BA2D-4CFA0F61B477}">
  <a:tblStyle styleId="{A96C6DEC-2C95-4A04-BA2D-4CFA0F61B4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{A96C6DEC-2C95-4A04-BA2D-4CFA0F61B477}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{A96C6DEC-2C95-4A04-BA2D-4CFA0F61B477}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{A96C6DEC-2C95-4A04-BA2D-4CFA0F61B477}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{A96C6DEC-2C95-4A04-BA2D-4CFA0F61B477}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{A96C6DEC-2C95-4A04-BA2D-4CFA0F61B477}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