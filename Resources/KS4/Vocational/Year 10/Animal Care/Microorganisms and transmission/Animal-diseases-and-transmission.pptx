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E4EC28-4F0A-465A-BF77-6ED7C6AAAE8A}">
  <a:tblStyle styleId="{95E4EC28-4F0A-465A-BF77-6ED7C6AAAE8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{95E4EC28-4F0A-465A-BF77-6ED7C6AAAE8A}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{95E4EC28-4F0A-465A-BF77-6ED7C6AAAE8A}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{95E4EC28-4F0A-465A-BF77-6ED7C6AAAE8A}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{95E4EC28-4F0A-465A-BF77-6ED7C6AAAE8A}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{95E4EC28-4F0A-465A-BF77-6ED7C6AAAE8A}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