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1C71C2-E780-4AA7-897D-A5896EC08A8E}">
  <a:tblStyle styleId="{2E1C71C2-E780-4AA7-897D-A5896EC08A8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{2E1C71C2-E780-4AA7-897D-A5896EC08A8E}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{2E1C71C2-E780-4AA7-897D-A5896EC08A8E}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{2E1C71C2-E780-4AA7-897D-A5896EC08A8E}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{2E1C71C2-E780-4AA7-897D-A5896EC08A8E}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{2E1C71C2-E780-4AA7-897D-A5896EC08A8E}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