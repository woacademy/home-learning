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B04BDE-DBFA-4275-9B5E-3147D26BB86F}">
  <a:tblStyle styleId="{DAB04BDE-DBFA-4275-9B5E-3147D26BB86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{DAB04BDE-DBFA-4275-9B5E-3147D26BB86F}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{DAB04BDE-DBFA-4275-9B5E-3147D26BB86F}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{DAB04BDE-DBFA-4275-9B5E-3147D26BB86F}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{DAB04BDE-DBFA-4275-9B5E-3147D26BB86F}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{DAB04BDE-DBFA-4275-9B5E-3147D26BB86F}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