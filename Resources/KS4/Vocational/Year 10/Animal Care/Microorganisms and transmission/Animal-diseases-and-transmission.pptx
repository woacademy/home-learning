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BFC159-A12C-44CD-B995-4DEC0049635B}">
  <a:tblStyle styleId="{00BFC159-A12C-44CD-B995-4DEC004963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{00BFC159-A12C-44CD-B995-4DEC0049635B}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{00BFC159-A12C-44CD-B995-4DEC0049635B}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{00BFC159-A12C-44CD-B995-4DEC0049635B}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{00BFC159-A12C-44CD-B995-4DEC0049635B}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{00BFC159-A12C-44CD-B995-4DEC0049635B}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