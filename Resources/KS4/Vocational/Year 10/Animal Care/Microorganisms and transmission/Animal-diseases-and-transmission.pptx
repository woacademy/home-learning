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3FA854-191F-473E-A3C1-B6E5F6165404}">
  <a:tblStyle styleId="{A13FA854-191F-473E-A3C1-B6E5F61654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{A13FA854-191F-473E-A3C1-B6E5F6165404}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{A13FA854-191F-473E-A3C1-B6E5F6165404}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{A13FA854-191F-473E-A3C1-B6E5F6165404}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{A13FA854-191F-473E-A3C1-B6E5F6165404}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{A13FA854-191F-473E-A3C1-B6E5F6165404}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