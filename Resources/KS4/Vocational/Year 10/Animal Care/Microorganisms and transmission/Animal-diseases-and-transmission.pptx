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8F127-72CB-4CE8-A28B-915E916588B7}">
  <a:tblStyle styleId="{8198F127-72CB-4CE8-A28B-915E916588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{8198F127-72CB-4CE8-A28B-915E916588B7}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{8198F127-72CB-4CE8-A28B-915E916588B7}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{8198F127-72CB-4CE8-A28B-915E916588B7}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{8198F127-72CB-4CE8-A28B-915E916588B7}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{8198F127-72CB-4CE8-A28B-915E916588B7}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