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18C2C7-437C-4903-B3CF-300AB840F11B}">
  <a:tblStyle styleId="{8C18C2C7-437C-4903-B3CF-300AB840F1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{8C18C2C7-437C-4903-B3CF-300AB840F11B}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{8C18C2C7-437C-4903-B3CF-300AB840F11B}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{8C18C2C7-437C-4903-B3CF-300AB840F11B}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{8C18C2C7-437C-4903-B3CF-300AB840F11B}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{8C18C2C7-437C-4903-B3CF-300AB840F11B}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