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792B4D0-1226-4C1A-95BE-4428F7512C8F}">
  <a:tblStyle styleId="{8792B4D0-1226-4C1A-95BE-4428F7512C8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{8792B4D0-1226-4C1A-95BE-4428F7512C8F}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{8792B4D0-1226-4C1A-95BE-4428F7512C8F}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{8792B4D0-1226-4C1A-95BE-4428F7512C8F}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{8792B4D0-1226-4C1A-95BE-4428F7512C8F}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{8792B4D0-1226-4C1A-95BE-4428F7512C8F}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