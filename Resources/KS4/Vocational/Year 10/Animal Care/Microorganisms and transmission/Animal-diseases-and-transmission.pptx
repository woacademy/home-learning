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42C036-E113-4739-B11D-BC932BE0F165}">
  <a:tblStyle styleId="{0E42C036-E113-4739-B11D-BC932BE0F16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{0E42C036-E113-4739-B11D-BC932BE0F165}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{0E42C036-E113-4739-B11D-BC932BE0F165}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{0E42C036-E113-4739-B11D-BC932BE0F165}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{0E42C036-E113-4739-B11D-BC932BE0F165}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{0E42C036-E113-4739-B11D-BC932BE0F165}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