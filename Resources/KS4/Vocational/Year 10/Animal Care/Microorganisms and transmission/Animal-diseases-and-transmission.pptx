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349AD6-88E4-43E2-BD3A-D3E96416B771}">
  <a:tblStyle styleId="{33349AD6-88E4-43E2-BD3A-D3E96416B7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{33349AD6-88E4-43E2-BD3A-D3E96416B771}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{33349AD6-88E4-43E2-BD3A-D3E96416B771}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{33349AD6-88E4-43E2-BD3A-D3E96416B771}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{33349AD6-88E4-43E2-BD3A-D3E96416B771}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{33349AD6-88E4-43E2-BD3A-D3E96416B771}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