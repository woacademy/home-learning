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8BD1A3-BA72-49E1-9977-46B3BB7B3C44}">
  <a:tblStyle styleId="{B78BD1A3-BA72-49E1-9977-46B3BB7B3C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{B78BD1A3-BA72-49E1-9977-46B3BB7B3C44}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{B78BD1A3-BA72-49E1-9977-46B3BB7B3C44}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{B78BD1A3-BA72-49E1-9977-46B3BB7B3C44}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{B78BD1A3-BA72-49E1-9977-46B3BB7B3C44}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{B78BD1A3-BA72-49E1-9977-46B3BB7B3C44}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