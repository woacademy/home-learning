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8A9C0F-5C4D-489D-9291-DE376551267E}">
  <a:tblStyle styleId="{F28A9C0F-5C4D-489D-9291-DE376551267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{F28A9C0F-5C4D-489D-9291-DE376551267E}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{F28A9C0F-5C4D-489D-9291-DE376551267E}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{F28A9C0F-5C4D-489D-9291-DE376551267E}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{F28A9C0F-5C4D-489D-9291-DE376551267E}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{F28A9C0F-5C4D-489D-9291-DE376551267E}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