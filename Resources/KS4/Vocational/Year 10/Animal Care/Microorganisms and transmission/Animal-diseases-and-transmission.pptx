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3DAD34-5F75-4670-B59D-49C158D58776}">
  <a:tblStyle styleId="{543DAD34-5F75-4670-B59D-49C158D5877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{543DAD34-5F75-4670-B59D-49C158D58776}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{543DAD34-5F75-4670-B59D-49C158D58776}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{543DAD34-5F75-4670-B59D-49C158D58776}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{543DAD34-5F75-4670-B59D-49C158D58776}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{543DAD34-5F75-4670-B59D-49C158D58776}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