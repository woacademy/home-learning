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4218D0-6305-4538-8112-179BA498DE06}">
  <a:tblStyle styleId="{664218D0-6305-4538-8112-179BA498DE0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{664218D0-6305-4538-8112-179BA498DE06}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{664218D0-6305-4538-8112-179BA498DE06}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{664218D0-6305-4538-8112-179BA498DE06}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{664218D0-6305-4538-8112-179BA498DE06}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{664218D0-6305-4538-8112-179BA498DE06}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