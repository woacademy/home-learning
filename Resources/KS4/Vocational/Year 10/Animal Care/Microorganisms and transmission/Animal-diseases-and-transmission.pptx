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3BA86-D148-4A49-97B4-FBA89B4A8C12}">
  <a:tblStyle styleId="{5423BA86-D148-4A49-97B4-FBA89B4A8C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{5423BA86-D148-4A49-97B4-FBA89B4A8C12}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{5423BA86-D148-4A49-97B4-FBA89B4A8C12}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{5423BA86-D148-4A49-97B4-FBA89B4A8C12}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{5423BA86-D148-4A49-97B4-FBA89B4A8C12}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{5423BA86-D148-4A49-97B4-FBA89B4A8C12}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