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C08E18-DC13-4C71-BD41-11BDEEE35DBE}">
  <a:tblStyle styleId="{E1C08E18-DC13-4C71-BD41-11BDEEE35D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{E1C08E18-DC13-4C71-BD41-11BDEEE35DBE}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{E1C08E18-DC13-4C71-BD41-11BDEEE35DBE}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{E1C08E18-DC13-4C71-BD41-11BDEEE35DBE}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{E1C08E18-DC13-4C71-BD41-11BDEEE35DBE}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{E1C08E18-DC13-4C71-BD41-11BDEEE35DBE}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