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2E220D-0C9E-4BCF-86C2-895ABE4630BF}">
  <a:tblStyle styleId="{8A2E220D-0C9E-4BCF-86C2-895ABE4630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{8A2E220D-0C9E-4BCF-86C2-895ABE4630BF}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{8A2E220D-0C9E-4BCF-86C2-895ABE4630BF}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{8A2E220D-0C9E-4BCF-86C2-895ABE4630BF}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{8A2E220D-0C9E-4BCF-86C2-895ABE4630BF}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{8A2E220D-0C9E-4BCF-86C2-895ABE4630BF}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