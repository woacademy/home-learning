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2E3166-5396-449C-821D-244D8E328F25}">
  <a:tblStyle styleId="{DD2E3166-5396-449C-821D-244D8E328F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{DD2E3166-5396-449C-821D-244D8E328F25}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{DD2E3166-5396-449C-821D-244D8E328F25}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{DD2E3166-5396-449C-821D-244D8E328F25}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{DD2E3166-5396-449C-821D-244D8E328F25}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{DD2E3166-5396-449C-821D-244D8E328F25}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