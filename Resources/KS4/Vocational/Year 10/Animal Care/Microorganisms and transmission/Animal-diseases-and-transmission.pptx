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365D8F-33C0-45E5-9448-C24718414219}">
  <a:tblStyle styleId="{B5365D8F-33C0-45E5-9448-C2471841421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{B5365D8F-33C0-45E5-9448-C24718414219}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{B5365D8F-33C0-45E5-9448-C24718414219}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{B5365D8F-33C0-45E5-9448-C24718414219}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{B5365D8F-33C0-45E5-9448-C24718414219}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{B5365D8F-33C0-45E5-9448-C24718414219}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