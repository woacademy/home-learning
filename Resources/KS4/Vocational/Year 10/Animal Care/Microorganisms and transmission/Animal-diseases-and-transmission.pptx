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A78B38-76B3-4BF1-B62A-997CE0067B93}">
  <a:tblStyle styleId="{42A78B38-76B3-4BF1-B62A-997CE0067B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{42A78B38-76B3-4BF1-B62A-997CE0067B93}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{42A78B38-76B3-4BF1-B62A-997CE0067B93}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{42A78B38-76B3-4BF1-B62A-997CE0067B93}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{42A78B38-76B3-4BF1-B62A-997CE0067B93}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{42A78B38-76B3-4BF1-B62A-997CE0067B93}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