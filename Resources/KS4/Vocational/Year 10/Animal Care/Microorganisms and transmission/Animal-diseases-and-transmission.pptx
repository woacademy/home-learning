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A1BD45-5724-4E03-8EBF-5F1CF5A0989C}">
  <a:tblStyle styleId="{54A1BD45-5724-4E03-8EBF-5F1CF5A098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{54A1BD45-5724-4E03-8EBF-5F1CF5A0989C}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{54A1BD45-5724-4E03-8EBF-5F1CF5A0989C}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{54A1BD45-5724-4E03-8EBF-5F1CF5A0989C}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{54A1BD45-5724-4E03-8EBF-5F1CF5A0989C}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{54A1BD45-5724-4E03-8EBF-5F1CF5A0989C}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