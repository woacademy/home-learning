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572A024-2DE9-4242-A774-64753D86F07F}">
  <a:tblStyle styleId="{F572A024-2DE9-4242-A774-64753D86F07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{F572A024-2DE9-4242-A774-64753D86F07F}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{F572A024-2DE9-4242-A774-64753D86F07F}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{F572A024-2DE9-4242-A774-64753D86F07F}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{F572A024-2DE9-4242-A774-64753D86F07F}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{F572A024-2DE9-4242-A774-64753D86F07F}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