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C24CD0-18F8-4207-8855-F1D55200A2AA}">
  <a:tblStyle styleId="{76C24CD0-18F8-4207-8855-F1D55200A2A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{76C24CD0-18F8-4207-8855-F1D55200A2AA}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{76C24CD0-18F8-4207-8855-F1D55200A2AA}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{76C24CD0-18F8-4207-8855-F1D55200A2AA}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{76C24CD0-18F8-4207-8855-F1D55200A2AA}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{76C24CD0-18F8-4207-8855-F1D55200A2AA}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