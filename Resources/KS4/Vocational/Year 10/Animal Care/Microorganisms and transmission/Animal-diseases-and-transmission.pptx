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554C1A-D07D-48EB-8624-8136CB913AFF}">
  <a:tblStyle styleId="{F6554C1A-D07D-48EB-8624-8136CB913AF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{F6554C1A-D07D-48EB-8624-8136CB913AFF}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{F6554C1A-D07D-48EB-8624-8136CB913AFF}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{F6554C1A-D07D-48EB-8624-8136CB913AFF}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{F6554C1A-D07D-48EB-8624-8136CB913AFF}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{F6554C1A-D07D-48EB-8624-8136CB913AFF}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