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7288B0-7060-49BA-B28A-E1360128BCBC}">
  <a:tblStyle styleId="{407288B0-7060-49BA-B28A-E1360128BCB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{407288B0-7060-49BA-B28A-E1360128BCBC}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{407288B0-7060-49BA-B28A-E1360128BCBC}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{407288B0-7060-49BA-B28A-E1360128BCBC}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{407288B0-7060-49BA-B28A-E1360128BCBC}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{407288B0-7060-49BA-B28A-E1360128BCBC}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