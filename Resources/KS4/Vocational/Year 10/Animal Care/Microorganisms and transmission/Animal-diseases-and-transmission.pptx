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B00D38-D3C7-4B65-BD72-7F9FAFE1835B}">
  <a:tblStyle styleId="{D0B00D38-D3C7-4B65-BD72-7F9FAFE1835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{D0B00D38-D3C7-4B65-BD72-7F9FAFE1835B}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{D0B00D38-D3C7-4B65-BD72-7F9FAFE1835B}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{D0B00D38-D3C7-4B65-BD72-7F9FAFE1835B}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{D0B00D38-D3C7-4B65-BD72-7F9FAFE1835B}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{D0B00D38-D3C7-4B65-BD72-7F9FAFE1835B}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