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5E5875-AD6F-4D6D-9ABB-FBA8221DA2AF}">
  <a:tblStyle styleId="{B25E5875-AD6F-4D6D-9ABB-FBA8221DA2A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{B25E5875-AD6F-4D6D-9ABB-FBA8221DA2AF}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{B25E5875-AD6F-4D6D-9ABB-FBA8221DA2AF}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{B25E5875-AD6F-4D6D-9ABB-FBA8221DA2AF}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{B25E5875-AD6F-4D6D-9ABB-FBA8221DA2AF}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{B25E5875-AD6F-4D6D-9ABB-FBA8221DA2AF}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