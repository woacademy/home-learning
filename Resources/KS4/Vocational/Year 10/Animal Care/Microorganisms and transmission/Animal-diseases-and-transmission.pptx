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EF34E0-BF06-4466-9C04-6F0B6FF3B9F7}">
  <a:tblStyle styleId="{30EF34E0-BF06-4466-9C04-6F0B6FF3B9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{30EF34E0-BF06-4466-9C04-6F0B6FF3B9F7}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{30EF34E0-BF06-4466-9C04-6F0B6FF3B9F7}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{30EF34E0-BF06-4466-9C04-6F0B6FF3B9F7}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{30EF34E0-BF06-4466-9C04-6F0B6FF3B9F7}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{30EF34E0-BF06-4466-9C04-6F0B6FF3B9F7}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