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60E00B-595B-4692-A73C-C19609E56FC6}">
  <a:tblStyle styleId="{9E60E00B-595B-4692-A73C-C19609E56FC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{9E60E00B-595B-4692-A73C-C19609E56FC6}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{9E60E00B-595B-4692-A73C-C19609E56FC6}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{9E60E00B-595B-4692-A73C-C19609E56FC6}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{9E60E00B-595B-4692-A73C-C19609E56FC6}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{9E60E00B-595B-4692-A73C-C19609E56FC6}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