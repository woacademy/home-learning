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EA1771-C9BE-4C69-8FFA-95A7DB9B2342}">
  <a:tblStyle styleId="{34EA1771-C9BE-4C69-8FFA-95A7DB9B23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{34EA1771-C9BE-4C69-8FFA-95A7DB9B2342}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{34EA1771-C9BE-4C69-8FFA-95A7DB9B2342}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{34EA1771-C9BE-4C69-8FFA-95A7DB9B2342}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{34EA1771-C9BE-4C69-8FFA-95A7DB9B2342}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{34EA1771-C9BE-4C69-8FFA-95A7DB9B2342}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