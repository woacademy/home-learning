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6CF8B5-8C45-47D3-B7D4-E6B8B6852C6A}">
  <a:tblStyle styleId="{8E6CF8B5-8C45-47D3-B7D4-E6B8B6852C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{8E6CF8B5-8C45-47D3-B7D4-E6B8B6852C6A}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{8E6CF8B5-8C45-47D3-B7D4-E6B8B6852C6A}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{8E6CF8B5-8C45-47D3-B7D4-E6B8B6852C6A}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{8E6CF8B5-8C45-47D3-B7D4-E6B8B6852C6A}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{8E6CF8B5-8C45-47D3-B7D4-E6B8B6852C6A}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