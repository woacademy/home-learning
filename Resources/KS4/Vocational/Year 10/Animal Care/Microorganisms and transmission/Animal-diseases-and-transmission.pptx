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93BB91-B106-4853-9270-1D8EAC0A1F1B}">
  <a:tblStyle styleId="{2E93BB91-B106-4853-9270-1D8EAC0A1F1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{2E93BB91-B106-4853-9270-1D8EAC0A1F1B}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{2E93BB91-B106-4853-9270-1D8EAC0A1F1B}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{2E93BB91-B106-4853-9270-1D8EAC0A1F1B}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{2E93BB91-B106-4853-9270-1D8EAC0A1F1B}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{2E93BB91-B106-4853-9270-1D8EAC0A1F1B}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