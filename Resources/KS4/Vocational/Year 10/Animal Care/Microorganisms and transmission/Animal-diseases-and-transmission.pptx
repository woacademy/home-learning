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B7617E-4D98-4DEB-A2E5-82C769212C23}">
  <a:tblStyle styleId="{F2B7617E-4D98-4DEB-A2E5-82C769212C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{F2B7617E-4D98-4DEB-A2E5-82C769212C23}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{F2B7617E-4D98-4DEB-A2E5-82C769212C23}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{F2B7617E-4D98-4DEB-A2E5-82C769212C23}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{F2B7617E-4D98-4DEB-A2E5-82C769212C23}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{F2B7617E-4D98-4DEB-A2E5-82C769212C23}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