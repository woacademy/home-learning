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8CB6AD-99D2-4918-9183-174C4E70A4CF}">
  <a:tblStyle styleId="{228CB6AD-99D2-4918-9183-174C4E70A4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{228CB6AD-99D2-4918-9183-174C4E70A4CF}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{228CB6AD-99D2-4918-9183-174C4E70A4CF}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{228CB6AD-99D2-4918-9183-174C4E70A4CF}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{228CB6AD-99D2-4918-9183-174C4E70A4CF}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{228CB6AD-99D2-4918-9183-174C4E70A4CF}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