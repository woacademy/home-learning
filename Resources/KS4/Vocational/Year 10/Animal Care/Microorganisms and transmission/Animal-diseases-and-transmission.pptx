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5231E3D-3411-4B3F-A643-F20EEC87471E}">
  <a:tblStyle styleId="{55231E3D-3411-4B3F-A643-F20EEC87471E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{55231E3D-3411-4B3F-A643-F20EEC87471E}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{55231E3D-3411-4B3F-A643-F20EEC87471E}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{55231E3D-3411-4B3F-A643-F20EEC87471E}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{55231E3D-3411-4B3F-A643-F20EEC87471E}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{55231E3D-3411-4B3F-A643-F20EEC87471E}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