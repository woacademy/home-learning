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543A7E-3D30-46B4-AB24-E3BE5202121D}">
  <a:tblStyle styleId="{31543A7E-3D30-46B4-AB24-E3BE520212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{31543A7E-3D30-46B4-AB24-E3BE5202121D}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{31543A7E-3D30-46B4-AB24-E3BE5202121D}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{31543A7E-3D30-46B4-AB24-E3BE5202121D}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{31543A7E-3D30-46B4-AB24-E3BE5202121D}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{31543A7E-3D30-46B4-AB24-E3BE5202121D}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