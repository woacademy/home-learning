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782CFE-0863-40F4-B612-17D2AFAA2151}">
  <a:tblStyle styleId="{F6782CFE-0863-40F4-B612-17D2AFAA21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{F6782CFE-0863-40F4-B612-17D2AFAA2151}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{F6782CFE-0863-40F4-B612-17D2AFAA2151}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{F6782CFE-0863-40F4-B612-17D2AFAA2151}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{F6782CFE-0863-40F4-B612-17D2AFAA2151}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{F6782CFE-0863-40F4-B612-17D2AFAA2151}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