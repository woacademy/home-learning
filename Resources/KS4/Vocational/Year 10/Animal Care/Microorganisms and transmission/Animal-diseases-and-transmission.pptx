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FC73AD-E824-4C74-81E8-77D6F5A52820}">
  <a:tblStyle styleId="{68FC73AD-E824-4C74-81E8-77D6F5A528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{68FC73AD-E824-4C74-81E8-77D6F5A52820}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{68FC73AD-E824-4C74-81E8-77D6F5A52820}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{68FC73AD-E824-4C74-81E8-77D6F5A52820}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{68FC73AD-E824-4C74-81E8-77D6F5A52820}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{68FC73AD-E824-4C74-81E8-77D6F5A52820}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