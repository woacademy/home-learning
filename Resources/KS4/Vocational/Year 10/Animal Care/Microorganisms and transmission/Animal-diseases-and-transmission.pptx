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2B0DAE-61B0-436F-ADB4-54EF8F1773E4}">
  <a:tblStyle styleId="{672B0DAE-61B0-436F-ADB4-54EF8F1773E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{672B0DAE-61B0-436F-ADB4-54EF8F1773E4}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{672B0DAE-61B0-436F-ADB4-54EF8F1773E4}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{672B0DAE-61B0-436F-ADB4-54EF8F1773E4}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{672B0DAE-61B0-436F-ADB4-54EF8F1773E4}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{672B0DAE-61B0-436F-ADB4-54EF8F1773E4}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