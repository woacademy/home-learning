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20B65-AE16-488D-A4D2-977DC231FD06}">
  <a:tblStyle styleId="{3D720B65-AE16-488D-A4D2-977DC231FD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{3D720B65-AE16-488D-A4D2-977DC231FD06}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{3D720B65-AE16-488D-A4D2-977DC231FD06}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{3D720B65-AE16-488D-A4D2-977DC231FD06}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{3D720B65-AE16-488D-A4D2-977DC231FD06}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{3D720B65-AE16-488D-A4D2-977DC231FD06}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