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0BEFBF-9096-44AF-820B-663D0C5564E6}">
  <a:tblStyle styleId="{D10BEFBF-9096-44AF-820B-663D0C5564E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{D10BEFBF-9096-44AF-820B-663D0C5564E6}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{D10BEFBF-9096-44AF-820B-663D0C5564E6}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{D10BEFBF-9096-44AF-820B-663D0C5564E6}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{D10BEFBF-9096-44AF-820B-663D0C5564E6}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{D10BEFBF-9096-44AF-820B-663D0C5564E6}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