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713EC2-5264-4FD1-B450-854917641FEB}">
  <a:tblStyle styleId="{46713EC2-5264-4FD1-B450-854917641F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{46713EC2-5264-4FD1-B450-854917641FEB}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{46713EC2-5264-4FD1-B450-854917641FEB}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{46713EC2-5264-4FD1-B450-854917641FEB}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{46713EC2-5264-4FD1-B450-854917641FEB}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{46713EC2-5264-4FD1-B450-854917641FEB}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