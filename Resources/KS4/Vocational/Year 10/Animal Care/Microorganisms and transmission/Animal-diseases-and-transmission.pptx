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AA26A-8B88-4921-B56B-4FF6145B6AB8}">
  <a:tblStyle styleId="{37CAA26A-8B88-4921-B56B-4FF6145B6A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{37CAA26A-8B88-4921-B56B-4FF6145B6AB8}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{37CAA26A-8B88-4921-B56B-4FF6145B6AB8}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{37CAA26A-8B88-4921-B56B-4FF6145B6AB8}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{37CAA26A-8B88-4921-B56B-4FF6145B6AB8}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{37CAA26A-8B88-4921-B56B-4FF6145B6AB8}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