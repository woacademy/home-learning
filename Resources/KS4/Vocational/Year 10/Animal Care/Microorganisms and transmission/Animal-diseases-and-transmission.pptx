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3B49A2-0575-4A78-9667-618636483C61}">
  <a:tblStyle styleId="{9A3B49A2-0575-4A78-9667-618636483C6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{9A3B49A2-0575-4A78-9667-618636483C61}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{9A3B49A2-0575-4A78-9667-618636483C61}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{9A3B49A2-0575-4A78-9667-618636483C61}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{9A3B49A2-0575-4A78-9667-618636483C61}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{9A3B49A2-0575-4A78-9667-618636483C61}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