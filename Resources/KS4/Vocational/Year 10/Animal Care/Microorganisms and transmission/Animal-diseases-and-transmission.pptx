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93EEF3-0A56-49CF-A133-34F2F14B2348}">
  <a:tblStyle styleId="{E193EEF3-0A56-49CF-A133-34F2F14B23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{E193EEF3-0A56-49CF-A133-34F2F14B2348}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{E193EEF3-0A56-49CF-A133-34F2F14B2348}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{E193EEF3-0A56-49CF-A133-34F2F14B2348}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{E193EEF3-0A56-49CF-A133-34F2F14B2348}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{E193EEF3-0A56-49CF-A133-34F2F14B2348}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