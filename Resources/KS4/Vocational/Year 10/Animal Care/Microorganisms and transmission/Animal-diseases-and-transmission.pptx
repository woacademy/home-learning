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F70F12-9EC5-462C-9DEE-E431EA737223}">
  <a:tblStyle styleId="{06F70F12-9EC5-462C-9DEE-E431EA73722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{06F70F12-9EC5-462C-9DEE-E431EA737223}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{06F70F12-9EC5-462C-9DEE-E431EA737223}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{06F70F12-9EC5-462C-9DEE-E431EA737223}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{06F70F12-9EC5-462C-9DEE-E431EA737223}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{06F70F12-9EC5-462C-9DEE-E431EA737223}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