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DB323B-6F03-470C-85B1-4FB10C58B916}">
  <a:tblStyle styleId="{8CDB323B-6F03-470C-85B1-4FB10C58B91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{8CDB323B-6F03-470C-85B1-4FB10C58B916}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{8CDB323B-6F03-470C-85B1-4FB10C58B916}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{8CDB323B-6F03-470C-85B1-4FB10C58B916}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{8CDB323B-6F03-470C-85B1-4FB10C58B916}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{8CDB323B-6F03-470C-85B1-4FB10C58B916}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