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3EA6C0-E5BB-430A-955E-8F056C5358FA}">
  <a:tblStyle styleId="{553EA6C0-E5BB-430A-955E-8F056C5358F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{553EA6C0-E5BB-430A-955E-8F056C5358FA}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{553EA6C0-E5BB-430A-955E-8F056C5358FA}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{553EA6C0-E5BB-430A-955E-8F056C5358FA}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{553EA6C0-E5BB-430A-955E-8F056C5358FA}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{553EA6C0-E5BB-430A-955E-8F056C5358FA}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