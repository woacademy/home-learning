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D26F6EB-B364-48AF-BE1B-1FE6DD2515E6}">
  <a:tblStyle styleId="{DD26F6EB-B364-48AF-BE1B-1FE6DD2515E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{DD26F6EB-B364-48AF-BE1B-1FE6DD2515E6}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{DD26F6EB-B364-48AF-BE1B-1FE6DD2515E6}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{DD26F6EB-B364-48AF-BE1B-1FE6DD2515E6}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{DD26F6EB-B364-48AF-BE1B-1FE6DD2515E6}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{DD26F6EB-B364-48AF-BE1B-1FE6DD2515E6}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