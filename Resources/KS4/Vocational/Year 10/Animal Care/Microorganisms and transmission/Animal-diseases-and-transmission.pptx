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E2E366-D2CE-4A82-884C-E12CD9238FF2}">
  <a:tblStyle styleId="{3EE2E366-D2CE-4A82-884C-E12CD9238FF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{3EE2E366-D2CE-4A82-884C-E12CD9238FF2}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{3EE2E366-D2CE-4A82-884C-E12CD9238FF2}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{3EE2E366-D2CE-4A82-884C-E12CD9238FF2}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{3EE2E366-D2CE-4A82-884C-E12CD9238FF2}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{3EE2E366-D2CE-4A82-884C-E12CD9238FF2}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