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AF8532-6FBC-41A1-AE44-1FEF889867B9}">
  <a:tblStyle styleId="{82AF8532-6FBC-41A1-AE44-1FEF889867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{82AF8532-6FBC-41A1-AE44-1FEF889867B9}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{82AF8532-6FBC-41A1-AE44-1FEF889867B9}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{82AF8532-6FBC-41A1-AE44-1FEF889867B9}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{82AF8532-6FBC-41A1-AE44-1FEF889867B9}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{82AF8532-6FBC-41A1-AE44-1FEF889867B9}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