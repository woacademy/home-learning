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AB2161-69A3-4BB8-9003-38153850B7DD}">
  <a:tblStyle styleId="{A1AB2161-69A3-4BB8-9003-38153850B7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{A1AB2161-69A3-4BB8-9003-38153850B7DD}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{A1AB2161-69A3-4BB8-9003-38153850B7DD}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{A1AB2161-69A3-4BB8-9003-38153850B7DD}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{A1AB2161-69A3-4BB8-9003-38153850B7DD}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{A1AB2161-69A3-4BB8-9003-38153850B7DD}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