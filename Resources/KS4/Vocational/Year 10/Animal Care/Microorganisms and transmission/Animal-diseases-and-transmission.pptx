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0B92DC-C3A4-43D4-AC70-F029F394EEDE}">
  <a:tblStyle styleId="{640B92DC-C3A4-43D4-AC70-F029F394EE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{640B92DC-C3A4-43D4-AC70-F029F394EEDE}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{640B92DC-C3A4-43D4-AC70-F029F394EEDE}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{640B92DC-C3A4-43D4-AC70-F029F394EEDE}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{640B92DC-C3A4-43D4-AC70-F029F394EEDE}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{640B92DC-C3A4-43D4-AC70-F029F394EEDE}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