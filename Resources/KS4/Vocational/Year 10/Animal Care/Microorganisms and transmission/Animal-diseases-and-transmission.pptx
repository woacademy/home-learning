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D31FC2-D1B4-45F8-8ED9-7E08F856FF12}">
  <a:tblStyle styleId="{59D31FC2-D1B4-45F8-8ED9-7E08F856FF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{59D31FC2-D1B4-45F8-8ED9-7E08F856FF12}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{59D31FC2-D1B4-45F8-8ED9-7E08F856FF12}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{59D31FC2-D1B4-45F8-8ED9-7E08F856FF12}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{59D31FC2-D1B4-45F8-8ED9-7E08F856FF12}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{59D31FC2-D1B4-45F8-8ED9-7E08F856FF12}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