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ECD0C2-8B26-4411-A514-0596ED6EACB1}">
  <a:tblStyle styleId="{23ECD0C2-8B26-4411-A514-0596ED6EACB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{23ECD0C2-8B26-4411-A514-0596ED6EACB1}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{23ECD0C2-8B26-4411-A514-0596ED6EACB1}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{23ECD0C2-8B26-4411-A514-0596ED6EACB1}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{23ECD0C2-8B26-4411-A514-0596ED6EACB1}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{23ECD0C2-8B26-4411-A514-0596ED6EACB1}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