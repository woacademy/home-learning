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C786C-A06E-429E-A3DD-7C2F25EA5017}">
  <a:tblStyle styleId="{E1FC786C-A06E-429E-A3DD-7C2F25EA50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{E1FC786C-A06E-429E-A3DD-7C2F25EA5017}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{E1FC786C-A06E-429E-A3DD-7C2F25EA5017}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{E1FC786C-A06E-429E-A3DD-7C2F25EA5017}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{E1FC786C-A06E-429E-A3DD-7C2F25EA5017}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{E1FC786C-A06E-429E-A3DD-7C2F25EA5017}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