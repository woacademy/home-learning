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A0C941-BA00-4F6D-89B2-6597ACE89102}">
  <a:tblStyle styleId="{5EA0C941-BA00-4F6D-89B2-6597ACE891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{5EA0C941-BA00-4F6D-89B2-6597ACE89102}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{5EA0C941-BA00-4F6D-89B2-6597ACE89102}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{5EA0C941-BA00-4F6D-89B2-6597ACE89102}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{5EA0C941-BA00-4F6D-89B2-6597ACE89102}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{5EA0C941-BA00-4F6D-89B2-6597ACE89102}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