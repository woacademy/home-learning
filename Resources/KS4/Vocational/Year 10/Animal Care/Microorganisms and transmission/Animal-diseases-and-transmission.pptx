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B8DB77-68BF-4FFD-81C3-4A2305D6F6DA}">
  <a:tblStyle styleId="{8FB8DB77-68BF-4FFD-81C3-4A2305D6F6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{8FB8DB77-68BF-4FFD-81C3-4A2305D6F6DA}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{8FB8DB77-68BF-4FFD-81C3-4A2305D6F6DA}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{8FB8DB77-68BF-4FFD-81C3-4A2305D6F6DA}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{8FB8DB77-68BF-4FFD-81C3-4A2305D6F6DA}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{8FB8DB77-68BF-4FFD-81C3-4A2305D6F6DA}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