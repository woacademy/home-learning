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D4EC52-3491-4269-B272-F33AD07FC524}">
  <a:tblStyle styleId="{C5D4EC52-3491-4269-B272-F33AD07FC5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{C5D4EC52-3491-4269-B272-F33AD07FC524}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{C5D4EC52-3491-4269-B272-F33AD07FC524}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{C5D4EC52-3491-4269-B272-F33AD07FC524}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{C5D4EC52-3491-4269-B272-F33AD07FC524}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{C5D4EC52-3491-4269-B272-F33AD07FC524}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