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4B1289-16CB-4561-B2DB-5DACBAC4E73E}">
  <a:tblStyle styleId="{7D4B1289-16CB-4561-B2DB-5DACBAC4E7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{7D4B1289-16CB-4561-B2DB-5DACBAC4E73E}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{7D4B1289-16CB-4561-B2DB-5DACBAC4E73E}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{7D4B1289-16CB-4561-B2DB-5DACBAC4E73E}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{7D4B1289-16CB-4561-B2DB-5DACBAC4E73E}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{7D4B1289-16CB-4561-B2DB-5DACBAC4E73E}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