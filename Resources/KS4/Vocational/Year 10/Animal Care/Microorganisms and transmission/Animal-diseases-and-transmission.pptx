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1107C9C-F1F5-4435-A068-3A3DEE354E68}">
  <a:tblStyle styleId="{41107C9C-F1F5-4435-A068-3A3DEE354E68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{41107C9C-F1F5-4435-A068-3A3DEE354E68}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{41107C9C-F1F5-4435-A068-3A3DEE354E68}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{41107C9C-F1F5-4435-A068-3A3DEE354E68}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{41107C9C-F1F5-4435-A068-3A3DEE354E68}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{41107C9C-F1F5-4435-A068-3A3DEE354E68}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