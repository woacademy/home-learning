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1DA0C3-99C0-4B74-9B3B-522BEFC420CA}">
  <a:tblStyle styleId="{241DA0C3-99C0-4B74-9B3B-522BEFC420C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{241DA0C3-99C0-4B74-9B3B-522BEFC420CA}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{241DA0C3-99C0-4B74-9B3B-522BEFC420CA}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{241DA0C3-99C0-4B74-9B3B-522BEFC420CA}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{241DA0C3-99C0-4B74-9B3B-522BEFC420CA}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{241DA0C3-99C0-4B74-9B3B-522BEFC420CA}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