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DA7085-E2DF-482F-A319-7F441F3CFA61}">
  <a:tblStyle styleId="{ACDA7085-E2DF-482F-A319-7F441F3CFA6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{ACDA7085-E2DF-482F-A319-7F441F3CFA61}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{ACDA7085-E2DF-482F-A319-7F441F3CFA61}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{ACDA7085-E2DF-482F-A319-7F441F3CFA61}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{ACDA7085-E2DF-482F-A319-7F441F3CFA61}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{ACDA7085-E2DF-482F-A319-7F441F3CFA61}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