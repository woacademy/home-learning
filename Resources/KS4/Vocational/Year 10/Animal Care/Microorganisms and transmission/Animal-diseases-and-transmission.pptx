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84B2D-EF1B-4862-8277-DDB49646094E}">
  <a:tblStyle styleId="{07884B2D-EF1B-4862-8277-DDB4964609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{07884B2D-EF1B-4862-8277-DDB49646094E}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{07884B2D-EF1B-4862-8277-DDB49646094E}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{07884B2D-EF1B-4862-8277-DDB49646094E}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{07884B2D-EF1B-4862-8277-DDB49646094E}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{07884B2D-EF1B-4862-8277-DDB49646094E}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