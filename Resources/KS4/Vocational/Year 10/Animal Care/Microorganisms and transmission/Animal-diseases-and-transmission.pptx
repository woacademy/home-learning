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8BC8A-148B-461D-A2BF-07633500400C}">
  <a:tblStyle styleId="{3DC8BC8A-148B-461D-A2BF-0763350040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{3DC8BC8A-148B-461D-A2BF-07633500400C}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{3DC8BC8A-148B-461D-A2BF-07633500400C}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{3DC8BC8A-148B-461D-A2BF-07633500400C}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{3DC8BC8A-148B-461D-A2BF-07633500400C}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{3DC8BC8A-148B-461D-A2BF-07633500400C}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