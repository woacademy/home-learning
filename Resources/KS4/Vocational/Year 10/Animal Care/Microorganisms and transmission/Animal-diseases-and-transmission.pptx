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CB0D8E-F397-4F0B-836E-5DD99D6E98F8}">
  <a:tblStyle styleId="{27CB0D8E-F397-4F0B-836E-5DD99D6E98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{27CB0D8E-F397-4F0B-836E-5DD99D6E98F8}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{27CB0D8E-F397-4F0B-836E-5DD99D6E98F8}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{27CB0D8E-F397-4F0B-836E-5DD99D6E98F8}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{27CB0D8E-F397-4F0B-836E-5DD99D6E98F8}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{27CB0D8E-F397-4F0B-836E-5DD99D6E98F8}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