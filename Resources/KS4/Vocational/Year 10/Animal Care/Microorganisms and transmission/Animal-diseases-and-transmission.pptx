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43F583E-9790-484C-8573-207662C80414}">
  <a:tblStyle styleId="{843F583E-9790-484C-8573-207662C8041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{843F583E-9790-484C-8573-207662C80414}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{843F583E-9790-484C-8573-207662C80414}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{843F583E-9790-484C-8573-207662C80414}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{843F583E-9790-484C-8573-207662C80414}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{843F583E-9790-484C-8573-207662C80414}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