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11F78E-0926-4CED-A5E2-2F4E557CDADD}">
  <a:tblStyle styleId="{2E11F78E-0926-4CED-A5E2-2F4E557CDA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{2E11F78E-0926-4CED-A5E2-2F4E557CDADD}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{2E11F78E-0926-4CED-A5E2-2F4E557CDADD}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{2E11F78E-0926-4CED-A5E2-2F4E557CDADD}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{2E11F78E-0926-4CED-A5E2-2F4E557CDADD}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{2E11F78E-0926-4CED-A5E2-2F4E557CDADD}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