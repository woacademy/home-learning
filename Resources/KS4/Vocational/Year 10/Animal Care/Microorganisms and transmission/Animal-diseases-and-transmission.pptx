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C2167E-73A6-4B4D-AFC7-363CA80566C2}">
  <a:tblStyle styleId="{E7C2167E-73A6-4B4D-AFC7-363CA80566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{E7C2167E-73A6-4B4D-AFC7-363CA80566C2}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{E7C2167E-73A6-4B4D-AFC7-363CA80566C2}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{E7C2167E-73A6-4B4D-AFC7-363CA80566C2}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{E7C2167E-73A6-4B4D-AFC7-363CA80566C2}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{E7C2167E-73A6-4B4D-AFC7-363CA80566C2}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