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8A2116-6E0C-4B07-983B-E88CAC354CEC}">
  <a:tblStyle styleId="{648A2116-6E0C-4B07-983B-E88CAC354CE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{648A2116-6E0C-4B07-983B-E88CAC354CEC}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{648A2116-6E0C-4B07-983B-E88CAC354CEC}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{648A2116-6E0C-4B07-983B-E88CAC354CEC}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{648A2116-6E0C-4B07-983B-E88CAC354CEC}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{648A2116-6E0C-4B07-983B-E88CAC354CEC}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