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A46927-B44A-48F3-8321-25B2EF9A8615}">
  <a:tblStyle styleId="{A3A46927-B44A-48F3-8321-25B2EF9A86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{A3A46927-B44A-48F3-8321-25B2EF9A8615}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{A3A46927-B44A-48F3-8321-25B2EF9A8615}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{A3A46927-B44A-48F3-8321-25B2EF9A8615}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{A3A46927-B44A-48F3-8321-25B2EF9A8615}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{A3A46927-B44A-48F3-8321-25B2EF9A8615}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