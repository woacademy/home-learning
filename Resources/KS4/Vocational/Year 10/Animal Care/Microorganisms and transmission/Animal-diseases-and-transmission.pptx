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936492-03FD-495F-99BD-FC183B45E9C5}">
  <a:tblStyle styleId="{E2936492-03FD-495F-99BD-FC183B45E9C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{E2936492-03FD-495F-99BD-FC183B45E9C5}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{E2936492-03FD-495F-99BD-FC183B45E9C5}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{E2936492-03FD-495F-99BD-FC183B45E9C5}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{E2936492-03FD-495F-99BD-FC183B45E9C5}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{E2936492-03FD-495F-99BD-FC183B45E9C5}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