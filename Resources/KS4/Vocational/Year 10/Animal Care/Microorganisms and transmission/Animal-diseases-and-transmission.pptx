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757A01-388B-4B1D-BE62-D02967AF540F}">
  <a:tblStyle styleId="{4D757A01-388B-4B1D-BE62-D02967AF54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{4D757A01-388B-4B1D-BE62-D02967AF540F}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{4D757A01-388B-4B1D-BE62-D02967AF540F}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{4D757A01-388B-4B1D-BE62-D02967AF540F}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{4D757A01-388B-4B1D-BE62-D02967AF540F}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{4D757A01-388B-4B1D-BE62-D02967AF540F}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