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DA8248-F9A0-4A4A-84AA-B6B93A4690BE}">
  <a:tblStyle styleId="{7EDA8248-F9A0-4A4A-84AA-B6B93A4690B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{7EDA8248-F9A0-4A4A-84AA-B6B93A4690BE}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{7EDA8248-F9A0-4A4A-84AA-B6B93A4690BE}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{7EDA8248-F9A0-4A4A-84AA-B6B93A4690BE}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{7EDA8248-F9A0-4A4A-84AA-B6B93A4690BE}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{7EDA8248-F9A0-4A4A-84AA-B6B93A4690BE}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