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8E5A4F-262E-45D0-BF62-27AD4AA11CAC}">
  <a:tblStyle styleId="{F28E5A4F-262E-45D0-BF62-27AD4AA11CA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{F28E5A4F-262E-45D0-BF62-27AD4AA11CAC}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{F28E5A4F-262E-45D0-BF62-27AD4AA11CAC}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{F28E5A4F-262E-45D0-BF62-27AD4AA11CAC}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{F28E5A4F-262E-45D0-BF62-27AD4AA11CAC}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{F28E5A4F-262E-45D0-BF62-27AD4AA11CAC}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