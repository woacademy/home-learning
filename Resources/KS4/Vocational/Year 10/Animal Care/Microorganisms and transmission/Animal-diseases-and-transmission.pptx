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A3B214-E936-44C4-BF58-DE501C0590F7}">
  <a:tblStyle styleId="{72A3B214-E936-44C4-BF58-DE501C0590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{72A3B214-E936-44C4-BF58-DE501C0590F7}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{72A3B214-E936-44C4-BF58-DE501C0590F7}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{72A3B214-E936-44C4-BF58-DE501C0590F7}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{72A3B214-E936-44C4-BF58-DE501C0590F7}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{72A3B214-E936-44C4-BF58-DE501C0590F7}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