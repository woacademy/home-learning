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905218B-6AE3-4F8A-AC78-117DF587D99E}">
  <a:tblStyle styleId="{4905218B-6AE3-4F8A-AC78-117DF587D9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{4905218B-6AE3-4F8A-AC78-117DF587D99E}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{4905218B-6AE3-4F8A-AC78-117DF587D99E}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{4905218B-6AE3-4F8A-AC78-117DF587D99E}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{4905218B-6AE3-4F8A-AC78-117DF587D99E}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{4905218B-6AE3-4F8A-AC78-117DF587D99E}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