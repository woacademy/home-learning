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438DB1-162F-44A6-871F-AFDC45FE6547}">
  <a:tblStyle styleId="{B0438DB1-162F-44A6-871F-AFDC45FE65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{B0438DB1-162F-44A6-871F-AFDC45FE6547}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{B0438DB1-162F-44A6-871F-AFDC45FE6547}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{B0438DB1-162F-44A6-871F-AFDC45FE6547}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{B0438DB1-162F-44A6-871F-AFDC45FE6547}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{B0438DB1-162F-44A6-871F-AFDC45FE6547}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