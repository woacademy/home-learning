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7C784-D0CD-432C-AF13-59BA6839E299}">
  <a:tblStyle styleId="{0FE7C784-D0CD-432C-AF13-59BA6839E2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{0FE7C784-D0CD-432C-AF13-59BA6839E299}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{0FE7C784-D0CD-432C-AF13-59BA6839E299}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{0FE7C784-D0CD-432C-AF13-59BA6839E299}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{0FE7C784-D0CD-432C-AF13-59BA6839E299}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{0FE7C784-D0CD-432C-AF13-59BA6839E299}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