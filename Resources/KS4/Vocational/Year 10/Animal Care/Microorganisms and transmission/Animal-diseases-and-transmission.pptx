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B752E6-65B5-4B99-9489-3554F57293C7}">
  <a:tblStyle styleId="{85B752E6-65B5-4B99-9489-3554F57293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{85B752E6-65B5-4B99-9489-3554F57293C7}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{85B752E6-65B5-4B99-9489-3554F57293C7}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{85B752E6-65B5-4B99-9489-3554F57293C7}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{85B752E6-65B5-4B99-9489-3554F57293C7}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{85B752E6-65B5-4B99-9489-3554F57293C7}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