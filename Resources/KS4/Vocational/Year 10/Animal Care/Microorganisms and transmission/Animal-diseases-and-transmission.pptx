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F5B954-136B-4AA4-A411-6DC7CE33A39C}">
  <a:tblStyle styleId="{EFF5B954-136B-4AA4-A411-6DC7CE33A3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{EFF5B954-136B-4AA4-A411-6DC7CE33A39C}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{EFF5B954-136B-4AA4-A411-6DC7CE33A39C}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{EFF5B954-136B-4AA4-A411-6DC7CE33A39C}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{EFF5B954-136B-4AA4-A411-6DC7CE33A39C}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{EFF5B954-136B-4AA4-A411-6DC7CE33A39C}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