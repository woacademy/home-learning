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BF9219-C576-4374-BD56-87A0B3C90CD3}">
  <a:tblStyle styleId="{0EBF9219-C576-4374-BD56-87A0B3C90CD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{0EBF9219-C576-4374-BD56-87A0B3C90CD3}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{0EBF9219-C576-4374-BD56-87A0B3C90CD3}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{0EBF9219-C576-4374-BD56-87A0B3C90CD3}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{0EBF9219-C576-4374-BD56-87A0B3C90CD3}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{0EBF9219-C576-4374-BD56-87A0B3C90CD3}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