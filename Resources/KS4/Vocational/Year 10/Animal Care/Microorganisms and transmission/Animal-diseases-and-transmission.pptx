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99D34-2AAB-4EBA-8B03-67B86536BD80}">
  <a:tblStyle styleId="{23599D34-2AAB-4EBA-8B03-67B86536BD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{23599D34-2AAB-4EBA-8B03-67B86536BD80}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{23599D34-2AAB-4EBA-8B03-67B86536BD80}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{23599D34-2AAB-4EBA-8B03-67B86536BD80}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{23599D34-2AAB-4EBA-8B03-67B86536BD80}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{23599D34-2AAB-4EBA-8B03-67B86536BD80}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