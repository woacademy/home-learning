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1ECA99-5E70-4F23-B1B9-9935D93A2308}">
  <a:tblStyle styleId="{301ECA99-5E70-4F23-B1B9-9935D93A23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{301ECA99-5E70-4F23-B1B9-9935D93A2308}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{301ECA99-5E70-4F23-B1B9-9935D93A2308}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{301ECA99-5E70-4F23-B1B9-9935D93A2308}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{301ECA99-5E70-4F23-B1B9-9935D93A2308}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{301ECA99-5E70-4F23-B1B9-9935D93A2308}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