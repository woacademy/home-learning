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C5930A-6F2D-4A55-8250-F599B63003CB}">
  <a:tblStyle styleId="{48C5930A-6F2D-4A55-8250-F599B63003C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{48C5930A-6F2D-4A55-8250-F599B63003CB}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{48C5930A-6F2D-4A55-8250-F599B63003CB}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{48C5930A-6F2D-4A55-8250-F599B63003CB}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{48C5930A-6F2D-4A55-8250-F599B63003CB}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{48C5930A-6F2D-4A55-8250-F599B63003CB}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