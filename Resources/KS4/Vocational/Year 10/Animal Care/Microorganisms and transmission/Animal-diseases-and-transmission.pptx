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99330B-5749-4921-ABD8-05F47E81A8AF}">
  <a:tblStyle styleId="{F199330B-5749-4921-ABD8-05F47E81A8A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{F199330B-5749-4921-ABD8-05F47E81A8AF}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{F199330B-5749-4921-ABD8-05F47E81A8AF}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{F199330B-5749-4921-ABD8-05F47E81A8AF}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{F199330B-5749-4921-ABD8-05F47E81A8AF}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{F199330B-5749-4921-ABD8-05F47E81A8AF}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