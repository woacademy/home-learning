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5D73A7-5CD1-42BB-8EE8-1D3CF4D70125}">
  <a:tblStyle styleId="{335D73A7-5CD1-42BB-8EE8-1D3CF4D7012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{335D73A7-5CD1-42BB-8EE8-1D3CF4D70125}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{335D73A7-5CD1-42BB-8EE8-1D3CF4D70125}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{335D73A7-5CD1-42BB-8EE8-1D3CF4D70125}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{335D73A7-5CD1-42BB-8EE8-1D3CF4D70125}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{335D73A7-5CD1-42BB-8EE8-1D3CF4D70125}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