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31B896-3694-4967-9841-18B5F1061183}">
  <a:tblStyle styleId="{0531B896-3694-4967-9841-18B5F106118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{0531B896-3694-4967-9841-18B5F1061183}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{0531B896-3694-4967-9841-18B5F1061183}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{0531B896-3694-4967-9841-18B5F1061183}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{0531B896-3694-4967-9841-18B5F1061183}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{0531B896-3694-4967-9841-18B5F1061183}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