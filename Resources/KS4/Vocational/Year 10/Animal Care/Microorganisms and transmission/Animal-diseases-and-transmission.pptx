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5328F-D64D-42FB-AFD0-14BB05E77B91}">
  <a:tblStyle styleId="{56E5328F-D64D-42FB-AFD0-14BB05E77B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{56E5328F-D64D-42FB-AFD0-14BB05E77B91}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{56E5328F-D64D-42FB-AFD0-14BB05E77B91}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{56E5328F-D64D-42FB-AFD0-14BB05E77B91}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{56E5328F-D64D-42FB-AFD0-14BB05E77B91}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{56E5328F-D64D-42FB-AFD0-14BB05E77B91}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