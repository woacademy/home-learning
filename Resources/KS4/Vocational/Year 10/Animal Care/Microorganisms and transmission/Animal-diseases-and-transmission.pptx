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B23785-4EB2-49C3-9052-4F32FDF47D6B}">
  <a:tblStyle styleId="{5EB23785-4EB2-49C3-9052-4F32FDF47D6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{5EB23785-4EB2-49C3-9052-4F32FDF47D6B}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{5EB23785-4EB2-49C3-9052-4F32FDF47D6B}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{5EB23785-4EB2-49C3-9052-4F32FDF47D6B}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{5EB23785-4EB2-49C3-9052-4F32FDF47D6B}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{5EB23785-4EB2-49C3-9052-4F32FDF47D6B}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