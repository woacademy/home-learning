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8AC4DA-8804-4175-95DB-5D041A64568E}">
  <a:tblStyle styleId="{D58AC4DA-8804-4175-95DB-5D041A6456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{D58AC4DA-8804-4175-95DB-5D041A64568E}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{D58AC4DA-8804-4175-95DB-5D041A64568E}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{D58AC4DA-8804-4175-95DB-5D041A64568E}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{D58AC4DA-8804-4175-95DB-5D041A64568E}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{D58AC4DA-8804-4175-95DB-5D041A64568E}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