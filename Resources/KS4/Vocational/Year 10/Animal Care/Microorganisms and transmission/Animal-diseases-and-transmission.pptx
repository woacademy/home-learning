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E3DBD-F750-48FF-A4D7-2116B8AAB960}">
  <a:tblStyle styleId="{D76E3DBD-F750-48FF-A4D7-2116B8AAB9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{D76E3DBD-F750-48FF-A4D7-2116B8AAB960}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{D76E3DBD-F750-48FF-A4D7-2116B8AAB960}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{D76E3DBD-F750-48FF-A4D7-2116B8AAB960}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{D76E3DBD-F750-48FF-A4D7-2116B8AAB960}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{D76E3DBD-F750-48FF-A4D7-2116B8AAB960}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