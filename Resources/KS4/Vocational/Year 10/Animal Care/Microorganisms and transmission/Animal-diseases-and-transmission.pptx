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9A5915A-7107-4882-AE73-C09E2D0E8889}">
  <a:tblStyle styleId="{D9A5915A-7107-4882-AE73-C09E2D0E88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{D9A5915A-7107-4882-AE73-C09E2D0E8889}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{D9A5915A-7107-4882-AE73-C09E2D0E8889}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{D9A5915A-7107-4882-AE73-C09E2D0E8889}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{D9A5915A-7107-4882-AE73-C09E2D0E8889}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{D9A5915A-7107-4882-AE73-C09E2D0E8889}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