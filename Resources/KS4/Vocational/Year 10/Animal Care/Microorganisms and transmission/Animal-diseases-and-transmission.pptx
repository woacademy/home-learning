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DFE969-658E-41E3-AA25-E094926795C3}">
  <a:tblStyle styleId="{89DFE969-658E-41E3-AA25-E094926795C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{89DFE969-658E-41E3-AA25-E094926795C3}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{89DFE969-658E-41E3-AA25-E094926795C3}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{89DFE969-658E-41E3-AA25-E094926795C3}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{89DFE969-658E-41E3-AA25-E094926795C3}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{89DFE969-658E-41E3-AA25-E094926795C3}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