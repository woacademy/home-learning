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7D6138-E21A-4277-93CB-A042ADA55BBB}">
  <a:tblStyle styleId="{6C7D6138-E21A-4277-93CB-A042ADA55B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{6C7D6138-E21A-4277-93CB-A042ADA55BBB}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{6C7D6138-E21A-4277-93CB-A042ADA55BBB}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{6C7D6138-E21A-4277-93CB-A042ADA55BBB}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{6C7D6138-E21A-4277-93CB-A042ADA55BBB}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{6C7D6138-E21A-4277-93CB-A042ADA55BBB}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