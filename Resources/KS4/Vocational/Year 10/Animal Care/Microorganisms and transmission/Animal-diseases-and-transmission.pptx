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819538-9A0E-434D-9A7A-AD25E7208E7D}">
  <a:tblStyle styleId="{AB819538-9A0E-434D-9A7A-AD25E7208E7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{AB819538-9A0E-434D-9A7A-AD25E7208E7D}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{AB819538-9A0E-434D-9A7A-AD25E7208E7D}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{AB819538-9A0E-434D-9A7A-AD25E7208E7D}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{AB819538-9A0E-434D-9A7A-AD25E7208E7D}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{AB819538-9A0E-434D-9A7A-AD25E7208E7D}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