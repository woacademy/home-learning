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FE7719-A721-4AC8-8B63-4E8FE821EBC6}">
  <a:tblStyle styleId="{68FE7719-A721-4AC8-8B63-4E8FE821EB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{68FE7719-A721-4AC8-8B63-4E8FE821EBC6}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{68FE7719-A721-4AC8-8B63-4E8FE821EBC6}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{68FE7719-A721-4AC8-8B63-4E8FE821EBC6}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{68FE7719-A721-4AC8-8B63-4E8FE821EBC6}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{68FE7719-A721-4AC8-8B63-4E8FE821EBC6}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