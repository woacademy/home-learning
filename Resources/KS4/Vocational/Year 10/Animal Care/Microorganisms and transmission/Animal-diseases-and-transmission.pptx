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407859-4E77-4965-8245-DC48FD986967}">
  <a:tblStyle styleId="{B6407859-4E77-4965-8245-DC48FD9869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{B6407859-4E77-4965-8245-DC48FD986967}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{B6407859-4E77-4965-8245-DC48FD986967}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{B6407859-4E77-4965-8245-DC48FD986967}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{B6407859-4E77-4965-8245-DC48FD986967}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{B6407859-4E77-4965-8245-DC48FD986967}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