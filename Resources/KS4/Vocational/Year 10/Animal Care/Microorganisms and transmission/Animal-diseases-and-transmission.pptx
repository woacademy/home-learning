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55A9AD-A00E-48F4-9110-F4087AAAF3BB}">
  <a:tblStyle styleId="{5855A9AD-A00E-48F4-9110-F4087AAAF3B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{5855A9AD-A00E-48F4-9110-F4087AAAF3BB}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{5855A9AD-A00E-48F4-9110-F4087AAAF3BB}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{5855A9AD-A00E-48F4-9110-F4087AAAF3BB}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{5855A9AD-A00E-48F4-9110-F4087AAAF3BB}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{5855A9AD-A00E-48F4-9110-F4087AAAF3BB}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