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138935-5010-4BC3-879B-3FC8ECC99C22}">
  <a:tblStyle styleId="{2C138935-5010-4BC3-879B-3FC8ECC99C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{2C138935-5010-4BC3-879B-3FC8ECC99C22}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{2C138935-5010-4BC3-879B-3FC8ECC99C22}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{2C138935-5010-4BC3-879B-3FC8ECC99C22}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{2C138935-5010-4BC3-879B-3FC8ECC99C22}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{2C138935-5010-4BC3-879B-3FC8ECC99C22}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