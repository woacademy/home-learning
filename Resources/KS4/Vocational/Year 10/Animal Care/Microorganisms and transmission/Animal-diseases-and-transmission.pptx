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FE3282-14B3-4D4A-8CE1-24ECC34DE64F}">
  <a:tblStyle styleId="{B3FE3282-14B3-4D4A-8CE1-24ECC34DE64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{B3FE3282-14B3-4D4A-8CE1-24ECC34DE64F}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{B3FE3282-14B3-4D4A-8CE1-24ECC34DE64F}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{B3FE3282-14B3-4D4A-8CE1-24ECC34DE64F}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{B3FE3282-14B3-4D4A-8CE1-24ECC34DE64F}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{B3FE3282-14B3-4D4A-8CE1-24ECC34DE64F}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