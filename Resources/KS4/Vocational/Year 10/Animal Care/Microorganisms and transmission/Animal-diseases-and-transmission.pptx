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FB26E8-5D07-4BF9-9A62-824964F52F3E}">
  <a:tblStyle styleId="{08FB26E8-5D07-4BF9-9A62-824964F52F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{08FB26E8-5D07-4BF9-9A62-824964F52F3E}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{08FB26E8-5D07-4BF9-9A62-824964F52F3E}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{08FB26E8-5D07-4BF9-9A62-824964F52F3E}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{08FB26E8-5D07-4BF9-9A62-824964F52F3E}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{08FB26E8-5D07-4BF9-9A62-824964F52F3E}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