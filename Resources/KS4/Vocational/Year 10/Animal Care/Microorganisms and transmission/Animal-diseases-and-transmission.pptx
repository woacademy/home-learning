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145B3E-37B3-474F-9A3F-6B56213B556B}">
  <a:tblStyle styleId="{ED145B3E-37B3-474F-9A3F-6B56213B55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{ED145B3E-37B3-474F-9A3F-6B56213B556B}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{ED145B3E-37B3-474F-9A3F-6B56213B556B}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{ED145B3E-37B3-474F-9A3F-6B56213B556B}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{ED145B3E-37B3-474F-9A3F-6B56213B556B}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{ED145B3E-37B3-474F-9A3F-6B56213B556B}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