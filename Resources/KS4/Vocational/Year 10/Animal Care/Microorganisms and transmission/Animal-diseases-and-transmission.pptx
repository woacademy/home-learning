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87B18C-14FA-42DD-83B5-C8A875325875}">
  <a:tblStyle styleId="{4787B18C-14FA-42DD-83B5-C8A8753258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{4787B18C-14FA-42DD-83B5-C8A875325875}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{4787B18C-14FA-42DD-83B5-C8A875325875}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{4787B18C-14FA-42DD-83B5-C8A875325875}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{4787B18C-14FA-42DD-83B5-C8A875325875}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{4787B18C-14FA-42DD-83B5-C8A875325875}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