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7BBAF3-D8A5-4F53-A75D-B4948605A673}">
  <a:tblStyle styleId="{A27BBAF3-D8A5-4F53-A75D-B4948605A6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{A27BBAF3-D8A5-4F53-A75D-B4948605A673}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{A27BBAF3-D8A5-4F53-A75D-B4948605A673}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{A27BBAF3-D8A5-4F53-A75D-B4948605A673}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{A27BBAF3-D8A5-4F53-A75D-B4948605A673}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{A27BBAF3-D8A5-4F53-A75D-B4948605A673}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