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D24A6C-60E1-4423-A60A-CA0234A225CA}">
  <a:tblStyle styleId="{69D24A6C-60E1-4423-A60A-CA0234A225C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{69D24A6C-60E1-4423-A60A-CA0234A225CA}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{69D24A6C-60E1-4423-A60A-CA0234A225CA}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{69D24A6C-60E1-4423-A60A-CA0234A225CA}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{69D24A6C-60E1-4423-A60A-CA0234A225CA}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{69D24A6C-60E1-4423-A60A-CA0234A225CA}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