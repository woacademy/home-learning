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D50784-B6C7-4032-A596-113327D5902B}">
  <a:tblStyle styleId="{20D50784-B6C7-4032-A596-113327D590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{20D50784-B6C7-4032-A596-113327D5902B}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{20D50784-B6C7-4032-A596-113327D5902B}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{20D50784-B6C7-4032-A596-113327D5902B}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{20D50784-B6C7-4032-A596-113327D5902B}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{20D50784-B6C7-4032-A596-113327D5902B}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