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A6A6A1-FB62-4B1C-BC09-A0F31DA5CD0E}">
  <a:tblStyle styleId="{A7A6A6A1-FB62-4B1C-BC09-A0F31DA5CD0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{A7A6A6A1-FB62-4B1C-BC09-A0F31DA5CD0E}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{A7A6A6A1-FB62-4B1C-BC09-A0F31DA5CD0E}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{A7A6A6A1-FB62-4B1C-BC09-A0F31DA5CD0E}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{A7A6A6A1-FB62-4B1C-BC09-A0F31DA5CD0E}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{A7A6A6A1-FB62-4B1C-BC09-A0F31DA5CD0E}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