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DF047C-5E6A-40D6-A0EA-4396C5A450A2}">
  <a:tblStyle styleId="{23DF047C-5E6A-40D6-A0EA-4396C5A450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{23DF047C-5E6A-40D6-A0EA-4396C5A450A2}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{23DF047C-5E6A-40D6-A0EA-4396C5A450A2}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{23DF047C-5E6A-40D6-A0EA-4396C5A450A2}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{23DF047C-5E6A-40D6-A0EA-4396C5A450A2}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{23DF047C-5E6A-40D6-A0EA-4396C5A450A2}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