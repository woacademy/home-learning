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676A7F-E4D6-4787-AAB4-6ECA629D3A3A}">
  <a:tblStyle styleId="{24676A7F-E4D6-4787-AAB4-6ECA629D3A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{24676A7F-E4D6-4787-AAB4-6ECA629D3A3A}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{24676A7F-E4D6-4787-AAB4-6ECA629D3A3A}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{24676A7F-E4D6-4787-AAB4-6ECA629D3A3A}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{24676A7F-E4D6-4787-AAB4-6ECA629D3A3A}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{24676A7F-E4D6-4787-AAB4-6ECA629D3A3A}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