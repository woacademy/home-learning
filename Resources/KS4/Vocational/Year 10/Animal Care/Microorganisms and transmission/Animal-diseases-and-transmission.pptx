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197FDC-9C61-47F4-885A-7BF7C75632D6}">
  <a:tblStyle styleId="{DF197FDC-9C61-47F4-885A-7BF7C75632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{DF197FDC-9C61-47F4-885A-7BF7C75632D6}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{DF197FDC-9C61-47F4-885A-7BF7C75632D6}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{DF197FDC-9C61-47F4-885A-7BF7C75632D6}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{DF197FDC-9C61-47F4-885A-7BF7C75632D6}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{DF197FDC-9C61-47F4-885A-7BF7C75632D6}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