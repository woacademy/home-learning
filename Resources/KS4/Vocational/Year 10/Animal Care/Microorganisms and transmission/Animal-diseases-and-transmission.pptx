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8A63F1-28BF-46A8-8C48-B18C1875E37D}">
  <a:tblStyle styleId="{3C8A63F1-28BF-46A8-8C48-B18C1875E37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{3C8A63F1-28BF-46A8-8C48-B18C1875E37D}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{3C8A63F1-28BF-46A8-8C48-B18C1875E37D}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{3C8A63F1-28BF-46A8-8C48-B18C1875E37D}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{3C8A63F1-28BF-46A8-8C48-B18C1875E37D}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{3C8A63F1-28BF-46A8-8C48-B18C1875E37D}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