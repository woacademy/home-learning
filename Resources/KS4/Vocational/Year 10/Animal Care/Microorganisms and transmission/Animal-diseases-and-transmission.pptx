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42B903-3698-4B7E-BB74-E778338C4AC2}">
  <a:tblStyle styleId="{9942B903-3698-4B7E-BB74-E778338C4A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{9942B903-3698-4B7E-BB74-E778338C4AC2}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{9942B903-3698-4B7E-BB74-E778338C4AC2}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{9942B903-3698-4B7E-BB74-E778338C4AC2}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{9942B903-3698-4B7E-BB74-E778338C4AC2}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{9942B903-3698-4B7E-BB74-E778338C4AC2}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