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8B2F7D-0C48-44E5-B23B-63687BCE9EE1}">
  <a:tblStyle styleId="{478B2F7D-0C48-44E5-B23B-63687BCE9E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{478B2F7D-0C48-44E5-B23B-63687BCE9EE1}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{478B2F7D-0C48-44E5-B23B-63687BCE9EE1}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{478B2F7D-0C48-44E5-B23B-63687BCE9EE1}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{478B2F7D-0C48-44E5-B23B-63687BCE9EE1}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{478B2F7D-0C48-44E5-B23B-63687BCE9EE1}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