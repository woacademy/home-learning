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209E12-13FC-44B6-9580-A45F8E4D6348}">
  <a:tblStyle styleId="{23209E12-13FC-44B6-9580-A45F8E4D634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{23209E12-13FC-44B6-9580-A45F8E4D6348}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{23209E12-13FC-44B6-9580-A45F8E4D6348}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{23209E12-13FC-44B6-9580-A45F8E4D6348}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{23209E12-13FC-44B6-9580-A45F8E4D6348}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{23209E12-13FC-44B6-9580-A45F8E4D6348}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