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9C569A-B824-4FFE-BAAE-5224C7853323}">
  <a:tblStyle styleId="{EC9C569A-B824-4FFE-BAAE-5224C785332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{EC9C569A-B824-4FFE-BAAE-5224C7853323}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{EC9C569A-B824-4FFE-BAAE-5224C7853323}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{EC9C569A-B824-4FFE-BAAE-5224C7853323}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{EC9C569A-B824-4FFE-BAAE-5224C7853323}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{EC9C569A-B824-4FFE-BAAE-5224C7853323}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