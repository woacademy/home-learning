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20BF95-5AED-4DEA-AD91-D67A483C932D}">
  <a:tblStyle styleId="{DB20BF95-5AED-4DEA-AD91-D67A483C93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{DB20BF95-5AED-4DEA-AD91-D67A483C932D}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{DB20BF95-5AED-4DEA-AD91-D67A483C932D}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{DB20BF95-5AED-4DEA-AD91-D67A483C932D}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{DB20BF95-5AED-4DEA-AD91-D67A483C932D}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{DB20BF95-5AED-4DEA-AD91-D67A483C932D}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