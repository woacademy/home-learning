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5AF55A-969B-4880-8DF9-ABBBA5E154B1}">
  <a:tblStyle styleId="{F85AF55A-969B-4880-8DF9-ABBBA5E154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{F85AF55A-969B-4880-8DF9-ABBBA5E154B1}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{F85AF55A-969B-4880-8DF9-ABBBA5E154B1}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{F85AF55A-969B-4880-8DF9-ABBBA5E154B1}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{F85AF55A-969B-4880-8DF9-ABBBA5E154B1}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{F85AF55A-969B-4880-8DF9-ABBBA5E154B1}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