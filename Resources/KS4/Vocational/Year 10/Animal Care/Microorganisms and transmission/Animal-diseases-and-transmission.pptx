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9D0F7AE-A5A1-4735-A3A2-A05D23B404C4}">
  <a:tblStyle styleId="{19D0F7AE-A5A1-4735-A3A2-A05D23B404C4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{19D0F7AE-A5A1-4735-A3A2-A05D23B404C4}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{19D0F7AE-A5A1-4735-A3A2-A05D23B404C4}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{19D0F7AE-A5A1-4735-A3A2-A05D23B404C4}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{19D0F7AE-A5A1-4735-A3A2-A05D23B404C4}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{19D0F7AE-A5A1-4735-A3A2-A05D23B404C4}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