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23F0A8-BDB8-44C9-A996-C7CB05F202D2}">
  <a:tblStyle styleId="{A323F0A8-BDB8-44C9-A996-C7CB05F202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{A323F0A8-BDB8-44C9-A996-C7CB05F202D2}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{A323F0A8-BDB8-44C9-A996-C7CB05F202D2}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{A323F0A8-BDB8-44C9-A996-C7CB05F202D2}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{A323F0A8-BDB8-44C9-A996-C7CB05F202D2}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{A323F0A8-BDB8-44C9-A996-C7CB05F202D2}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