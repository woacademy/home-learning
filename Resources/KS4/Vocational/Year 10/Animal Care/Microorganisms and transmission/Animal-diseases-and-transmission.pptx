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00B092-C82C-400E-A8E4-BAD22A32AF4C}">
  <a:tblStyle styleId="{CB00B092-C82C-400E-A8E4-BAD22A32AF4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{CB00B092-C82C-400E-A8E4-BAD22A32AF4C}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{CB00B092-C82C-400E-A8E4-BAD22A32AF4C}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{CB00B092-C82C-400E-A8E4-BAD22A32AF4C}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{CB00B092-C82C-400E-A8E4-BAD22A32AF4C}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{CB00B092-C82C-400E-A8E4-BAD22A32AF4C}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