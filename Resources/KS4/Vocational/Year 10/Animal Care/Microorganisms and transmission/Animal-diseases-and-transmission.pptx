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35CA21-B22E-4F93-A60A-97C71F7F52EA}">
  <a:tblStyle styleId="{4335CA21-B22E-4F93-A60A-97C71F7F52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{4335CA21-B22E-4F93-A60A-97C71F7F52EA}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{4335CA21-B22E-4F93-A60A-97C71F7F52EA}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{4335CA21-B22E-4F93-A60A-97C71F7F52EA}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{4335CA21-B22E-4F93-A60A-97C71F7F52EA}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{4335CA21-B22E-4F93-A60A-97C71F7F52EA}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