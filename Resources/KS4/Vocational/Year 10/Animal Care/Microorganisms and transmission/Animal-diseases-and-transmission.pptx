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6C52E6-79B9-4C9E-9C02-5AAFCEDFB72C}">
  <a:tblStyle styleId="{FA6C52E6-79B9-4C9E-9C02-5AAFCEDFB72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{FA6C52E6-79B9-4C9E-9C02-5AAFCEDFB72C}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{FA6C52E6-79B9-4C9E-9C02-5AAFCEDFB72C}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{FA6C52E6-79B9-4C9E-9C02-5AAFCEDFB72C}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{FA6C52E6-79B9-4C9E-9C02-5AAFCEDFB72C}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{FA6C52E6-79B9-4C9E-9C02-5AAFCEDFB72C}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