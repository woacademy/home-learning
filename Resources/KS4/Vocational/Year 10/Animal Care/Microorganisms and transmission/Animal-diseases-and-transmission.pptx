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493AF9-6841-4654-A814-764683C45C67}">
  <a:tblStyle styleId="{71493AF9-6841-4654-A814-764683C45C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{71493AF9-6841-4654-A814-764683C45C67}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{71493AF9-6841-4654-A814-764683C45C67}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{71493AF9-6841-4654-A814-764683C45C67}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{71493AF9-6841-4654-A814-764683C45C67}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{71493AF9-6841-4654-A814-764683C45C67}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