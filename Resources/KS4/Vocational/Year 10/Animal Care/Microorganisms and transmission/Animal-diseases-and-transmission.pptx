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59E7DD-74B3-45A4-9CB2-978BED3DD0B5}">
  <a:tblStyle styleId="{7D59E7DD-74B3-45A4-9CB2-978BED3DD0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{7D59E7DD-74B3-45A4-9CB2-978BED3DD0B5}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{7D59E7DD-74B3-45A4-9CB2-978BED3DD0B5}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{7D59E7DD-74B3-45A4-9CB2-978BED3DD0B5}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{7D59E7DD-74B3-45A4-9CB2-978BED3DD0B5}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{7D59E7DD-74B3-45A4-9CB2-978BED3DD0B5}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