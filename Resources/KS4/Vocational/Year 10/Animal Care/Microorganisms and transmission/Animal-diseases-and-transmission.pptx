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FEF8E1-8C96-4CA8-849B-4CB39B94AC24}">
  <a:tblStyle styleId="{98FEF8E1-8C96-4CA8-849B-4CB39B94AC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{98FEF8E1-8C96-4CA8-849B-4CB39B94AC24}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{98FEF8E1-8C96-4CA8-849B-4CB39B94AC24}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{98FEF8E1-8C96-4CA8-849B-4CB39B94AC24}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{98FEF8E1-8C96-4CA8-849B-4CB39B94AC24}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{98FEF8E1-8C96-4CA8-849B-4CB39B94AC24}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