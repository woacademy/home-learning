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1E50F2-BFD1-4314-BABE-D60AFC2FB39F}">
  <a:tblStyle styleId="{771E50F2-BFD1-4314-BABE-D60AFC2FB3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{771E50F2-BFD1-4314-BABE-D60AFC2FB39F}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{771E50F2-BFD1-4314-BABE-D60AFC2FB39F}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{771E50F2-BFD1-4314-BABE-D60AFC2FB39F}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{771E50F2-BFD1-4314-BABE-D60AFC2FB39F}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{771E50F2-BFD1-4314-BABE-D60AFC2FB39F}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