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45ED39-3BE8-4D6C-96F5-73599668048C}">
  <a:tblStyle styleId="{DC45ED39-3BE8-4D6C-96F5-7359966804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{DC45ED39-3BE8-4D6C-96F5-73599668048C}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{DC45ED39-3BE8-4D6C-96F5-73599668048C}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{DC45ED39-3BE8-4D6C-96F5-73599668048C}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{DC45ED39-3BE8-4D6C-96F5-73599668048C}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{DC45ED39-3BE8-4D6C-96F5-73599668048C}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