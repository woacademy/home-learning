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5B62E7-DFAB-4527-B255-5DEEB45C1266}">
  <a:tblStyle styleId="{B95B62E7-DFAB-4527-B255-5DEEB45C126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{B95B62E7-DFAB-4527-B255-5DEEB45C1266}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{B95B62E7-DFAB-4527-B255-5DEEB45C1266}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{B95B62E7-DFAB-4527-B255-5DEEB45C1266}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{B95B62E7-DFAB-4527-B255-5DEEB45C1266}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{B95B62E7-DFAB-4527-B255-5DEEB45C1266}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