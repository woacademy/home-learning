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123615C-7C8E-4B08-BF28-7E72AE18F28D}">
  <a:tblStyle styleId="{7123615C-7C8E-4B08-BF28-7E72AE18F28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{7123615C-7C8E-4B08-BF28-7E72AE18F28D}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{7123615C-7C8E-4B08-BF28-7E72AE18F28D}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{7123615C-7C8E-4B08-BF28-7E72AE18F28D}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{7123615C-7C8E-4B08-BF28-7E72AE18F28D}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{7123615C-7C8E-4B08-BF28-7E72AE18F28D}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