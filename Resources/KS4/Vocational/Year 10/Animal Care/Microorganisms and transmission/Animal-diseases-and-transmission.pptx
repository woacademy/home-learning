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EFDEB-8E88-4BA3-8073-46718899D0D2}">
  <a:tblStyle styleId="{311EFDEB-8E88-4BA3-8073-46718899D0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{311EFDEB-8E88-4BA3-8073-46718899D0D2}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{311EFDEB-8E88-4BA3-8073-46718899D0D2}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{311EFDEB-8E88-4BA3-8073-46718899D0D2}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{311EFDEB-8E88-4BA3-8073-46718899D0D2}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{311EFDEB-8E88-4BA3-8073-46718899D0D2}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