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831283-2E0B-4963-BA8A-FFD7661DF266}">
  <a:tblStyle styleId="{EE831283-2E0B-4963-BA8A-FFD7661DF2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{EE831283-2E0B-4963-BA8A-FFD7661DF266}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{EE831283-2E0B-4963-BA8A-FFD7661DF266}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{EE831283-2E0B-4963-BA8A-FFD7661DF266}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{EE831283-2E0B-4963-BA8A-FFD7661DF266}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{EE831283-2E0B-4963-BA8A-FFD7661DF266}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