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00C030-8DD5-439A-BCD3-BCA17FC3FDF6}">
  <a:tblStyle styleId="{7D00C030-8DD5-439A-BCD3-BCA17FC3FD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{7D00C030-8DD5-439A-BCD3-BCA17FC3FDF6}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{7D00C030-8DD5-439A-BCD3-BCA17FC3FDF6}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{7D00C030-8DD5-439A-BCD3-BCA17FC3FDF6}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{7D00C030-8DD5-439A-BCD3-BCA17FC3FDF6}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{7D00C030-8DD5-439A-BCD3-BCA17FC3FDF6}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