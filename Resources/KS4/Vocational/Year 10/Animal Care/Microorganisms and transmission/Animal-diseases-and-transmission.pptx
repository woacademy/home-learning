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89C72E-0CB1-4757-8C3B-A71BC9170455}">
  <a:tblStyle styleId="{7C89C72E-0CB1-4757-8C3B-A71BC91704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{7C89C72E-0CB1-4757-8C3B-A71BC9170455}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{7C89C72E-0CB1-4757-8C3B-A71BC9170455}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{7C89C72E-0CB1-4757-8C3B-A71BC9170455}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{7C89C72E-0CB1-4757-8C3B-A71BC9170455}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{7C89C72E-0CB1-4757-8C3B-A71BC9170455}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