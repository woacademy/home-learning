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16B205-6D33-4AAB-B04D-EF08855D5FF9}">
  <a:tblStyle styleId="{4116B205-6D33-4AAB-B04D-EF08855D5F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{4116B205-6D33-4AAB-B04D-EF08855D5FF9}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{4116B205-6D33-4AAB-B04D-EF08855D5FF9}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{4116B205-6D33-4AAB-B04D-EF08855D5FF9}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{4116B205-6D33-4AAB-B04D-EF08855D5FF9}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{4116B205-6D33-4AAB-B04D-EF08855D5FF9}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