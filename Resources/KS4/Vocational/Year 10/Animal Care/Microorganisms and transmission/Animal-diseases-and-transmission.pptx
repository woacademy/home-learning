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5BD152-BC29-48F5-8736-71E455C3F92C}">
  <a:tblStyle styleId="{0F5BD152-BC29-48F5-8736-71E455C3F92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{0F5BD152-BC29-48F5-8736-71E455C3F92C}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{0F5BD152-BC29-48F5-8736-71E455C3F92C}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{0F5BD152-BC29-48F5-8736-71E455C3F92C}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{0F5BD152-BC29-48F5-8736-71E455C3F92C}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{0F5BD152-BC29-48F5-8736-71E455C3F92C}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