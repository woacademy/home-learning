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DFA912C-3444-4E65-A0AE-E7BC8A25D07D}">
  <a:tblStyle styleId="{FDFA912C-3444-4E65-A0AE-E7BC8A25D0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{FDFA912C-3444-4E65-A0AE-E7BC8A25D07D}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{FDFA912C-3444-4E65-A0AE-E7BC8A25D07D}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{FDFA912C-3444-4E65-A0AE-E7BC8A25D07D}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{FDFA912C-3444-4E65-A0AE-E7BC8A25D07D}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{FDFA912C-3444-4E65-A0AE-E7BC8A25D07D}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