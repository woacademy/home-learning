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617AC5-3A35-45B2-8A2B-D8908B25B5AE}">
  <a:tblStyle styleId="{1A617AC5-3A35-45B2-8A2B-D8908B25B5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{1A617AC5-3A35-45B2-8A2B-D8908B25B5AE}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{1A617AC5-3A35-45B2-8A2B-D8908B25B5AE}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{1A617AC5-3A35-45B2-8A2B-D8908B25B5AE}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{1A617AC5-3A35-45B2-8A2B-D8908B25B5AE}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{1A617AC5-3A35-45B2-8A2B-D8908B25B5AE}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