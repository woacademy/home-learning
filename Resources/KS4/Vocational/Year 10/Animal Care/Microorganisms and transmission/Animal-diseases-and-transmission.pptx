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7D17C2-D9A3-44C1-90A0-586D46F1CE73}">
  <a:tblStyle styleId="{277D17C2-D9A3-44C1-90A0-586D46F1CE7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{277D17C2-D9A3-44C1-90A0-586D46F1CE73}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{277D17C2-D9A3-44C1-90A0-586D46F1CE73}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{277D17C2-D9A3-44C1-90A0-586D46F1CE73}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{277D17C2-D9A3-44C1-90A0-586D46F1CE73}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{277D17C2-D9A3-44C1-90A0-586D46F1CE73}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