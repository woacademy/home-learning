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B39A3E-6B18-40E9-BEDC-6BAC41A3C817}">
  <a:tblStyle styleId="{B1B39A3E-6B18-40E9-BEDC-6BAC41A3C8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{B1B39A3E-6B18-40E9-BEDC-6BAC41A3C817}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{B1B39A3E-6B18-40E9-BEDC-6BAC41A3C817}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{B1B39A3E-6B18-40E9-BEDC-6BAC41A3C817}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{B1B39A3E-6B18-40E9-BEDC-6BAC41A3C817}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{B1B39A3E-6B18-40E9-BEDC-6BAC41A3C817}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