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DDB0BA-F442-41FA-8A44-6ED07F14F0C9}">
  <a:tblStyle styleId="{62DDB0BA-F442-41FA-8A44-6ED07F14F0C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{62DDB0BA-F442-41FA-8A44-6ED07F14F0C9}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{62DDB0BA-F442-41FA-8A44-6ED07F14F0C9}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{62DDB0BA-F442-41FA-8A44-6ED07F14F0C9}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{62DDB0BA-F442-41FA-8A44-6ED07F14F0C9}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{62DDB0BA-F442-41FA-8A44-6ED07F14F0C9}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