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CC4559-2A0C-40D9-8355-AB4B464EA855}">
  <a:tblStyle styleId="{30CC4559-2A0C-40D9-8355-AB4B464EA8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{30CC4559-2A0C-40D9-8355-AB4B464EA855}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{30CC4559-2A0C-40D9-8355-AB4B464EA855}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{30CC4559-2A0C-40D9-8355-AB4B464EA855}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{30CC4559-2A0C-40D9-8355-AB4B464EA855}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{30CC4559-2A0C-40D9-8355-AB4B464EA855}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