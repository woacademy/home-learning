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CD9F97-11C7-4219-A6B8-7219D92F90D6}">
  <a:tblStyle styleId="{5BCD9F97-11C7-4219-A6B8-7219D92F90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{5BCD9F97-11C7-4219-A6B8-7219D92F90D6}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{5BCD9F97-11C7-4219-A6B8-7219D92F90D6}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{5BCD9F97-11C7-4219-A6B8-7219D92F90D6}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{5BCD9F97-11C7-4219-A6B8-7219D92F90D6}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{5BCD9F97-11C7-4219-A6B8-7219D92F90D6}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