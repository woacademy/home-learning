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2BD0DA-D00C-43D7-B16E-2429A5B03335}">
  <a:tblStyle styleId="{CE2BD0DA-D00C-43D7-B16E-2429A5B033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{CE2BD0DA-D00C-43D7-B16E-2429A5B03335}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{CE2BD0DA-D00C-43D7-B16E-2429A5B03335}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{CE2BD0DA-D00C-43D7-B16E-2429A5B03335}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{CE2BD0DA-D00C-43D7-B16E-2429A5B03335}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{CE2BD0DA-D00C-43D7-B16E-2429A5B03335}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