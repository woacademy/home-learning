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47C85-D562-4E99-80E3-ABB6EE225CFD}">
  <a:tblStyle styleId="{98847C85-D562-4E99-80E3-ABB6EE225C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{98847C85-D562-4E99-80E3-ABB6EE225CFD}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{98847C85-D562-4E99-80E3-ABB6EE225CFD}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{98847C85-D562-4E99-80E3-ABB6EE225CFD}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{98847C85-D562-4E99-80E3-ABB6EE225CFD}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{98847C85-D562-4E99-80E3-ABB6EE225CFD}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