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E45E2B-A5B2-488D-B839-CEA4D789CEA4}">
  <a:tblStyle styleId="{A3E45E2B-A5B2-488D-B839-CEA4D789CE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{A3E45E2B-A5B2-488D-B839-CEA4D789CEA4}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{A3E45E2B-A5B2-488D-B839-CEA4D789CEA4}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{A3E45E2B-A5B2-488D-B839-CEA4D789CEA4}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{A3E45E2B-A5B2-488D-B839-CEA4D789CEA4}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{A3E45E2B-A5B2-488D-B839-CEA4D789CEA4}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