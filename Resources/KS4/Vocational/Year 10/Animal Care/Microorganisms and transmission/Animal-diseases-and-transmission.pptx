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AD77F9-6E44-4C1A-9F34-27C72F74877A}">
  <a:tblStyle styleId="{4DAD77F9-6E44-4C1A-9F34-27C72F7487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{4DAD77F9-6E44-4C1A-9F34-27C72F74877A}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{4DAD77F9-6E44-4C1A-9F34-27C72F74877A}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{4DAD77F9-6E44-4C1A-9F34-27C72F74877A}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{4DAD77F9-6E44-4C1A-9F34-27C72F74877A}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{4DAD77F9-6E44-4C1A-9F34-27C72F74877A}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