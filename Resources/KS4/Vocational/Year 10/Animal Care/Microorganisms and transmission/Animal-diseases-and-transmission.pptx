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050260-E33F-4691-A028-0B57B0A3BFAA}">
  <a:tblStyle styleId="{2A050260-E33F-4691-A028-0B57B0A3BFA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{2A050260-E33F-4691-A028-0B57B0A3BFAA}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{2A050260-E33F-4691-A028-0B57B0A3BFAA}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{2A050260-E33F-4691-A028-0B57B0A3BFAA}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{2A050260-E33F-4691-A028-0B57B0A3BFAA}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{2A050260-E33F-4691-A028-0B57B0A3BFAA}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