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CCB31A-A1B8-41B2-B747-FA75EF269747}">
  <a:tblStyle styleId="{5ECCB31A-A1B8-41B2-B747-FA75EF2697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{5ECCB31A-A1B8-41B2-B747-FA75EF269747}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{5ECCB31A-A1B8-41B2-B747-FA75EF269747}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{5ECCB31A-A1B8-41B2-B747-FA75EF269747}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{5ECCB31A-A1B8-41B2-B747-FA75EF269747}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{5ECCB31A-A1B8-41B2-B747-FA75EF269747}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