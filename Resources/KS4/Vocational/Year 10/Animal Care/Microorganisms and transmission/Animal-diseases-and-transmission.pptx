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AC8705-38C8-44C9-AB74-36D13C999BF8}">
  <a:tblStyle styleId="{EFAC8705-38C8-44C9-AB74-36D13C999BF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{EFAC8705-38C8-44C9-AB74-36D13C999BF8}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{EFAC8705-38C8-44C9-AB74-36D13C999BF8}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{EFAC8705-38C8-44C9-AB74-36D13C999BF8}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{EFAC8705-38C8-44C9-AB74-36D13C999BF8}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{EFAC8705-38C8-44C9-AB74-36D13C999BF8}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