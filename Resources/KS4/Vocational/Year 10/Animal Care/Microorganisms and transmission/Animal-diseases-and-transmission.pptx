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6FF6D-C919-443F-A738-A67526246AFD}">
  <a:tblStyle styleId="{B0C6FF6D-C919-443F-A738-A67526246A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{B0C6FF6D-C919-443F-A738-A67526246AFD}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{B0C6FF6D-C919-443F-A738-A67526246AFD}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{B0C6FF6D-C919-443F-A738-A67526246AFD}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{B0C6FF6D-C919-443F-A738-A67526246AFD}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{B0C6FF6D-C919-443F-A738-A67526246AFD}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