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BDA30B-41BB-4514-A1B2-B570F3FCFDC8}">
  <a:tblStyle styleId="{EDBDA30B-41BB-4514-A1B2-B570F3FCFD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{EDBDA30B-41BB-4514-A1B2-B570F3FCFDC8}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{EDBDA30B-41BB-4514-A1B2-B570F3FCFDC8}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{EDBDA30B-41BB-4514-A1B2-B570F3FCFDC8}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{EDBDA30B-41BB-4514-A1B2-B570F3FCFDC8}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{EDBDA30B-41BB-4514-A1B2-B570F3FCFDC8}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