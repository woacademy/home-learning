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11BE32-FB40-4BD7-8EE2-6A114DF7C031}">
  <a:tblStyle styleId="{4511BE32-FB40-4BD7-8EE2-6A114DF7C03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{4511BE32-FB40-4BD7-8EE2-6A114DF7C031}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{4511BE32-FB40-4BD7-8EE2-6A114DF7C031}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{4511BE32-FB40-4BD7-8EE2-6A114DF7C031}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{4511BE32-FB40-4BD7-8EE2-6A114DF7C031}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{4511BE32-FB40-4BD7-8EE2-6A114DF7C031}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