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F832DA4-DD61-407D-B3D3-90EA25FF1822}">
  <a:tblStyle styleId="{DF832DA4-DD61-407D-B3D3-90EA25FF1822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{DF832DA4-DD61-407D-B3D3-90EA25FF1822}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{DF832DA4-DD61-407D-B3D3-90EA25FF1822}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{DF832DA4-DD61-407D-B3D3-90EA25FF1822}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{DF832DA4-DD61-407D-B3D3-90EA25FF1822}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{DF832DA4-DD61-407D-B3D3-90EA25FF1822}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