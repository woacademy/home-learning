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42E9E-F852-4667-9B68-032CC5F3CA1D}">
  <a:tblStyle styleId="{B6342E9E-F852-4667-9B68-032CC5F3CA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{B6342E9E-F852-4667-9B68-032CC5F3CA1D}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{B6342E9E-F852-4667-9B68-032CC5F3CA1D}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{B6342E9E-F852-4667-9B68-032CC5F3CA1D}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{B6342E9E-F852-4667-9B68-032CC5F3CA1D}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{B6342E9E-F852-4667-9B68-032CC5F3CA1D}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