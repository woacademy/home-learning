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7D3BD0-56B0-4320-8F3B-731614BD08AE}">
  <a:tblStyle styleId="{237D3BD0-56B0-4320-8F3B-731614BD08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{237D3BD0-56B0-4320-8F3B-731614BD08AE}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{237D3BD0-56B0-4320-8F3B-731614BD08AE}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{237D3BD0-56B0-4320-8F3B-731614BD08AE}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{237D3BD0-56B0-4320-8F3B-731614BD08AE}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{237D3BD0-56B0-4320-8F3B-731614BD08AE}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