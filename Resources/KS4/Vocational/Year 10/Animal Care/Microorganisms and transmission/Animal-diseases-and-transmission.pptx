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E93BE-5507-4858-8D5E-E303BF924517}">
  <a:tblStyle styleId="{B6CE93BE-5507-4858-8D5E-E303BF9245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{B6CE93BE-5507-4858-8D5E-E303BF924517}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{B6CE93BE-5507-4858-8D5E-E303BF924517}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{B6CE93BE-5507-4858-8D5E-E303BF924517}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{B6CE93BE-5507-4858-8D5E-E303BF924517}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{B6CE93BE-5507-4858-8D5E-E303BF924517}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