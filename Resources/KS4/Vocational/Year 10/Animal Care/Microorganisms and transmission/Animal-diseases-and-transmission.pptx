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CC72A1-AF5C-47AA-B42D-2E83C46D14EB}">
  <a:tblStyle styleId="{C9CC72A1-AF5C-47AA-B42D-2E83C46D14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{C9CC72A1-AF5C-47AA-B42D-2E83C46D14EB}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{C9CC72A1-AF5C-47AA-B42D-2E83C46D14EB}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{C9CC72A1-AF5C-47AA-B42D-2E83C46D14EB}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{C9CC72A1-AF5C-47AA-B42D-2E83C46D14EB}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{C9CC72A1-AF5C-47AA-B42D-2E83C46D14EB}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