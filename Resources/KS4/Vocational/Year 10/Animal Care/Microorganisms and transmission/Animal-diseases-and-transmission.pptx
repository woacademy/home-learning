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00C394-04EB-4AE6-89CE-50E5E122B3D1}">
  <a:tblStyle styleId="{D900C394-04EB-4AE6-89CE-50E5E122B3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{D900C394-04EB-4AE6-89CE-50E5E122B3D1}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{D900C394-04EB-4AE6-89CE-50E5E122B3D1}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{D900C394-04EB-4AE6-89CE-50E5E122B3D1}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{D900C394-04EB-4AE6-89CE-50E5E122B3D1}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{D900C394-04EB-4AE6-89CE-50E5E122B3D1}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