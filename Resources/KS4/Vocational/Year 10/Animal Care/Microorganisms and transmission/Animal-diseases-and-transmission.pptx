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965EEE2-5324-4338-BFBB-95FBC37BC7E1}">
  <a:tblStyle styleId="{E965EEE2-5324-4338-BFBB-95FBC37BC7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{E965EEE2-5324-4338-BFBB-95FBC37BC7E1}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{E965EEE2-5324-4338-BFBB-95FBC37BC7E1}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{E965EEE2-5324-4338-BFBB-95FBC37BC7E1}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{E965EEE2-5324-4338-BFBB-95FBC37BC7E1}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{E965EEE2-5324-4338-BFBB-95FBC37BC7E1}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