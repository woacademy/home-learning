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3984F0-E9F4-43D7-9423-C8AB9AAEBA60}">
  <a:tblStyle styleId="{943984F0-E9F4-43D7-9423-C8AB9AAEBA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{943984F0-E9F4-43D7-9423-C8AB9AAEBA60}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{943984F0-E9F4-43D7-9423-C8AB9AAEBA60}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{943984F0-E9F4-43D7-9423-C8AB9AAEBA60}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{943984F0-E9F4-43D7-9423-C8AB9AAEBA60}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{943984F0-E9F4-43D7-9423-C8AB9AAEBA60}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