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EF0E3-2A7D-4C2A-981A-B1D68E472A48}">
  <a:tblStyle styleId="{285EF0E3-2A7D-4C2A-981A-B1D68E472A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{285EF0E3-2A7D-4C2A-981A-B1D68E472A48}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{285EF0E3-2A7D-4C2A-981A-B1D68E472A48}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{285EF0E3-2A7D-4C2A-981A-B1D68E472A48}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{285EF0E3-2A7D-4C2A-981A-B1D68E472A48}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{285EF0E3-2A7D-4C2A-981A-B1D68E472A48}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