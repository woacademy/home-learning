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88D03BF-9F75-4269-A149-BECF9BF9EB82}">
  <a:tblStyle styleId="{A88D03BF-9F75-4269-A149-BECF9BF9EB8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{A88D03BF-9F75-4269-A149-BECF9BF9EB82}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{A88D03BF-9F75-4269-A149-BECF9BF9EB82}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{A88D03BF-9F75-4269-A149-BECF9BF9EB82}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{A88D03BF-9F75-4269-A149-BECF9BF9EB82}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{A88D03BF-9F75-4269-A149-BECF9BF9EB82}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