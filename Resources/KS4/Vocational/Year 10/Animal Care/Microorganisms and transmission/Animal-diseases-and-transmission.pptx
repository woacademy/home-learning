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52DF1E-E561-4009-8F60-6997B4F319F5}">
  <a:tblStyle styleId="{A752DF1E-E561-4009-8F60-6997B4F319F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{A752DF1E-E561-4009-8F60-6997B4F319F5}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{A752DF1E-E561-4009-8F60-6997B4F319F5}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{A752DF1E-E561-4009-8F60-6997B4F319F5}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{A752DF1E-E561-4009-8F60-6997B4F319F5}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{A752DF1E-E561-4009-8F60-6997B4F319F5}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