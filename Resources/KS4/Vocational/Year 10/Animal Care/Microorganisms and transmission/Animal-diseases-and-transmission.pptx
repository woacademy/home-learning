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5FD3B4-B4F5-47F3-9C4E-880B8F361A44}">
  <a:tblStyle styleId="{945FD3B4-B4F5-47F3-9C4E-880B8F361A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{945FD3B4-B4F5-47F3-9C4E-880B8F361A44}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{945FD3B4-B4F5-47F3-9C4E-880B8F361A44}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{945FD3B4-B4F5-47F3-9C4E-880B8F361A44}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{945FD3B4-B4F5-47F3-9C4E-880B8F361A44}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{945FD3B4-B4F5-47F3-9C4E-880B8F361A44}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