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1FA99-FA5C-45DC-AE21-EB166FA30E1F}">
  <a:tblStyle styleId="{E871FA99-FA5C-45DC-AE21-EB166FA30E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{E871FA99-FA5C-45DC-AE21-EB166FA30E1F}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{E871FA99-FA5C-45DC-AE21-EB166FA30E1F}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{E871FA99-FA5C-45DC-AE21-EB166FA30E1F}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{E871FA99-FA5C-45DC-AE21-EB166FA30E1F}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{E871FA99-FA5C-45DC-AE21-EB166FA30E1F}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