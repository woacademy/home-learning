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52C54-ABEE-44D6-9D80-4A1EF071EA3E}">
  <a:tblStyle styleId="{40D52C54-ABEE-44D6-9D80-4A1EF071EA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{40D52C54-ABEE-44D6-9D80-4A1EF071EA3E}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{40D52C54-ABEE-44D6-9D80-4A1EF071EA3E}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{40D52C54-ABEE-44D6-9D80-4A1EF071EA3E}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{40D52C54-ABEE-44D6-9D80-4A1EF071EA3E}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{40D52C54-ABEE-44D6-9D80-4A1EF071EA3E}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