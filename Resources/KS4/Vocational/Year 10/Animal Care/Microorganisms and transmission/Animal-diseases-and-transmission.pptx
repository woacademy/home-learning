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A8E71A-B316-49DA-B1B8-85B0D1895649}">
  <a:tblStyle styleId="{B0A8E71A-B316-49DA-B1B8-85B0D189564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{B0A8E71A-B316-49DA-B1B8-85B0D1895649}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{B0A8E71A-B316-49DA-B1B8-85B0D1895649}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{B0A8E71A-B316-49DA-B1B8-85B0D1895649}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{B0A8E71A-B316-49DA-B1B8-85B0D1895649}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{B0A8E71A-B316-49DA-B1B8-85B0D1895649}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