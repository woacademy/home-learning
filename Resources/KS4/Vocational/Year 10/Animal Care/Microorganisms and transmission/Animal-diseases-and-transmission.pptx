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ED5AF8-F573-4698-93C5-0B471F07C831}">
  <a:tblStyle styleId="{0FED5AF8-F573-4698-93C5-0B471F07C83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{0FED5AF8-F573-4698-93C5-0B471F07C831}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{0FED5AF8-F573-4698-93C5-0B471F07C831}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{0FED5AF8-F573-4698-93C5-0B471F07C831}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{0FED5AF8-F573-4698-93C5-0B471F07C831}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{0FED5AF8-F573-4698-93C5-0B471F07C831}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