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F83E6D-9992-478F-AFD8-BE42DEA4F4C4}">
  <a:tblStyle styleId="{E2F83E6D-9992-478F-AFD8-BE42DEA4F4C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{E2F83E6D-9992-478F-AFD8-BE42DEA4F4C4}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{E2F83E6D-9992-478F-AFD8-BE42DEA4F4C4}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{E2F83E6D-9992-478F-AFD8-BE42DEA4F4C4}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{E2F83E6D-9992-478F-AFD8-BE42DEA4F4C4}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{E2F83E6D-9992-478F-AFD8-BE42DEA4F4C4}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