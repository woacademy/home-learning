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2807CC-C43E-4617-B9BF-30A27259B139}">
  <a:tblStyle styleId="{E02807CC-C43E-4617-B9BF-30A27259B1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{E02807CC-C43E-4617-B9BF-30A27259B139}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{E02807CC-C43E-4617-B9BF-30A27259B139}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{E02807CC-C43E-4617-B9BF-30A27259B139}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{E02807CC-C43E-4617-B9BF-30A27259B139}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{E02807CC-C43E-4617-B9BF-30A27259B139}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