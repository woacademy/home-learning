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0E63D6-0198-49CC-90E3-88E5AC6A308D}">
  <a:tblStyle styleId="{D10E63D6-0198-49CC-90E3-88E5AC6A30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{D10E63D6-0198-49CC-90E3-88E5AC6A308D}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{D10E63D6-0198-49CC-90E3-88E5AC6A308D}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{D10E63D6-0198-49CC-90E3-88E5AC6A308D}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{D10E63D6-0198-49CC-90E3-88E5AC6A308D}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{D10E63D6-0198-49CC-90E3-88E5AC6A308D}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