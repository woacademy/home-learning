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08DE13-0F34-4A17-9E8C-CA944D5990B8}">
  <a:tblStyle styleId="{CD08DE13-0F34-4A17-9E8C-CA944D5990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{CD08DE13-0F34-4A17-9E8C-CA944D5990B8}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{CD08DE13-0F34-4A17-9E8C-CA944D5990B8}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{CD08DE13-0F34-4A17-9E8C-CA944D5990B8}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{CD08DE13-0F34-4A17-9E8C-CA944D5990B8}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{CD08DE13-0F34-4A17-9E8C-CA944D5990B8}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