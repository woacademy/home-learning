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3B464A-60BB-4EFE-9A61-D5B0BD30A6CC}">
  <a:tblStyle styleId="{6C3B464A-60BB-4EFE-9A61-D5B0BD30A6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{6C3B464A-60BB-4EFE-9A61-D5B0BD30A6CC}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{6C3B464A-60BB-4EFE-9A61-D5B0BD30A6CC}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{6C3B464A-60BB-4EFE-9A61-D5B0BD30A6CC}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{6C3B464A-60BB-4EFE-9A61-D5B0BD30A6CC}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{6C3B464A-60BB-4EFE-9A61-D5B0BD30A6CC}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