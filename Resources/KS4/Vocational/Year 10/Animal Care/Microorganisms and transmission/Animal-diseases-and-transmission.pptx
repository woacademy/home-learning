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A1B800-37E3-40F4-8F47-C5F77999DD24}">
  <a:tblStyle styleId="{1EA1B800-37E3-40F4-8F47-C5F77999DD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{1EA1B800-37E3-40F4-8F47-C5F77999DD24}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{1EA1B800-37E3-40F4-8F47-C5F77999DD24}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{1EA1B800-37E3-40F4-8F47-C5F77999DD24}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{1EA1B800-37E3-40F4-8F47-C5F77999DD24}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{1EA1B800-37E3-40F4-8F47-C5F77999DD24}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