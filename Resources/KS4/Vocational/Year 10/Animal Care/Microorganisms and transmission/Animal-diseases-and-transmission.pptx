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BD6961-08BA-4887-AF71-E9C7F63C396C}">
  <a:tblStyle styleId="{F6BD6961-08BA-4887-AF71-E9C7F63C396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{F6BD6961-08BA-4887-AF71-E9C7F63C396C}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{F6BD6961-08BA-4887-AF71-E9C7F63C396C}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{F6BD6961-08BA-4887-AF71-E9C7F63C396C}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{F6BD6961-08BA-4887-AF71-E9C7F63C396C}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{F6BD6961-08BA-4887-AF71-E9C7F63C396C}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