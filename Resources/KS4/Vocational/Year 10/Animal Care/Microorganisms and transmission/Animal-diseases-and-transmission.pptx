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00590F-0BF5-451C-BE6C-0B4080EBAF40}">
  <a:tblStyle styleId="{DF00590F-0BF5-451C-BE6C-0B4080EBAF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{DF00590F-0BF5-451C-BE6C-0B4080EBAF40}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{DF00590F-0BF5-451C-BE6C-0B4080EBAF40}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{DF00590F-0BF5-451C-BE6C-0B4080EBAF40}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{DF00590F-0BF5-451C-BE6C-0B4080EBAF40}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{DF00590F-0BF5-451C-BE6C-0B4080EBAF40}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