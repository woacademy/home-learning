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211398-6F8B-44A3-B0BD-5589755FCBCA}">
  <a:tblStyle styleId="{04211398-6F8B-44A3-B0BD-5589755FCB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{04211398-6F8B-44A3-B0BD-5589755FCBCA}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{04211398-6F8B-44A3-B0BD-5589755FCBCA}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{04211398-6F8B-44A3-B0BD-5589755FCBCA}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{04211398-6F8B-44A3-B0BD-5589755FCBCA}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{04211398-6F8B-44A3-B0BD-5589755FCBCA}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