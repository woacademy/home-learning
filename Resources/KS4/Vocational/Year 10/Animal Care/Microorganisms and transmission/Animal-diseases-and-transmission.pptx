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769756-C44E-46AB-9961-E41BADD10C54}">
  <a:tblStyle styleId="{C4769756-C44E-46AB-9961-E41BADD10C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{C4769756-C44E-46AB-9961-E41BADD10C54}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{C4769756-C44E-46AB-9961-E41BADD10C54}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{C4769756-C44E-46AB-9961-E41BADD10C54}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{C4769756-C44E-46AB-9961-E41BADD10C54}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{C4769756-C44E-46AB-9961-E41BADD10C54}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