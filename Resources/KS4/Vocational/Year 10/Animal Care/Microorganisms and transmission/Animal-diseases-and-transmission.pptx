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03BEB-16AE-4DD8-8BB8-303AAC945323}">
  <a:tblStyle styleId="{A4303BEB-16AE-4DD8-8BB8-303AAC9453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{A4303BEB-16AE-4DD8-8BB8-303AAC945323}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{A4303BEB-16AE-4DD8-8BB8-303AAC945323}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{A4303BEB-16AE-4DD8-8BB8-303AAC945323}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{A4303BEB-16AE-4DD8-8BB8-303AAC945323}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{A4303BEB-16AE-4DD8-8BB8-303AAC945323}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