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0DA2CB-AF3A-44CB-858E-E516580DFAF7}">
  <a:tblStyle styleId="{770DA2CB-AF3A-44CB-858E-E516580DFAF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{770DA2CB-AF3A-44CB-858E-E516580DFAF7}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{770DA2CB-AF3A-44CB-858E-E516580DFAF7}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{770DA2CB-AF3A-44CB-858E-E516580DFAF7}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{770DA2CB-AF3A-44CB-858E-E516580DFAF7}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{770DA2CB-AF3A-44CB-858E-E516580DFAF7}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