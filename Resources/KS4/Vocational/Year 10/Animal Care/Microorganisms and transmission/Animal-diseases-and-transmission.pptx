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FB23CC-6D8B-4FB3-ACED-93332552349B}">
  <a:tblStyle styleId="{F3FB23CC-6D8B-4FB3-ACED-93332552349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{F3FB23CC-6D8B-4FB3-ACED-93332552349B}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{F3FB23CC-6D8B-4FB3-ACED-93332552349B}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{F3FB23CC-6D8B-4FB3-ACED-93332552349B}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{F3FB23CC-6D8B-4FB3-ACED-93332552349B}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{F3FB23CC-6D8B-4FB3-ACED-93332552349B}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