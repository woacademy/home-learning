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A586CE-C392-4A21-90B6-541EFA49FD3C}">
  <a:tblStyle styleId="{DFA586CE-C392-4A21-90B6-541EFA49FD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{DFA586CE-C392-4A21-90B6-541EFA49FD3C}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{DFA586CE-C392-4A21-90B6-541EFA49FD3C}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{DFA586CE-C392-4A21-90B6-541EFA49FD3C}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{DFA586CE-C392-4A21-90B6-541EFA49FD3C}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{DFA586CE-C392-4A21-90B6-541EFA49FD3C}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