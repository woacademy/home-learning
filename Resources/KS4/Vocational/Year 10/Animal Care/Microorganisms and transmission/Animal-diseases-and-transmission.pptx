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DF1C9-B070-43ED-BD31-16ABA48CC8FD}">
  <a:tblStyle styleId="{196DF1C9-B070-43ED-BD31-16ABA48CC8F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{196DF1C9-B070-43ED-BD31-16ABA48CC8FD}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{196DF1C9-B070-43ED-BD31-16ABA48CC8FD}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{196DF1C9-B070-43ED-BD31-16ABA48CC8FD}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{196DF1C9-B070-43ED-BD31-16ABA48CC8FD}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{196DF1C9-B070-43ED-BD31-16ABA48CC8FD}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