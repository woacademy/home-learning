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76B3CE-EFA7-4471-B9C6-24BF5FC3F2E7}">
  <a:tblStyle styleId="{7D76B3CE-EFA7-4471-B9C6-24BF5FC3F2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{7D76B3CE-EFA7-4471-B9C6-24BF5FC3F2E7}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{7D76B3CE-EFA7-4471-B9C6-24BF5FC3F2E7}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{7D76B3CE-EFA7-4471-B9C6-24BF5FC3F2E7}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{7D76B3CE-EFA7-4471-B9C6-24BF5FC3F2E7}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{7D76B3CE-EFA7-4471-B9C6-24BF5FC3F2E7}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