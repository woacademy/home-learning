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2B7BA23-6F5E-4721-9701-B5F394805B12}">
  <a:tblStyle styleId="{C2B7BA23-6F5E-4721-9701-B5F394805B1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{C2B7BA23-6F5E-4721-9701-B5F394805B12}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{C2B7BA23-6F5E-4721-9701-B5F394805B12}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{C2B7BA23-6F5E-4721-9701-B5F394805B12}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{C2B7BA23-6F5E-4721-9701-B5F394805B12}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{C2B7BA23-6F5E-4721-9701-B5F394805B12}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