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FF7DE0-676D-4423-B4A6-023A6FB429C1}">
  <a:tblStyle styleId="{FEFF7DE0-676D-4423-B4A6-023A6FB429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{FEFF7DE0-676D-4423-B4A6-023A6FB429C1}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{FEFF7DE0-676D-4423-B4A6-023A6FB429C1}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{FEFF7DE0-676D-4423-B4A6-023A6FB429C1}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{FEFF7DE0-676D-4423-B4A6-023A6FB429C1}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{FEFF7DE0-676D-4423-B4A6-023A6FB429C1}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