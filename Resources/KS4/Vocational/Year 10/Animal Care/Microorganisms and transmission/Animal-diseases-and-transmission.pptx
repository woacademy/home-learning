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719D91-3034-49E7-8F0B-681E5CA52BB8}">
  <a:tblStyle styleId="{D9719D91-3034-49E7-8F0B-681E5CA52BB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{D9719D91-3034-49E7-8F0B-681E5CA52BB8}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{D9719D91-3034-49E7-8F0B-681E5CA52BB8}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{D9719D91-3034-49E7-8F0B-681E5CA52BB8}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{D9719D91-3034-49E7-8F0B-681E5CA52BB8}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{D9719D91-3034-49E7-8F0B-681E5CA52BB8}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