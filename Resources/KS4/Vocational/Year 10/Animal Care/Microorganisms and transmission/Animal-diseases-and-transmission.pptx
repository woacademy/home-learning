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9C9EEF-0CE2-419B-A476-9CC5F07A0B91}">
  <a:tblStyle styleId="{A69C9EEF-0CE2-419B-A476-9CC5F07A0B9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{A69C9EEF-0CE2-419B-A476-9CC5F07A0B91}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{A69C9EEF-0CE2-419B-A476-9CC5F07A0B91}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{A69C9EEF-0CE2-419B-A476-9CC5F07A0B91}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{A69C9EEF-0CE2-419B-A476-9CC5F07A0B91}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{A69C9EEF-0CE2-419B-A476-9CC5F07A0B91}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