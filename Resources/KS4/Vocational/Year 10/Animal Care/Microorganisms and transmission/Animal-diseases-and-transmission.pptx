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B28BD0-63A3-4959-9456-1F271E42F9C5}">
  <a:tblStyle styleId="{CDB28BD0-63A3-4959-9456-1F271E42F9C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{CDB28BD0-63A3-4959-9456-1F271E42F9C5}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{CDB28BD0-63A3-4959-9456-1F271E42F9C5}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{CDB28BD0-63A3-4959-9456-1F271E42F9C5}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{CDB28BD0-63A3-4959-9456-1F271E42F9C5}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{CDB28BD0-63A3-4959-9456-1F271E42F9C5}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