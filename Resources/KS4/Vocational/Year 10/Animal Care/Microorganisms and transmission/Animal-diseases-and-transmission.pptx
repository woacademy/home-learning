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12E9FD-67A2-4449-AD48-B1E738ECAF62}">
  <a:tblStyle styleId="{EC12E9FD-67A2-4449-AD48-B1E738ECAF6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{EC12E9FD-67A2-4449-AD48-B1E738ECAF62}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{EC12E9FD-67A2-4449-AD48-B1E738ECAF62}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{EC12E9FD-67A2-4449-AD48-B1E738ECAF62}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{EC12E9FD-67A2-4449-AD48-B1E738ECAF62}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{EC12E9FD-67A2-4449-AD48-B1E738ECAF62}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