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ABC5210-5D0F-46F4-A680-1679E92D01A8}">
  <a:tblStyle styleId="{7ABC5210-5D0F-46F4-A680-1679E92D01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{7ABC5210-5D0F-46F4-A680-1679E92D01A8}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{7ABC5210-5D0F-46F4-A680-1679E92D01A8}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{7ABC5210-5D0F-46F4-A680-1679E92D01A8}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{7ABC5210-5D0F-46F4-A680-1679E92D01A8}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{7ABC5210-5D0F-46F4-A680-1679E92D01A8}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