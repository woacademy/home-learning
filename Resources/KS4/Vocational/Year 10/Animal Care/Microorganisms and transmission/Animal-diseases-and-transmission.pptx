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69D55E-3849-433A-A275-80BF471A1280}">
  <a:tblStyle styleId="{3769D55E-3849-433A-A275-80BF471A128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{3769D55E-3849-433A-A275-80BF471A1280}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{3769D55E-3849-433A-A275-80BF471A1280}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{3769D55E-3849-433A-A275-80BF471A1280}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{3769D55E-3849-433A-A275-80BF471A1280}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{3769D55E-3849-433A-A275-80BF471A1280}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