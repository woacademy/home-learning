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23DEF-7A65-462C-BA4F-4788A722EC1A}">
  <a:tblStyle styleId="{3F823DEF-7A65-462C-BA4F-4788A722EC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{3F823DEF-7A65-462C-BA4F-4788A722EC1A}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{3F823DEF-7A65-462C-BA4F-4788A722EC1A}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{3F823DEF-7A65-462C-BA4F-4788A722EC1A}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{3F823DEF-7A65-462C-BA4F-4788A722EC1A}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{3F823DEF-7A65-462C-BA4F-4788A722EC1A}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