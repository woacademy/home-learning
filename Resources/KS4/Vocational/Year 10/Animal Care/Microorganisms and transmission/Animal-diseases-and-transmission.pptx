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45C37-B270-4556-BBA8-67B36EC03304}">
  <a:tblStyle styleId="{0E445C37-B270-4556-BBA8-67B36EC0330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{0E445C37-B270-4556-BBA8-67B36EC03304}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{0E445C37-B270-4556-BBA8-67B36EC03304}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{0E445C37-B270-4556-BBA8-67B36EC03304}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{0E445C37-B270-4556-BBA8-67B36EC03304}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{0E445C37-B270-4556-BBA8-67B36EC03304}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