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83C2443-3B76-499A-92A2-E7DBD2DE9BF0}">
  <a:tblStyle styleId="{983C2443-3B76-499A-92A2-E7DBD2DE9BF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{983C2443-3B76-499A-92A2-E7DBD2DE9BF0}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{983C2443-3B76-499A-92A2-E7DBD2DE9BF0}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{983C2443-3B76-499A-92A2-E7DBD2DE9BF0}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{983C2443-3B76-499A-92A2-E7DBD2DE9BF0}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{983C2443-3B76-499A-92A2-E7DBD2DE9BF0}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