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78D257-BC17-471F-A81D-48131A704FBA}">
  <a:tblStyle styleId="{3978D257-BC17-471F-A81D-48131A704FB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{3978D257-BC17-471F-A81D-48131A704FBA}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{3978D257-BC17-471F-A81D-48131A704FBA}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{3978D257-BC17-471F-A81D-48131A704FBA}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{3978D257-BC17-471F-A81D-48131A704FBA}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{3978D257-BC17-471F-A81D-48131A704FBA}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