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05C517A-761B-4513-B213-1E82A9590C35}">
  <a:tblStyle styleId="{A05C517A-761B-4513-B213-1E82A9590C3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{A05C517A-761B-4513-B213-1E82A9590C35}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{A05C517A-761B-4513-B213-1E82A9590C35}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{A05C517A-761B-4513-B213-1E82A9590C35}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{A05C517A-761B-4513-B213-1E82A9590C35}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{A05C517A-761B-4513-B213-1E82A9590C35}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