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0B0FA0-DC44-4567-B2CE-ADC14879EB52}">
  <a:tblStyle styleId="{810B0FA0-DC44-4567-B2CE-ADC14879EB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{810B0FA0-DC44-4567-B2CE-ADC14879EB52}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{810B0FA0-DC44-4567-B2CE-ADC14879EB52}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{810B0FA0-DC44-4567-B2CE-ADC14879EB52}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{810B0FA0-DC44-4567-B2CE-ADC14879EB52}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{810B0FA0-DC44-4567-B2CE-ADC14879EB52}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