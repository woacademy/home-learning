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955427-D8B3-43CB-898C-BD865F8DC471}">
  <a:tblStyle styleId="{63955427-D8B3-43CB-898C-BD865F8DC47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{63955427-D8B3-43CB-898C-BD865F8DC471}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{63955427-D8B3-43CB-898C-BD865F8DC471}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{63955427-D8B3-43CB-898C-BD865F8DC471}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{63955427-D8B3-43CB-898C-BD865F8DC471}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{63955427-D8B3-43CB-898C-BD865F8DC471}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