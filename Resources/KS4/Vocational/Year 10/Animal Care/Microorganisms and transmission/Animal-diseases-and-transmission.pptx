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B65CC2-25DF-4546-BC7C-4C1D5183EFFC}">
  <a:tblStyle styleId="{55B65CC2-25DF-4546-BC7C-4C1D5183EF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{55B65CC2-25DF-4546-BC7C-4C1D5183EFFC}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{55B65CC2-25DF-4546-BC7C-4C1D5183EFFC}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{55B65CC2-25DF-4546-BC7C-4C1D5183EFFC}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{55B65CC2-25DF-4546-BC7C-4C1D5183EFFC}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{55B65CC2-25DF-4546-BC7C-4C1D5183EFFC}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