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7503F5-AA02-470A-98D6-16D9FFE7533B}">
  <a:tblStyle styleId="{117503F5-AA02-470A-98D6-16D9FFE7533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{117503F5-AA02-470A-98D6-16D9FFE7533B}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{117503F5-AA02-470A-98D6-16D9FFE7533B}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{117503F5-AA02-470A-98D6-16D9FFE7533B}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{117503F5-AA02-470A-98D6-16D9FFE7533B}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{117503F5-AA02-470A-98D6-16D9FFE7533B}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