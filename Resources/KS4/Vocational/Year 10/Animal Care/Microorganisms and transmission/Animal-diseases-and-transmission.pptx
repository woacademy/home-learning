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93CA47-9AA2-4A41-9008-675396F4D51B}">
  <a:tblStyle styleId="{E493CA47-9AA2-4A41-9008-675396F4D51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{E493CA47-9AA2-4A41-9008-675396F4D51B}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{E493CA47-9AA2-4A41-9008-675396F4D51B}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{E493CA47-9AA2-4A41-9008-675396F4D51B}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{E493CA47-9AA2-4A41-9008-675396F4D51B}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{E493CA47-9AA2-4A41-9008-675396F4D51B}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