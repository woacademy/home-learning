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D606F8-113D-4E7A-88E3-BFEF2A16556F}">
  <a:tblStyle styleId="{FCD606F8-113D-4E7A-88E3-BFEF2A1655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{FCD606F8-113D-4E7A-88E3-BFEF2A16556F}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{FCD606F8-113D-4E7A-88E3-BFEF2A16556F}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{FCD606F8-113D-4E7A-88E3-BFEF2A16556F}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{FCD606F8-113D-4E7A-88E3-BFEF2A16556F}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{FCD606F8-113D-4E7A-88E3-BFEF2A16556F}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