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2712C9-3D16-422E-88D1-89A84BAC5588}">
  <a:tblStyle styleId="{422712C9-3D16-422E-88D1-89A84BAC55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{422712C9-3D16-422E-88D1-89A84BAC5588}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{422712C9-3D16-422E-88D1-89A84BAC5588}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{422712C9-3D16-422E-88D1-89A84BAC5588}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{422712C9-3D16-422E-88D1-89A84BAC5588}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{422712C9-3D16-422E-88D1-89A84BAC5588}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