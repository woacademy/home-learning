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50CB010-970E-48E0-BF4E-CF000F7326C1}">
  <a:tblStyle styleId="{950CB010-970E-48E0-BF4E-CF000F7326C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{950CB010-970E-48E0-BF4E-CF000F7326C1}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{950CB010-970E-48E0-BF4E-CF000F7326C1}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{950CB010-970E-48E0-BF4E-CF000F7326C1}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{950CB010-970E-48E0-BF4E-CF000F7326C1}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{950CB010-970E-48E0-BF4E-CF000F7326C1}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