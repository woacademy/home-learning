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60A3F8-070D-4ECD-8D1E-566CC1E01188}">
  <a:tblStyle styleId="{6F60A3F8-070D-4ECD-8D1E-566CC1E0118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{6F60A3F8-070D-4ECD-8D1E-566CC1E01188}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{6F60A3F8-070D-4ECD-8D1E-566CC1E01188}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{6F60A3F8-070D-4ECD-8D1E-566CC1E01188}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{6F60A3F8-070D-4ECD-8D1E-566CC1E01188}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{6F60A3F8-070D-4ECD-8D1E-566CC1E01188}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