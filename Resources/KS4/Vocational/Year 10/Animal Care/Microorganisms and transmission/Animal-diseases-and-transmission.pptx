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AC1E2-4803-41B6-8E19-418EA7CD8085}">
  <a:tblStyle styleId="{CC7AC1E2-4803-41B6-8E19-418EA7CD80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{CC7AC1E2-4803-41B6-8E19-418EA7CD8085}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{CC7AC1E2-4803-41B6-8E19-418EA7CD8085}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{CC7AC1E2-4803-41B6-8E19-418EA7CD8085}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{CC7AC1E2-4803-41B6-8E19-418EA7CD8085}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{CC7AC1E2-4803-41B6-8E19-418EA7CD8085}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