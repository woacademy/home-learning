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F6A13D-B524-4078-9886-7564B01F7F9E}">
  <a:tblStyle styleId="{E2F6A13D-B524-4078-9886-7564B01F7F9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{E2F6A13D-B524-4078-9886-7564B01F7F9E}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{E2F6A13D-B524-4078-9886-7564B01F7F9E}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{E2F6A13D-B524-4078-9886-7564B01F7F9E}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{E2F6A13D-B524-4078-9886-7564B01F7F9E}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{E2F6A13D-B524-4078-9886-7564B01F7F9E}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