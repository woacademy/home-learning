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61F437-FF2C-458E-A413-7CB3EB471E3A}">
  <a:tblStyle styleId="{9661F437-FF2C-458E-A413-7CB3EB471E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{9661F437-FF2C-458E-A413-7CB3EB471E3A}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{9661F437-FF2C-458E-A413-7CB3EB471E3A}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{9661F437-FF2C-458E-A413-7CB3EB471E3A}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{9661F437-FF2C-458E-A413-7CB3EB471E3A}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{9661F437-FF2C-458E-A413-7CB3EB471E3A}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