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2A314694-8EEE-4BE6-9854-4711EDBE12A7}">
  <a:tblStyle styleId="{2A314694-8EEE-4BE6-9854-4711EDBE12A7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6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{2A314694-8EEE-4BE6-9854-4711EDBE12A7}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{2A314694-8EEE-4BE6-9854-4711EDBE12A7}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{2A314694-8EEE-4BE6-9854-4711EDBE12A7}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{2A314694-8EEE-4BE6-9854-4711EDBE12A7}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{2A314694-8EEE-4BE6-9854-4711EDBE12A7}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