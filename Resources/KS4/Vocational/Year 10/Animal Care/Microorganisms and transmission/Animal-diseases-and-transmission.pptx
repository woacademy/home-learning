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D381D3-B967-4D3F-A87A-168F61863FC7}">
  <a:tblStyle styleId="{C6D381D3-B967-4D3F-A87A-168F61863F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{C6D381D3-B967-4D3F-A87A-168F61863FC7}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{C6D381D3-B967-4D3F-A87A-168F61863FC7}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{C6D381D3-B967-4D3F-A87A-168F61863FC7}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{C6D381D3-B967-4D3F-A87A-168F61863FC7}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{C6D381D3-B967-4D3F-A87A-168F61863FC7}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