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FC3E81-C622-4DA4-A9A5-59BD29F8E4F6}">
  <a:tblStyle styleId="{05FC3E81-C622-4DA4-A9A5-59BD29F8E4F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{05FC3E81-C622-4DA4-A9A5-59BD29F8E4F6}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{05FC3E81-C622-4DA4-A9A5-59BD29F8E4F6}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{05FC3E81-C622-4DA4-A9A5-59BD29F8E4F6}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{05FC3E81-C622-4DA4-A9A5-59BD29F8E4F6}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{05FC3E81-C622-4DA4-A9A5-59BD29F8E4F6}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