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3E0208-263F-4F36-97C8-0315E3F9FD70}">
  <a:tblStyle styleId="{ED3E0208-263F-4F36-97C8-0315E3F9FD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{ED3E0208-263F-4F36-97C8-0315E3F9FD70}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{ED3E0208-263F-4F36-97C8-0315E3F9FD70}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{ED3E0208-263F-4F36-97C8-0315E3F9FD70}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{ED3E0208-263F-4F36-97C8-0315E3F9FD70}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{ED3E0208-263F-4F36-97C8-0315E3F9FD70}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