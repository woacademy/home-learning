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C9E085-4B2D-4BC4-B1FD-ED92E8AAFED5}">
  <a:tblStyle styleId="{2DC9E085-4B2D-4BC4-B1FD-ED92E8AAFED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{2DC9E085-4B2D-4BC4-B1FD-ED92E8AAFED5}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{2DC9E085-4B2D-4BC4-B1FD-ED92E8AAFED5}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{2DC9E085-4B2D-4BC4-B1FD-ED92E8AAFED5}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{2DC9E085-4B2D-4BC4-B1FD-ED92E8AAFED5}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{2DC9E085-4B2D-4BC4-B1FD-ED92E8AAFED5}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