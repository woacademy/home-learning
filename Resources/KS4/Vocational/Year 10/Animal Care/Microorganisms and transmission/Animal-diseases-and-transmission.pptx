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2427F2-321D-4682-90A1-340471DA0988}">
  <a:tblStyle styleId="{972427F2-321D-4682-90A1-340471DA098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{972427F2-321D-4682-90A1-340471DA0988}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{972427F2-321D-4682-90A1-340471DA0988}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{972427F2-321D-4682-90A1-340471DA0988}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{972427F2-321D-4682-90A1-340471DA0988}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{972427F2-321D-4682-90A1-340471DA0988}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