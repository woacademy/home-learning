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50C2B-749E-4815-A93C-7CD7732F1187}">
  <a:tblStyle styleId="{26850C2B-749E-4815-A93C-7CD7732F11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{26850C2B-749E-4815-A93C-7CD7732F1187}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{26850C2B-749E-4815-A93C-7CD7732F1187}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{26850C2B-749E-4815-A93C-7CD7732F1187}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{26850C2B-749E-4815-A93C-7CD7732F1187}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{26850C2B-749E-4815-A93C-7CD7732F1187}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