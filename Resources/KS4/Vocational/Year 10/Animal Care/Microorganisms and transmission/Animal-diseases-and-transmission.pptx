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F996CF-4955-495C-AC9D-4B60CCE2594F}">
  <a:tblStyle styleId="{97F996CF-4955-495C-AC9D-4B60CCE2594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{97F996CF-4955-495C-AC9D-4B60CCE2594F}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{97F996CF-4955-495C-AC9D-4B60CCE2594F}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{97F996CF-4955-495C-AC9D-4B60CCE2594F}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{97F996CF-4955-495C-AC9D-4B60CCE2594F}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{97F996CF-4955-495C-AC9D-4B60CCE2594F}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