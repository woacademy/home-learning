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9FB808-3D49-4E0F-A058-19247AFFB327}">
  <a:tblStyle styleId="{F49FB808-3D49-4E0F-A058-19247AFFB32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{F49FB808-3D49-4E0F-A058-19247AFFB327}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{F49FB808-3D49-4E0F-A058-19247AFFB327}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{F49FB808-3D49-4E0F-A058-19247AFFB327}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{F49FB808-3D49-4E0F-A058-19247AFFB327}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{F49FB808-3D49-4E0F-A058-19247AFFB327}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