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C51CD6-608C-407A-B346-316BAEF0C488}">
  <a:tblStyle styleId="{F4C51CD6-608C-407A-B346-316BAEF0C48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{F4C51CD6-608C-407A-B346-316BAEF0C488}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{F4C51CD6-608C-407A-B346-316BAEF0C488}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{F4C51CD6-608C-407A-B346-316BAEF0C488}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{F4C51CD6-608C-407A-B346-316BAEF0C488}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{F4C51CD6-608C-407A-B346-316BAEF0C488}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