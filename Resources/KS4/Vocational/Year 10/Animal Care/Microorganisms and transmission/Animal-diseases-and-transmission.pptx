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931132-788D-4216-8759-069D19F70429}">
  <a:tblStyle styleId="{DB931132-788D-4216-8759-069D19F7042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{DB931132-788D-4216-8759-069D19F70429}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{DB931132-788D-4216-8759-069D19F70429}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{DB931132-788D-4216-8759-069D19F70429}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{DB931132-788D-4216-8759-069D19F70429}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{DB931132-788D-4216-8759-069D19F70429}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