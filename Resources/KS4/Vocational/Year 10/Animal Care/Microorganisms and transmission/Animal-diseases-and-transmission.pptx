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363AA2-9D99-48F6-85A0-74C41B7F7EBD}">
  <a:tblStyle styleId="{17363AA2-9D99-48F6-85A0-74C41B7F7E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{17363AA2-9D99-48F6-85A0-74C41B7F7EBD}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{17363AA2-9D99-48F6-85A0-74C41B7F7EBD}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{17363AA2-9D99-48F6-85A0-74C41B7F7EBD}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{17363AA2-9D99-48F6-85A0-74C41B7F7EBD}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{17363AA2-9D99-48F6-85A0-74C41B7F7EBD}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