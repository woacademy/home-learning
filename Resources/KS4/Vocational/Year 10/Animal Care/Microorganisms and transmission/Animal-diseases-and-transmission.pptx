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0C09F0-A332-42DA-B2A7-BB33D70F408D}">
  <a:tblStyle styleId="{6F0C09F0-A332-42DA-B2A7-BB33D70F40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{6F0C09F0-A332-42DA-B2A7-BB33D70F408D}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{6F0C09F0-A332-42DA-B2A7-BB33D70F408D}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{6F0C09F0-A332-42DA-B2A7-BB33D70F408D}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{6F0C09F0-A332-42DA-B2A7-BB33D70F408D}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{6F0C09F0-A332-42DA-B2A7-BB33D70F408D}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