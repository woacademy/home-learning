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5CD6F6-5701-4193-8B00-ACCE9CCAA54D}">
  <a:tblStyle styleId="{8C5CD6F6-5701-4193-8B00-ACCE9CCAA5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{8C5CD6F6-5701-4193-8B00-ACCE9CCAA54D}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{8C5CD6F6-5701-4193-8B00-ACCE9CCAA54D}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{8C5CD6F6-5701-4193-8B00-ACCE9CCAA54D}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{8C5CD6F6-5701-4193-8B00-ACCE9CCAA54D}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{8C5CD6F6-5701-4193-8B00-ACCE9CCAA54D}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