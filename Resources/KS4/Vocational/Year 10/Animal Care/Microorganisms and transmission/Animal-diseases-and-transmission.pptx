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13EB42-855D-4CDE-857E-1EF9F4104B46}">
  <a:tblStyle styleId="{3E13EB42-855D-4CDE-857E-1EF9F4104B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{3E13EB42-855D-4CDE-857E-1EF9F4104B46}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{3E13EB42-855D-4CDE-857E-1EF9F4104B46}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{3E13EB42-855D-4CDE-857E-1EF9F4104B46}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{3E13EB42-855D-4CDE-857E-1EF9F4104B46}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{3E13EB42-855D-4CDE-857E-1EF9F4104B46}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