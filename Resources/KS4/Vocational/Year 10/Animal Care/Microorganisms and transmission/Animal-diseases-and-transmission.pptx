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CC65B8-3C1F-43F1-B650-9BC6BD1A7B43}">
  <a:tblStyle styleId="{D0CC65B8-3C1F-43F1-B650-9BC6BD1A7B4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{D0CC65B8-3C1F-43F1-B650-9BC6BD1A7B43}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{D0CC65B8-3C1F-43F1-B650-9BC6BD1A7B43}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{D0CC65B8-3C1F-43F1-B650-9BC6BD1A7B43}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{D0CC65B8-3C1F-43F1-B650-9BC6BD1A7B43}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{D0CC65B8-3C1F-43F1-B650-9BC6BD1A7B43}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