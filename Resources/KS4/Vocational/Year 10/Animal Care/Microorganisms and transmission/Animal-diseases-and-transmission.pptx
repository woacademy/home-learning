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2C2415-9C76-44F0-A1D1-F498670D1812}">
  <a:tblStyle styleId="{B52C2415-9C76-44F0-A1D1-F498670D181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{B52C2415-9C76-44F0-A1D1-F498670D1812}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{B52C2415-9C76-44F0-A1D1-F498670D1812}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{B52C2415-9C76-44F0-A1D1-F498670D1812}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{B52C2415-9C76-44F0-A1D1-F498670D1812}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{B52C2415-9C76-44F0-A1D1-F498670D1812}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