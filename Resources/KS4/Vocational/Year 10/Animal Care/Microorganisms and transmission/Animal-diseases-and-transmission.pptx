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1DB9EA-0221-409D-9844-F47982C1674A}">
  <a:tblStyle styleId="{F61DB9EA-0221-409D-9844-F47982C167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{F61DB9EA-0221-409D-9844-F47982C1674A}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{F61DB9EA-0221-409D-9844-F47982C1674A}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{F61DB9EA-0221-409D-9844-F47982C1674A}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{F61DB9EA-0221-409D-9844-F47982C1674A}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{F61DB9EA-0221-409D-9844-F47982C1674A}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