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3733B5-42D0-42CA-A4EF-02E76DB364E0}">
  <a:tblStyle styleId="{4E3733B5-42D0-42CA-A4EF-02E76DB364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{4E3733B5-42D0-42CA-A4EF-02E76DB364E0}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{4E3733B5-42D0-42CA-A4EF-02E76DB364E0}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{4E3733B5-42D0-42CA-A4EF-02E76DB364E0}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{4E3733B5-42D0-42CA-A4EF-02E76DB364E0}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{4E3733B5-42D0-42CA-A4EF-02E76DB364E0}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