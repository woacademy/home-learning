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3DB9BA-DCDC-4C4C-AAB5-44BE97A099BE}">
  <a:tblStyle styleId="{3E3DB9BA-DCDC-4C4C-AAB5-44BE97A099B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{3E3DB9BA-DCDC-4C4C-AAB5-44BE97A099BE}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{3E3DB9BA-DCDC-4C4C-AAB5-44BE97A099BE}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{3E3DB9BA-DCDC-4C4C-AAB5-44BE97A099BE}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{3E3DB9BA-DCDC-4C4C-AAB5-44BE97A099BE}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{3E3DB9BA-DCDC-4C4C-AAB5-44BE97A099BE}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