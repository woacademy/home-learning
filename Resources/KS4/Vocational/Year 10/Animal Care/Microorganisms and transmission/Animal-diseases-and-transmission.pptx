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AFFEEB-2921-4782-9509-062BD7A43784}">
  <a:tblStyle styleId="{AFAFFEEB-2921-4782-9509-062BD7A4378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{AFAFFEEB-2921-4782-9509-062BD7A43784}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{AFAFFEEB-2921-4782-9509-062BD7A43784}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{AFAFFEEB-2921-4782-9509-062BD7A43784}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{AFAFFEEB-2921-4782-9509-062BD7A43784}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{AFAFFEEB-2921-4782-9509-062BD7A43784}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