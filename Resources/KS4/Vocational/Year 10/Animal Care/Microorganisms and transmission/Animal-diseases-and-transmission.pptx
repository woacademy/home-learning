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D0CCD8-DE29-4383-8050-11B709FFBE88}">
  <a:tblStyle styleId="{CAD0CCD8-DE29-4383-8050-11B709FFBE8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{CAD0CCD8-DE29-4383-8050-11B709FFBE88}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{CAD0CCD8-DE29-4383-8050-11B709FFBE88}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{CAD0CCD8-DE29-4383-8050-11B709FFBE88}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{CAD0CCD8-DE29-4383-8050-11B709FFBE88}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{CAD0CCD8-DE29-4383-8050-11B709FFBE88}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