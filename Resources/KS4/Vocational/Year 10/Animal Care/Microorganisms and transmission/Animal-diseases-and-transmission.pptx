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E93767-AAB1-454A-BD17-A6D45083FCBD}">
  <a:tblStyle styleId="{13E93767-AAB1-454A-BD17-A6D45083FCB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{13E93767-AAB1-454A-BD17-A6D45083FCBD}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{13E93767-AAB1-454A-BD17-A6D45083FCBD}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{13E93767-AAB1-454A-BD17-A6D45083FCBD}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{13E93767-AAB1-454A-BD17-A6D45083FCBD}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{13E93767-AAB1-454A-BD17-A6D45083FCBD}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