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69CD93-A4FE-48DA-8421-F148FB5F3963}">
  <a:tblStyle styleId="{ED69CD93-A4FE-48DA-8421-F148FB5F396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{ED69CD93-A4FE-48DA-8421-F148FB5F3963}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{ED69CD93-A4FE-48DA-8421-F148FB5F3963}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{ED69CD93-A4FE-48DA-8421-F148FB5F3963}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{ED69CD93-A4FE-48DA-8421-F148FB5F3963}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{ED69CD93-A4FE-48DA-8421-F148FB5F3963}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