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1B6665-2E16-4812-9843-60A58F297185}">
  <a:tblStyle styleId="{201B6665-2E16-4812-9843-60A58F2971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{201B6665-2E16-4812-9843-60A58F297185}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{201B6665-2E16-4812-9843-60A58F297185}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{201B6665-2E16-4812-9843-60A58F297185}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{201B6665-2E16-4812-9843-60A58F297185}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{201B6665-2E16-4812-9843-60A58F297185}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