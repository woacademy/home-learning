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2768F0-8614-416F-B0DD-F152540BC3FF}">
  <a:tblStyle styleId="{B22768F0-8614-416F-B0DD-F152540BC3F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{B22768F0-8614-416F-B0DD-F152540BC3FF}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{B22768F0-8614-416F-B0DD-F152540BC3FF}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{B22768F0-8614-416F-B0DD-F152540BC3FF}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{B22768F0-8614-416F-B0DD-F152540BC3FF}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{B22768F0-8614-416F-B0DD-F152540BC3FF}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