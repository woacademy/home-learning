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2B5D6E-6D5F-4FD0-9A96-7D31335740B3}">
  <a:tblStyle styleId="{782B5D6E-6D5F-4FD0-9A96-7D31335740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{782B5D6E-6D5F-4FD0-9A96-7D31335740B3}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{782B5D6E-6D5F-4FD0-9A96-7D31335740B3}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{782B5D6E-6D5F-4FD0-9A96-7D31335740B3}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{782B5D6E-6D5F-4FD0-9A96-7D31335740B3}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{782B5D6E-6D5F-4FD0-9A96-7D31335740B3}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