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E6C0AC-A33F-4640-92CB-F27760DBF186}">
  <a:tblStyle styleId="{02E6C0AC-A33F-4640-92CB-F27760DBF18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{02E6C0AC-A33F-4640-92CB-F27760DBF186}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{02E6C0AC-A33F-4640-92CB-F27760DBF186}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{02E6C0AC-A33F-4640-92CB-F27760DBF186}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{02E6C0AC-A33F-4640-92CB-F27760DBF186}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{02E6C0AC-A33F-4640-92CB-F27760DBF186}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