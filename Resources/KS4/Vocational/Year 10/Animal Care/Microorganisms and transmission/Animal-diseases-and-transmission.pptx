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8CE3D86-4ADC-4DA8-874E-05DA24A33161}">
  <a:tblStyle styleId="{28CE3D86-4ADC-4DA8-874E-05DA24A33161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{28CE3D86-4ADC-4DA8-874E-05DA24A33161}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{28CE3D86-4ADC-4DA8-874E-05DA24A33161}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{28CE3D86-4ADC-4DA8-874E-05DA24A33161}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{28CE3D86-4ADC-4DA8-874E-05DA24A33161}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{28CE3D86-4ADC-4DA8-874E-05DA24A33161}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