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1C0F02-0BB2-49DA-904B-EAF5CF255F16}">
  <a:tblStyle styleId="{151C0F02-0BB2-49DA-904B-EAF5CF255F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{151C0F02-0BB2-49DA-904B-EAF5CF255F16}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{151C0F02-0BB2-49DA-904B-EAF5CF255F16}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{151C0F02-0BB2-49DA-904B-EAF5CF255F16}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{151C0F02-0BB2-49DA-904B-EAF5CF255F16}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{151C0F02-0BB2-49DA-904B-EAF5CF255F16}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