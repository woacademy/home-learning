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B2E1DB-A702-42D5-AC69-DEF691B43A19}">
  <a:tblStyle styleId="{EDB2E1DB-A702-42D5-AC69-DEF691B43A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{EDB2E1DB-A702-42D5-AC69-DEF691B43A19}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{EDB2E1DB-A702-42D5-AC69-DEF691B43A19}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{EDB2E1DB-A702-42D5-AC69-DEF691B43A19}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{EDB2E1DB-A702-42D5-AC69-DEF691B43A19}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{EDB2E1DB-A702-42D5-AC69-DEF691B43A19}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