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BDB89E-73F6-4D08-801D-CEE67F6DB585}">
  <a:tblStyle styleId="{98BDB89E-73F6-4D08-801D-CEE67F6DB5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{98BDB89E-73F6-4D08-801D-CEE67F6DB585}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{98BDB89E-73F6-4D08-801D-CEE67F6DB585}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{98BDB89E-73F6-4D08-801D-CEE67F6DB585}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{98BDB89E-73F6-4D08-801D-CEE67F6DB585}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{98BDB89E-73F6-4D08-801D-CEE67F6DB585}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