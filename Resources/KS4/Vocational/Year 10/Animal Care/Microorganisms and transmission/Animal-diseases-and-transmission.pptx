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F42DE7-E7FD-4A59-8AE6-FE0EA49C51ED}">
  <a:tblStyle styleId="{98F42DE7-E7FD-4A59-8AE6-FE0EA49C51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{98F42DE7-E7FD-4A59-8AE6-FE0EA49C51ED}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{98F42DE7-E7FD-4A59-8AE6-FE0EA49C51ED}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{98F42DE7-E7FD-4A59-8AE6-FE0EA49C51ED}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{98F42DE7-E7FD-4A59-8AE6-FE0EA49C51ED}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{98F42DE7-E7FD-4A59-8AE6-FE0EA49C51ED}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