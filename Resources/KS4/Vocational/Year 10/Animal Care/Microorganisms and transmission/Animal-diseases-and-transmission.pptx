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DE0BBFD-E964-4D26-9E92-AAE4FBF08037}">
  <a:tblStyle styleId="{5DE0BBFD-E964-4D26-9E92-AAE4FBF080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{5DE0BBFD-E964-4D26-9E92-AAE4FBF08037}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{5DE0BBFD-E964-4D26-9E92-AAE4FBF08037}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{5DE0BBFD-E964-4D26-9E92-AAE4FBF08037}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{5DE0BBFD-E964-4D26-9E92-AAE4FBF08037}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{5DE0BBFD-E964-4D26-9E92-AAE4FBF08037}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