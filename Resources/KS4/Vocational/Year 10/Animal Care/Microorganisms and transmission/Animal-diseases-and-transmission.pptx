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57D7D9-A35D-46B9-9960-C4704A6409CF}">
  <a:tblStyle styleId="{5557D7D9-A35D-46B9-9960-C4704A6409C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{5557D7D9-A35D-46B9-9960-C4704A6409CF}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{5557D7D9-A35D-46B9-9960-C4704A6409CF}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{5557D7D9-A35D-46B9-9960-C4704A6409CF}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{5557D7D9-A35D-46B9-9960-C4704A6409CF}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{5557D7D9-A35D-46B9-9960-C4704A6409CF}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