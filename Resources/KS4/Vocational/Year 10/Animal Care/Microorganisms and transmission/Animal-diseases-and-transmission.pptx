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07490E-F48F-47EE-BB69-FE8F6D91DF11}">
  <a:tblStyle styleId="{A607490E-F48F-47EE-BB69-FE8F6D91DF1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{A607490E-F48F-47EE-BB69-FE8F6D91DF11}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{A607490E-F48F-47EE-BB69-FE8F6D91DF11}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{A607490E-F48F-47EE-BB69-FE8F6D91DF11}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{A607490E-F48F-47EE-BB69-FE8F6D91DF11}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{A607490E-F48F-47EE-BB69-FE8F6D91DF11}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