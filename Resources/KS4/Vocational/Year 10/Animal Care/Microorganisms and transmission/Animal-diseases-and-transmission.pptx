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A2D04B-8FB6-444A-8E86-EF020F67D443}">
  <a:tblStyle styleId="{F7A2D04B-8FB6-444A-8E86-EF020F67D4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{F7A2D04B-8FB6-444A-8E86-EF020F67D443}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{F7A2D04B-8FB6-444A-8E86-EF020F67D443}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{F7A2D04B-8FB6-444A-8E86-EF020F67D443}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{F7A2D04B-8FB6-444A-8E86-EF020F67D443}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{F7A2D04B-8FB6-444A-8E86-EF020F67D443}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