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8E7419-8B81-4976-BFA5-DCCC08DBD6E5}">
  <a:tblStyle styleId="{9C8E7419-8B81-4976-BFA5-DCCC08DBD6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{9C8E7419-8B81-4976-BFA5-DCCC08DBD6E5}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{9C8E7419-8B81-4976-BFA5-DCCC08DBD6E5}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{9C8E7419-8B81-4976-BFA5-DCCC08DBD6E5}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{9C8E7419-8B81-4976-BFA5-DCCC08DBD6E5}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{9C8E7419-8B81-4976-BFA5-DCCC08DBD6E5}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