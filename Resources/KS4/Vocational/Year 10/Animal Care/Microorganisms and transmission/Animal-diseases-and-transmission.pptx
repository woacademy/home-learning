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938613-C8FD-420A-AEDA-59B011BEE6F3}">
  <a:tblStyle styleId="{9B938613-C8FD-420A-AEDA-59B011BEE6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{9B938613-C8FD-420A-AEDA-59B011BEE6F3}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{9B938613-C8FD-420A-AEDA-59B011BEE6F3}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{9B938613-C8FD-420A-AEDA-59B011BEE6F3}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{9B938613-C8FD-420A-AEDA-59B011BEE6F3}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{9B938613-C8FD-420A-AEDA-59B011BEE6F3}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