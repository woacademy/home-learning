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78D448-0F85-4221-947E-D4498017F1A0}">
  <a:tblStyle styleId="{E878D448-0F85-4221-947E-D4498017F1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{E878D448-0F85-4221-947E-D4498017F1A0}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{E878D448-0F85-4221-947E-D4498017F1A0}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{E878D448-0F85-4221-947E-D4498017F1A0}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{E878D448-0F85-4221-947E-D4498017F1A0}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{E878D448-0F85-4221-947E-D4498017F1A0}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