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FCA80E-8C42-4059-A217-0EAD6D2D1CBD}">
  <a:tblStyle styleId="{CAFCA80E-8C42-4059-A217-0EAD6D2D1CB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{CAFCA80E-8C42-4059-A217-0EAD6D2D1CBD}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{CAFCA80E-8C42-4059-A217-0EAD6D2D1CBD}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{CAFCA80E-8C42-4059-A217-0EAD6D2D1CBD}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{CAFCA80E-8C42-4059-A217-0EAD6D2D1CBD}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{CAFCA80E-8C42-4059-A217-0EAD6D2D1CBD}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