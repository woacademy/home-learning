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53865F-E4EF-4DA6-A434-E0EE95D28D7D}">
  <a:tblStyle styleId="{0753865F-E4EF-4DA6-A434-E0EE95D28D7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{0753865F-E4EF-4DA6-A434-E0EE95D28D7D}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{0753865F-E4EF-4DA6-A434-E0EE95D28D7D}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{0753865F-E4EF-4DA6-A434-E0EE95D28D7D}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{0753865F-E4EF-4DA6-A434-E0EE95D28D7D}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{0753865F-E4EF-4DA6-A434-E0EE95D28D7D}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