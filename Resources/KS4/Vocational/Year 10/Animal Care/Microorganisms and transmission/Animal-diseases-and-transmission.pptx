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9DF0E6-A4EE-4E07-AB9C-37004BCDE51C}">
  <a:tblStyle styleId="{649DF0E6-A4EE-4E07-AB9C-37004BCDE5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{649DF0E6-A4EE-4E07-AB9C-37004BCDE51C}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{649DF0E6-A4EE-4E07-AB9C-37004BCDE51C}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{649DF0E6-A4EE-4E07-AB9C-37004BCDE51C}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{649DF0E6-A4EE-4E07-AB9C-37004BCDE51C}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{649DF0E6-A4EE-4E07-AB9C-37004BCDE51C}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