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575B68-C4F8-491A-97D6-644167240492}">
  <a:tblStyle styleId="{78575B68-C4F8-491A-97D6-6441672404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{78575B68-C4F8-491A-97D6-644167240492}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{78575B68-C4F8-491A-97D6-644167240492}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{78575B68-C4F8-491A-97D6-644167240492}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{78575B68-C4F8-491A-97D6-644167240492}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{78575B68-C4F8-491A-97D6-644167240492}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