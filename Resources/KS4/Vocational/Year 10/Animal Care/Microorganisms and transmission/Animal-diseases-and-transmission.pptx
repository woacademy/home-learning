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6EFB89-E407-461D-BCF0-9E4078D01785}">
  <a:tblStyle styleId="{886EFB89-E407-461D-BCF0-9E4078D0178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{886EFB89-E407-461D-BCF0-9E4078D01785}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{886EFB89-E407-461D-BCF0-9E4078D01785}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{886EFB89-E407-461D-BCF0-9E4078D01785}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{886EFB89-E407-461D-BCF0-9E4078D01785}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{886EFB89-E407-461D-BCF0-9E4078D01785}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