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8391D5-9FB0-4769-B2D9-99F4E0D153B3}">
  <a:tblStyle styleId="{888391D5-9FB0-4769-B2D9-99F4E0D153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{888391D5-9FB0-4769-B2D9-99F4E0D153B3}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{888391D5-9FB0-4769-B2D9-99F4E0D153B3}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{888391D5-9FB0-4769-B2D9-99F4E0D153B3}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{888391D5-9FB0-4769-B2D9-99F4E0D153B3}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{888391D5-9FB0-4769-B2D9-99F4E0D153B3}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