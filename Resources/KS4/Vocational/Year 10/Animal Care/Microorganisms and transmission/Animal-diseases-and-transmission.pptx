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05820-C345-4F79-8EC3-39A2918D67BA}">
  <a:tblStyle styleId="{C3305820-C345-4F79-8EC3-39A2918D67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{C3305820-C345-4F79-8EC3-39A2918D67BA}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{C3305820-C345-4F79-8EC3-39A2918D67BA}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{C3305820-C345-4F79-8EC3-39A2918D67BA}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{C3305820-C345-4F79-8EC3-39A2918D67BA}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{C3305820-C345-4F79-8EC3-39A2918D67BA}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