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0F91FF-1C20-4DF5-8640-B199A75D2E12}">
  <a:tblStyle styleId="{7F0F91FF-1C20-4DF5-8640-B199A75D2E1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{7F0F91FF-1C20-4DF5-8640-B199A75D2E12}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{7F0F91FF-1C20-4DF5-8640-B199A75D2E12}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{7F0F91FF-1C20-4DF5-8640-B199A75D2E12}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{7F0F91FF-1C20-4DF5-8640-B199A75D2E12}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{7F0F91FF-1C20-4DF5-8640-B199A75D2E12}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