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0F7535-2ECB-4F9A-AD25-11FAE65B6BA5}">
  <a:tblStyle styleId="{A10F7535-2ECB-4F9A-AD25-11FAE65B6B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{A10F7535-2ECB-4F9A-AD25-11FAE65B6BA5}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{A10F7535-2ECB-4F9A-AD25-11FAE65B6BA5}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{A10F7535-2ECB-4F9A-AD25-11FAE65B6BA5}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{A10F7535-2ECB-4F9A-AD25-11FAE65B6BA5}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{A10F7535-2ECB-4F9A-AD25-11FAE65B6BA5}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