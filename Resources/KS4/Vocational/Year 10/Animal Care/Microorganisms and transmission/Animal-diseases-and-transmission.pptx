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BAA7A7-2A3C-415E-A5B8-831371CBC705}">
  <a:tblStyle styleId="{14BAA7A7-2A3C-415E-A5B8-831371CBC7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{14BAA7A7-2A3C-415E-A5B8-831371CBC705}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{14BAA7A7-2A3C-415E-A5B8-831371CBC705}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{14BAA7A7-2A3C-415E-A5B8-831371CBC705}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{14BAA7A7-2A3C-415E-A5B8-831371CBC705}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{14BAA7A7-2A3C-415E-A5B8-831371CBC705}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