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8BD60-4B64-46A6-96BC-5BFC0EAB24B9}">
  <a:tblStyle styleId="{80D8BD60-4B64-46A6-96BC-5BFC0EAB24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{80D8BD60-4B64-46A6-96BC-5BFC0EAB24B9}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{80D8BD60-4B64-46A6-96BC-5BFC0EAB24B9}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{80D8BD60-4B64-46A6-96BC-5BFC0EAB24B9}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{80D8BD60-4B64-46A6-96BC-5BFC0EAB24B9}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{80D8BD60-4B64-46A6-96BC-5BFC0EAB24B9}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