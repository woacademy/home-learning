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C5F6FD-F0CE-46EC-8592-67467DEBBF05}">
  <a:tblStyle styleId="{B7C5F6FD-F0CE-46EC-8592-67467DEBBF0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{B7C5F6FD-F0CE-46EC-8592-67467DEBBF05}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{B7C5F6FD-F0CE-46EC-8592-67467DEBBF05}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{B7C5F6FD-F0CE-46EC-8592-67467DEBBF05}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{B7C5F6FD-F0CE-46EC-8592-67467DEBBF05}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{B7C5F6FD-F0CE-46EC-8592-67467DEBBF05}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