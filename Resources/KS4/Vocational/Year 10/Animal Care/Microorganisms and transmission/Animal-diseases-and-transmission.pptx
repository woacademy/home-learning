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B9DCCD-2846-43B3-A991-7A9A64B50F72}">
  <a:tblStyle styleId="{2CB9DCCD-2846-43B3-A991-7A9A64B50F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{2CB9DCCD-2846-43B3-A991-7A9A64B50F72}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{2CB9DCCD-2846-43B3-A991-7A9A64B50F72}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{2CB9DCCD-2846-43B3-A991-7A9A64B50F72}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{2CB9DCCD-2846-43B3-A991-7A9A64B50F72}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{2CB9DCCD-2846-43B3-A991-7A9A64B50F72}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