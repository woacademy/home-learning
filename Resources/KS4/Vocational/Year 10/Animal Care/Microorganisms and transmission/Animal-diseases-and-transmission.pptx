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BD4B032-F5A5-4D2B-B7EE-18E37E5B75F0}">
  <a:tblStyle styleId="{1BD4B032-F5A5-4D2B-B7EE-18E37E5B75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{1BD4B032-F5A5-4D2B-B7EE-18E37E5B75F0}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{1BD4B032-F5A5-4D2B-B7EE-18E37E5B75F0}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{1BD4B032-F5A5-4D2B-B7EE-18E37E5B75F0}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{1BD4B032-F5A5-4D2B-B7EE-18E37E5B75F0}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{1BD4B032-F5A5-4D2B-B7EE-18E37E5B75F0}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