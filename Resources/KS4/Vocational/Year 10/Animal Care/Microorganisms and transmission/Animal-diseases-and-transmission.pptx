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AC5FD2-8660-4DAB-8191-9582B8C28106}">
  <a:tblStyle styleId="{24AC5FD2-8660-4DAB-8191-9582B8C2810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{24AC5FD2-8660-4DAB-8191-9582B8C28106}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{24AC5FD2-8660-4DAB-8191-9582B8C28106}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{24AC5FD2-8660-4DAB-8191-9582B8C28106}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{24AC5FD2-8660-4DAB-8191-9582B8C28106}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{24AC5FD2-8660-4DAB-8191-9582B8C28106}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