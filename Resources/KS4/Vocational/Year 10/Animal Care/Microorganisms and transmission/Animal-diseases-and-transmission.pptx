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D15259E-6FC2-44CC-A815-71C35BC7C3F0}">
  <a:tblStyle styleId="{DD15259E-6FC2-44CC-A815-71C35BC7C3F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{DD15259E-6FC2-44CC-A815-71C35BC7C3F0}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{DD15259E-6FC2-44CC-A815-71C35BC7C3F0}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{DD15259E-6FC2-44CC-A815-71C35BC7C3F0}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{DD15259E-6FC2-44CC-A815-71C35BC7C3F0}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{DD15259E-6FC2-44CC-A815-71C35BC7C3F0}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