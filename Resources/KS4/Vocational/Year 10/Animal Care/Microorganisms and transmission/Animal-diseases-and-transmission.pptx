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D5208C-4EB6-4EE7-B466-7CB819A8B3D6}">
  <a:tblStyle styleId="{E7D5208C-4EB6-4EE7-B466-7CB819A8B3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{E7D5208C-4EB6-4EE7-B466-7CB819A8B3D6}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{E7D5208C-4EB6-4EE7-B466-7CB819A8B3D6}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{E7D5208C-4EB6-4EE7-B466-7CB819A8B3D6}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{E7D5208C-4EB6-4EE7-B466-7CB819A8B3D6}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{E7D5208C-4EB6-4EE7-B466-7CB819A8B3D6}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