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4FEA2D0-A6AD-4832-B09F-5026F7EF593B}">
  <a:tblStyle styleId="{B4FEA2D0-A6AD-4832-B09F-5026F7EF593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{B4FEA2D0-A6AD-4832-B09F-5026F7EF593B}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{B4FEA2D0-A6AD-4832-B09F-5026F7EF593B}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{B4FEA2D0-A6AD-4832-B09F-5026F7EF593B}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{B4FEA2D0-A6AD-4832-B09F-5026F7EF593B}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{B4FEA2D0-A6AD-4832-B09F-5026F7EF593B}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