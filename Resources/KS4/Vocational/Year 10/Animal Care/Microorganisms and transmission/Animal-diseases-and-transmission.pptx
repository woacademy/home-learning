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1A8909-730D-4786-82B3-AA3DDA60FE0F}">
  <a:tblStyle styleId="{511A8909-730D-4786-82B3-AA3DDA60FE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{511A8909-730D-4786-82B3-AA3DDA60FE0F}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{511A8909-730D-4786-82B3-AA3DDA60FE0F}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{511A8909-730D-4786-82B3-AA3DDA60FE0F}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{511A8909-730D-4786-82B3-AA3DDA60FE0F}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{511A8909-730D-4786-82B3-AA3DDA60FE0F}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