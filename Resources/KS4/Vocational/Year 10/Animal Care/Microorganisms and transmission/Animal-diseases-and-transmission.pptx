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CC3461-6D4C-4BF9-B281-4BAE5DA3805E}">
  <a:tblStyle styleId="{44CC3461-6D4C-4BF9-B281-4BAE5DA380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{44CC3461-6D4C-4BF9-B281-4BAE5DA3805E}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{44CC3461-6D4C-4BF9-B281-4BAE5DA3805E}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{44CC3461-6D4C-4BF9-B281-4BAE5DA3805E}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{44CC3461-6D4C-4BF9-B281-4BAE5DA3805E}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{44CC3461-6D4C-4BF9-B281-4BAE5DA3805E}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