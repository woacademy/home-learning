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A051BB-3E57-4F44-A61A-FFB5EAEB4EB3}">
  <a:tblStyle styleId="{80A051BB-3E57-4F44-A61A-FFB5EAEB4E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{80A051BB-3E57-4F44-A61A-FFB5EAEB4EB3}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{80A051BB-3E57-4F44-A61A-FFB5EAEB4EB3}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{80A051BB-3E57-4F44-A61A-FFB5EAEB4EB3}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{80A051BB-3E57-4F44-A61A-FFB5EAEB4EB3}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{80A051BB-3E57-4F44-A61A-FFB5EAEB4EB3}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