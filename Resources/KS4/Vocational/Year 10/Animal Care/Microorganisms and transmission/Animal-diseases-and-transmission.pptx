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596BF-0C4A-4221-8882-96C9F6E4AA93}">
  <a:tblStyle styleId="{977596BF-0C4A-4221-8882-96C9F6E4AA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{977596BF-0C4A-4221-8882-96C9F6E4AA93}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{977596BF-0C4A-4221-8882-96C9F6E4AA93}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{977596BF-0C4A-4221-8882-96C9F6E4AA93}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{977596BF-0C4A-4221-8882-96C9F6E4AA93}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{977596BF-0C4A-4221-8882-96C9F6E4AA93}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