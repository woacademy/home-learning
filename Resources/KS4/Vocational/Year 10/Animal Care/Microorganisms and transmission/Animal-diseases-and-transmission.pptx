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C6AE0C1-7845-4D52-A05D-969D4B1B0214}">
  <a:tblStyle styleId="{5C6AE0C1-7845-4D52-A05D-969D4B1B0214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{5C6AE0C1-7845-4D52-A05D-969D4B1B0214}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{5C6AE0C1-7845-4D52-A05D-969D4B1B0214}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{5C6AE0C1-7845-4D52-A05D-969D4B1B0214}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{5C6AE0C1-7845-4D52-A05D-969D4B1B0214}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{5C6AE0C1-7845-4D52-A05D-969D4B1B0214}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