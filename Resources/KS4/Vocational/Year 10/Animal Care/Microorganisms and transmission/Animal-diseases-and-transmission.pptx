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33313-845B-4617-A1D6-385B629C7FE4}">
  <a:tblStyle styleId="{92433313-845B-4617-A1D6-385B629C7F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{92433313-845B-4617-A1D6-385B629C7FE4}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{92433313-845B-4617-A1D6-385B629C7FE4}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{92433313-845B-4617-A1D6-385B629C7FE4}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{92433313-845B-4617-A1D6-385B629C7FE4}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{92433313-845B-4617-A1D6-385B629C7FE4}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