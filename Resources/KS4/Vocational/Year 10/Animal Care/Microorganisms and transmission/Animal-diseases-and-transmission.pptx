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57C0B6-A2A6-46D1-9D50-24E9C255EB2D}">
  <a:tblStyle styleId="{DC57C0B6-A2A6-46D1-9D50-24E9C255EB2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{DC57C0B6-A2A6-46D1-9D50-24E9C255EB2D}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{DC57C0B6-A2A6-46D1-9D50-24E9C255EB2D}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{DC57C0B6-A2A6-46D1-9D50-24E9C255EB2D}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{DC57C0B6-A2A6-46D1-9D50-24E9C255EB2D}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{DC57C0B6-A2A6-46D1-9D50-24E9C255EB2D}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