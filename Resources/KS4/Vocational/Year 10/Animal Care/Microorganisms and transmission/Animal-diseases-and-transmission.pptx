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65A76F-8FFF-4B02-B623-07000957A51B}">
  <a:tblStyle styleId="{D665A76F-8FFF-4B02-B623-07000957A5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{D665A76F-8FFF-4B02-B623-07000957A51B}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{D665A76F-8FFF-4B02-B623-07000957A51B}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{D665A76F-8FFF-4B02-B623-07000957A51B}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{D665A76F-8FFF-4B02-B623-07000957A51B}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{D665A76F-8FFF-4B02-B623-07000957A51B}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