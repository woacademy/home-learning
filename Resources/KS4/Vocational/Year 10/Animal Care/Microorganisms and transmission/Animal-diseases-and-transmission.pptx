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60C1DF-4BF3-4629-AAC7-8EB1D3D13C85}">
  <a:tblStyle styleId="{AB60C1DF-4BF3-4629-AAC7-8EB1D3D13C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{AB60C1DF-4BF3-4629-AAC7-8EB1D3D13C85}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{AB60C1DF-4BF3-4629-AAC7-8EB1D3D13C85}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{AB60C1DF-4BF3-4629-AAC7-8EB1D3D13C85}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{AB60C1DF-4BF3-4629-AAC7-8EB1D3D13C85}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{AB60C1DF-4BF3-4629-AAC7-8EB1D3D13C85}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