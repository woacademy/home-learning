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0A41A2-651C-42F3-86D6-FDD376562C8C}">
  <a:tblStyle styleId="{7E0A41A2-651C-42F3-86D6-FDD376562C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{7E0A41A2-651C-42F3-86D6-FDD376562C8C}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{7E0A41A2-651C-42F3-86D6-FDD376562C8C}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{7E0A41A2-651C-42F3-86D6-FDD376562C8C}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{7E0A41A2-651C-42F3-86D6-FDD376562C8C}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{7E0A41A2-651C-42F3-86D6-FDD376562C8C}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