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5C4042-6752-40B4-B9A4-25BAAFA6328B}">
  <a:tblStyle styleId="{DD5C4042-6752-40B4-B9A4-25BAAFA632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{DD5C4042-6752-40B4-B9A4-25BAAFA6328B}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{DD5C4042-6752-40B4-B9A4-25BAAFA6328B}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{DD5C4042-6752-40B4-B9A4-25BAAFA6328B}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{DD5C4042-6752-40B4-B9A4-25BAAFA6328B}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{DD5C4042-6752-40B4-B9A4-25BAAFA6328B}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