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2ADC3-020B-444B-A84C-450844F414DF}">
  <a:tblStyle styleId="{7DC2ADC3-020B-444B-A84C-450844F414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{7DC2ADC3-020B-444B-A84C-450844F414DF}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{7DC2ADC3-020B-444B-A84C-450844F414DF}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{7DC2ADC3-020B-444B-A84C-450844F414DF}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{7DC2ADC3-020B-444B-A84C-450844F414DF}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{7DC2ADC3-020B-444B-A84C-450844F414DF}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