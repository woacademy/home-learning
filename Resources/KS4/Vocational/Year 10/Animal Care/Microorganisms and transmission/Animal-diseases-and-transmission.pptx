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449FF9-9965-431D-BB7A-319DE99FA1C7}">
  <a:tblStyle styleId="{62449FF9-9965-431D-BB7A-319DE99FA1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{62449FF9-9965-431D-BB7A-319DE99FA1C7}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{62449FF9-9965-431D-BB7A-319DE99FA1C7}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{62449FF9-9965-431D-BB7A-319DE99FA1C7}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{62449FF9-9965-431D-BB7A-319DE99FA1C7}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{62449FF9-9965-431D-BB7A-319DE99FA1C7}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