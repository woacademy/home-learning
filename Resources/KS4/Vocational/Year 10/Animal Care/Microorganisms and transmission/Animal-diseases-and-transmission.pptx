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61741C-D781-4684-BE52-0E4D71603F2E}">
  <a:tblStyle styleId="{C461741C-D781-4684-BE52-0E4D71603F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{C461741C-D781-4684-BE52-0E4D71603F2E}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{C461741C-D781-4684-BE52-0E4D71603F2E}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{C461741C-D781-4684-BE52-0E4D71603F2E}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{C461741C-D781-4684-BE52-0E4D71603F2E}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{C461741C-D781-4684-BE52-0E4D71603F2E}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