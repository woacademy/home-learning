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FF6538D-8CD1-4BCF-8AE5-BBD0257A4559}">
  <a:tblStyle styleId="{9FF6538D-8CD1-4BCF-8AE5-BBD0257A455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{9FF6538D-8CD1-4BCF-8AE5-BBD0257A4559}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{9FF6538D-8CD1-4BCF-8AE5-BBD0257A4559}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{9FF6538D-8CD1-4BCF-8AE5-BBD0257A4559}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{9FF6538D-8CD1-4BCF-8AE5-BBD0257A4559}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{9FF6538D-8CD1-4BCF-8AE5-BBD0257A4559}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