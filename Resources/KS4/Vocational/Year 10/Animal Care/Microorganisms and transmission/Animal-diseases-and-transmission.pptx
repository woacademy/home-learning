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D563A8-96C7-4D09-ACC8-01BFB4314218}">
  <a:tblStyle styleId="{C7D563A8-96C7-4D09-ACC8-01BFB43142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{C7D563A8-96C7-4D09-ACC8-01BFB4314218}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{C7D563A8-96C7-4D09-ACC8-01BFB4314218}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{C7D563A8-96C7-4D09-ACC8-01BFB4314218}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{C7D563A8-96C7-4D09-ACC8-01BFB4314218}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{C7D563A8-96C7-4D09-ACC8-01BFB4314218}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