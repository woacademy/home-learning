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B27B8-968F-49B2-96D0-90BCD1D72B2A}">
  <a:tblStyle styleId="{B48B27B8-968F-49B2-96D0-90BCD1D72B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{B48B27B8-968F-49B2-96D0-90BCD1D72B2A}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{B48B27B8-968F-49B2-96D0-90BCD1D72B2A}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{B48B27B8-968F-49B2-96D0-90BCD1D72B2A}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{B48B27B8-968F-49B2-96D0-90BCD1D72B2A}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{B48B27B8-968F-49B2-96D0-90BCD1D72B2A}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