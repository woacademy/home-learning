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D748E4-0D3F-4C00-9A03-B1ADB4A15927}">
  <a:tblStyle styleId="{C9D748E4-0D3F-4C00-9A03-B1ADB4A159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{C9D748E4-0D3F-4C00-9A03-B1ADB4A15927}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{C9D748E4-0D3F-4C00-9A03-B1ADB4A15927}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{C9D748E4-0D3F-4C00-9A03-B1ADB4A15927}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{C9D748E4-0D3F-4C00-9A03-B1ADB4A15927}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{C9D748E4-0D3F-4C00-9A03-B1ADB4A15927}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