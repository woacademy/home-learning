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C4A8D7-9DB2-488B-9F46-BECDFC2A0ACD}">
  <a:tblStyle styleId="{8DC4A8D7-9DB2-488B-9F46-BECDFC2A0A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{8DC4A8D7-9DB2-488B-9F46-BECDFC2A0ACD}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{8DC4A8D7-9DB2-488B-9F46-BECDFC2A0ACD}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{8DC4A8D7-9DB2-488B-9F46-BECDFC2A0ACD}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{8DC4A8D7-9DB2-488B-9F46-BECDFC2A0ACD}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{8DC4A8D7-9DB2-488B-9F46-BECDFC2A0ACD}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