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3DF978B-832D-4F3B-9CD4-7B3272695D87}">
  <a:tblStyle styleId="{63DF978B-832D-4F3B-9CD4-7B3272695D8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{63DF978B-832D-4F3B-9CD4-7B3272695D87}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{63DF978B-832D-4F3B-9CD4-7B3272695D87}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{63DF978B-832D-4F3B-9CD4-7B3272695D87}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{63DF978B-832D-4F3B-9CD4-7B3272695D87}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{63DF978B-832D-4F3B-9CD4-7B3272695D87}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