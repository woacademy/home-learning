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0349E9-C49B-4FC0-A956-E4EE6F7BCC38}">
  <a:tblStyle styleId="{B80349E9-C49B-4FC0-A956-E4EE6F7BCC3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{B80349E9-C49B-4FC0-A956-E4EE6F7BCC38}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{B80349E9-C49B-4FC0-A956-E4EE6F7BCC38}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{B80349E9-C49B-4FC0-A956-E4EE6F7BCC38}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{B80349E9-C49B-4FC0-A956-E4EE6F7BCC38}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{B80349E9-C49B-4FC0-A956-E4EE6F7BCC38}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