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EF1488-D2FD-4E43-AA41-06BE8C9A28FA}">
  <a:tblStyle styleId="{92EF1488-D2FD-4E43-AA41-06BE8C9A28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{92EF1488-D2FD-4E43-AA41-06BE8C9A28FA}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{92EF1488-D2FD-4E43-AA41-06BE8C9A28FA}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{92EF1488-D2FD-4E43-AA41-06BE8C9A28FA}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{92EF1488-D2FD-4E43-AA41-06BE8C9A28FA}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{92EF1488-D2FD-4E43-AA41-06BE8C9A28FA}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