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C2FAF4-8DB6-4672-9FC8-A9EC5CC8FF9B}">
  <a:tblStyle styleId="{8CC2FAF4-8DB6-4672-9FC8-A9EC5CC8FF9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{8CC2FAF4-8DB6-4672-9FC8-A9EC5CC8FF9B}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{8CC2FAF4-8DB6-4672-9FC8-A9EC5CC8FF9B}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{8CC2FAF4-8DB6-4672-9FC8-A9EC5CC8FF9B}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{8CC2FAF4-8DB6-4672-9FC8-A9EC5CC8FF9B}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{8CC2FAF4-8DB6-4672-9FC8-A9EC5CC8FF9B}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