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FD661-4214-4209-A83F-084DA8C3080E}">
  <a:tblStyle styleId="{7C5FD661-4214-4209-A83F-084DA8C308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{7C5FD661-4214-4209-A83F-084DA8C3080E}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{7C5FD661-4214-4209-A83F-084DA8C3080E}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{7C5FD661-4214-4209-A83F-084DA8C3080E}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{7C5FD661-4214-4209-A83F-084DA8C3080E}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{7C5FD661-4214-4209-A83F-084DA8C3080E}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