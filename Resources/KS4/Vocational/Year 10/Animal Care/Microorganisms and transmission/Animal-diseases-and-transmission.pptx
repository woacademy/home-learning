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3717814-7406-4024-A093-C82A07AE13E2}">
  <a:tblStyle styleId="{33717814-7406-4024-A093-C82A07AE13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{33717814-7406-4024-A093-C82A07AE13E2}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{33717814-7406-4024-A093-C82A07AE13E2}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{33717814-7406-4024-A093-C82A07AE13E2}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{33717814-7406-4024-A093-C82A07AE13E2}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{33717814-7406-4024-A093-C82A07AE13E2}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