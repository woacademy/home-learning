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D70FAB-77B5-41C0-B77C-9B31E3F261BD}">
  <a:tblStyle styleId="{71D70FAB-77B5-41C0-B77C-9B31E3F261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{71D70FAB-77B5-41C0-B77C-9B31E3F261BD}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{71D70FAB-77B5-41C0-B77C-9B31E3F261BD}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{71D70FAB-77B5-41C0-B77C-9B31E3F261BD}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{71D70FAB-77B5-41C0-B77C-9B31E3F261BD}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{71D70FAB-77B5-41C0-B77C-9B31E3F261BD}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