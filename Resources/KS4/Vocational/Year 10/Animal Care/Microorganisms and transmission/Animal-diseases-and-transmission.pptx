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64E20F-BE72-4FB4-AB92-62F70B08D0AF}">
  <a:tblStyle styleId="{6C64E20F-BE72-4FB4-AB92-62F70B08D0A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{6C64E20F-BE72-4FB4-AB92-62F70B08D0AF}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{6C64E20F-BE72-4FB4-AB92-62F70B08D0AF}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{6C64E20F-BE72-4FB4-AB92-62F70B08D0AF}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{6C64E20F-BE72-4FB4-AB92-62F70B08D0AF}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{6C64E20F-BE72-4FB4-AB92-62F70B08D0AF}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