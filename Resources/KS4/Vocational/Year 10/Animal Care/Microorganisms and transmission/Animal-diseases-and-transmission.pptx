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943609-7543-41B1-99D8-4E48F96A9E21}">
  <a:tblStyle styleId="{BD943609-7543-41B1-99D8-4E48F96A9E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{BD943609-7543-41B1-99D8-4E48F96A9E21}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{BD943609-7543-41B1-99D8-4E48F96A9E21}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{BD943609-7543-41B1-99D8-4E48F96A9E21}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{BD943609-7543-41B1-99D8-4E48F96A9E21}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{BD943609-7543-41B1-99D8-4E48F96A9E21}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