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047F8D4-430E-4913-A732-8EFC05E62746}">
  <a:tblStyle styleId="{5047F8D4-430E-4913-A732-8EFC05E6274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{5047F8D4-430E-4913-A732-8EFC05E62746}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{5047F8D4-430E-4913-A732-8EFC05E62746}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{5047F8D4-430E-4913-A732-8EFC05E62746}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{5047F8D4-430E-4913-A732-8EFC05E62746}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{5047F8D4-430E-4913-A732-8EFC05E62746}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