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CD201A-869E-4B30-8A5E-CE16E716345D}">
  <a:tblStyle styleId="{E5CD201A-869E-4B30-8A5E-CE16E716345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{E5CD201A-869E-4B30-8A5E-CE16E716345D}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{E5CD201A-869E-4B30-8A5E-CE16E716345D}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{E5CD201A-869E-4B30-8A5E-CE16E716345D}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{E5CD201A-869E-4B30-8A5E-CE16E716345D}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{E5CD201A-869E-4B30-8A5E-CE16E716345D}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