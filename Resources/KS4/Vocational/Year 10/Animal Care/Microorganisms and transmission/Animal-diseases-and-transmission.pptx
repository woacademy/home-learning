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DAA6D6-990E-4279-BA75-CCEF0096736F}">
  <a:tblStyle styleId="{4ADAA6D6-990E-4279-BA75-CCEF009673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{4ADAA6D6-990E-4279-BA75-CCEF0096736F}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{4ADAA6D6-990E-4279-BA75-CCEF0096736F}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{4ADAA6D6-990E-4279-BA75-CCEF0096736F}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{4ADAA6D6-990E-4279-BA75-CCEF0096736F}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{4ADAA6D6-990E-4279-BA75-CCEF0096736F}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