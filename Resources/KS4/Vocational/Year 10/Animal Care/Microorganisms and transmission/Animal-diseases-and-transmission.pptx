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8F7F1-A66C-424C-9F3D-46226B1504E4}">
  <a:tblStyle styleId="{8028F7F1-A66C-424C-9F3D-46226B1504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{8028F7F1-A66C-424C-9F3D-46226B1504E4}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{8028F7F1-A66C-424C-9F3D-46226B1504E4}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{8028F7F1-A66C-424C-9F3D-46226B1504E4}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{8028F7F1-A66C-424C-9F3D-46226B1504E4}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{8028F7F1-A66C-424C-9F3D-46226B1504E4}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