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CFD215-4EC8-4AA6-BBB5-741F40E2C156}">
  <a:tblStyle styleId="{16CFD215-4EC8-4AA6-BBB5-741F40E2C15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{16CFD215-4EC8-4AA6-BBB5-741F40E2C156}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{16CFD215-4EC8-4AA6-BBB5-741F40E2C156}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{16CFD215-4EC8-4AA6-BBB5-741F40E2C156}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{16CFD215-4EC8-4AA6-BBB5-741F40E2C156}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{16CFD215-4EC8-4AA6-BBB5-741F40E2C156}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