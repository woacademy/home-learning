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E9E2CF-D42D-4C6F-9FEC-C7F12B99B0F3}">
  <a:tblStyle styleId="{69E9E2CF-D42D-4C6F-9FEC-C7F12B99B0F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{69E9E2CF-D42D-4C6F-9FEC-C7F12B99B0F3}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{69E9E2CF-D42D-4C6F-9FEC-C7F12B99B0F3}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{69E9E2CF-D42D-4C6F-9FEC-C7F12B99B0F3}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{69E9E2CF-D42D-4C6F-9FEC-C7F12B99B0F3}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{69E9E2CF-D42D-4C6F-9FEC-C7F12B99B0F3}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