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190BC-566E-43B8-87D5-6B3CDC92F2C2}">
  <a:tblStyle styleId="{819190BC-566E-43B8-87D5-6B3CDC92F2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{819190BC-566E-43B8-87D5-6B3CDC92F2C2}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{819190BC-566E-43B8-87D5-6B3CDC92F2C2}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{819190BC-566E-43B8-87D5-6B3CDC92F2C2}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{819190BC-566E-43B8-87D5-6B3CDC92F2C2}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{819190BC-566E-43B8-87D5-6B3CDC92F2C2}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