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57E6E7-6C7A-45E0-9271-18DE4E3B98F4}">
  <a:tblStyle styleId="{9257E6E7-6C7A-45E0-9271-18DE4E3B98F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{9257E6E7-6C7A-45E0-9271-18DE4E3B98F4}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{9257E6E7-6C7A-45E0-9271-18DE4E3B98F4}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{9257E6E7-6C7A-45E0-9271-18DE4E3B98F4}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{9257E6E7-6C7A-45E0-9271-18DE4E3B98F4}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{9257E6E7-6C7A-45E0-9271-18DE4E3B98F4}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