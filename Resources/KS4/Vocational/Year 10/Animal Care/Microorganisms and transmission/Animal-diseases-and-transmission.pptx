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AE6D68-0DF3-43F4-9103-E9CDFC6244EE}">
  <a:tblStyle styleId="{81AE6D68-0DF3-43F4-9103-E9CDFC6244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{81AE6D68-0DF3-43F4-9103-E9CDFC6244EE}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{81AE6D68-0DF3-43F4-9103-E9CDFC6244EE}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{81AE6D68-0DF3-43F4-9103-E9CDFC6244EE}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{81AE6D68-0DF3-43F4-9103-E9CDFC6244EE}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{81AE6D68-0DF3-43F4-9103-E9CDFC6244EE}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