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5F846A-1150-4373-B1F3-454C550BE909}">
  <a:tblStyle styleId="{F95F846A-1150-4373-B1F3-454C550BE9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{F95F846A-1150-4373-B1F3-454C550BE909}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{F95F846A-1150-4373-B1F3-454C550BE909}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{F95F846A-1150-4373-B1F3-454C550BE909}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{F95F846A-1150-4373-B1F3-454C550BE909}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{F95F846A-1150-4373-B1F3-454C550BE909}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