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8D1BA8-0F06-48B1-9F1F-2CB1A0D38679}">
  <a:tblStyle styleId="{388D1BA8-0F06-48B1-9F1F-2CB1A0D386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{388D1BA8-0F06-48B1-9F1F-2CB1A0D38679}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{388D1BA8-0F06-48B1-9F1F-2CB1A0D38679}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{388D1BA8-0F06-48B1-9F1F-2CB1A0D38679}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{388D1BA8-0F06-48B1-9F1F-2CB1A0D38679}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{388D1BA8-0F06-48B1-9F1F-2CB1A0D38679}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