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2EFF778-3068-4A4F-86A0-DE43FADB14D5}">
  <a:tblStyle styleId="{22EFF778-3068-4A4F-86A0-DE43FADB14D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{22EFF778-3068-4A4F-86A0-DE43FADB14D5}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{22EFF778-3068-4A4F-86A0-DE43FADB14D5}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{22EFF778-3068-4A4F-86A0-DE43FADB14D5}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{22EFF778-3068-4A4F-86A0-DE43FADB14D5}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{22EFF778-3068-4A4F-86A0-DE43FADB14D5}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