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C15D1D-951F-4357-BAC1-CB90AB0A2021}">
  <a:tblStyle styleId="{4EC15D1D-951F-4357-BAC1-CB90AB0A202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{4EC15D1D-951F-4357-BAC1-CB90AB0A2021}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{4EC15D1D-951F-4357-BAC1-CB90AB0A2021}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{4EC15D1D-951F-4357-BAC1-CB90AB0A2021}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{4EC15D1D-951F-4357-BAC1-CB90AB0A2021}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{4EC15D1D-951F-4357-BAC1-CB90AB0A2021}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