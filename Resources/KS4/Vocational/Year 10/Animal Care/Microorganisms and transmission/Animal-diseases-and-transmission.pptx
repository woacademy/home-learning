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001A4BC-52D8-4CF3-814F-0A868F2DEC8B}">
  <a:tblStyle styleId="{9001A4BC-52D8-4CF3-814F-0A868F2DEC8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{9001A4BC-52D8-4CF3-814F-0A868F2DEC8B}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{9001A4BC-52D8-4CF3-814F-0A868F2DEC8B}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{9001A4BC-52D8-4CF3-814F-0A868F2DEC8B}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{9001A4BC-52D8-4CF3-814F-0A868F2DEC8B}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{9001A4BC-52D8-4CF3-814F-0A868F2DEC8B}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