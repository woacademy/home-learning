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E17B52-1DE8-4E27-AB7F-802A164BE252}">
  <a:tblStyle styleId="{66E17B52-1DE8-4E27-AB7F-802A164BE25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{66E17B52-1DE8-4E27-AB7F-802A164BE252}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{66E17B52-1DE8-4E27-AB7F-802A164BE252}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{66E17B52-1DE8-4E27-AB7F-802A164BE252}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{66E17B52-1DE8-4E27-AB7F-802A164BE252}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{66E17B52-1DE8-4E27-AB7F-802A164BE252}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