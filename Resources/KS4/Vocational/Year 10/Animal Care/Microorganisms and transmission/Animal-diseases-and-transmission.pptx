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E2873C-FEB7-4CB0-A0B9-7EB57465C222}">
  <a:tblStyle styleId="{82E2873C-FEB7-4CB0-A0B9-7EB57465C2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{82E2873C-FEB7-4CB0-A0B9-7EB57465C222}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{82E2873C-FEB7-4CB0-A0B9-7EB57465C222}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{82E2873C-FEB7-4CB0-A0B9-7EB57465C222}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{82E2873C-FEB7-4CB0-A0B9-7EB57465C222}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{82E2873C-FEB7-4CB0-A0B9-7EB57465C222}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