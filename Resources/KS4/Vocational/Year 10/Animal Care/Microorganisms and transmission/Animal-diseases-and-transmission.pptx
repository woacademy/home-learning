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0ECBFEC-569A-44B2-A78B-E8EA5EA08077}">
  <a:tblStyle styleId="{F0ECBFEC-569A-44B2-A78B-E8EA5EA08077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{F0ECBFEC-569A-44B2-A78B-E8EA5EA08077}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{F0ECBFEC-569A-44B2-A78B-E8EA5EA08077}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{F0ECBFEC-569A-44B2-A78B-E8EA5EA08077}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{F0ECBFEC-569A-44B2-A78B-E8EA5EA08077}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{F0ECBFEC-569A-44B2-A78B-E8EA5EA08077}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