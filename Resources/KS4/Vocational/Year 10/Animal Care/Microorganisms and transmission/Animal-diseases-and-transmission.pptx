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8E234B-53A3-46DF-B5E9-C74B6B9439C5}">
  <a:tblStyle styleId="{F68E234B-53A3-46DF-B5E9-C74B6B9439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{F68E234B-53A3-46DF-B5E9-C74B6B9439C5}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{F68E234B-53A3-46DF-B5E9-C74B6B9439C5}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{F68E234B-53A3-46DF-B5E9-C74B6B9439C5}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{F68E234B-53A3-46DF-B5E9-C74B6B9439C5}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{F68E234B-53A3-46DF-B5E9-C74B6B9439C5}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