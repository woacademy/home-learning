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2AD1C-0398-4EC4-B18B-9DF55FC59FA2}">
  <a:tblStyle styleId="{0CD2AD1C-0398-4EC4-B18B-9DF55FC59F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{0CD2AD1C-0398-4EC4-B18B-9DF55FC59FA2}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{0CD2AD1C-0398-4EC4-B18B-9DF55FC59FA2}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{0CD2AD1C-0398-4EC4-B18B-9DF55FC59FA2}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{0CD2AD1C-0398-4EC4-B18B-9DF55FC59FA2}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{0CD2AD1C-0398-4EC4-B18B-9DF55FC59FA2}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