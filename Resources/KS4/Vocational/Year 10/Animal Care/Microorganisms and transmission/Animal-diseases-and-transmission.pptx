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1069D0-FCF6-4678-B8A9-821E7248912D}">
  <a:tblStyle styleId="{201069D0-FCF6-4678-B8A9-821E724891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{201069D0-FCF6-4678-B8A9-821E7248912D}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{201069D0-FCF6-4678-B8A9-821E7248912D}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{201069D0-FCF6-4678-B8A9-821E7248912D}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{201069D0-FCF6-4678-B8A9-821E7248912D}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{201069D0-FCF6-4678-B8A9-821E7248912D}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