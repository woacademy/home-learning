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6376A2-29E1-4C22-B210-5A009D169AFE}">
  <a:tblStyle styleId="{466376A2-29E1-4C22-B210-5A009D169AF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{466376A2-29E1-4C22-B210-5A009D169AFE}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{466376A2-29E1-4C22-B210-5A009D169AFE}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{466376A2-29E1-4C22-B210-5A009D169AFE}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{466376A2-29E1-4C22-B210-5A009D169AFE}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{466376A2-29E1-4C22-B210-5A009D169AFE}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