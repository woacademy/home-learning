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BDD540-F84A-4A45-A631-067AA051155A}">
  <a:tblStyle styleId="{D6BDD540-F84A-4A45-A631-067AA05115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{D6BDD540-F84A-4A45-A631-067AA051155A}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{D6BDD540-F84A-4A45-A631-067AA051155A}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{D6BDD540-F84A-4A45-A631-067AA051155A}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{D6BDD540-F84A-4A45-A631-067AA051155A}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{D6BDD540-F84A-4A45-A631-067AA051155A}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