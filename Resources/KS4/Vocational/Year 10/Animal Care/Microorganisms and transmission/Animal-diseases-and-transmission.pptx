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8D04602-948F-4D70-A140-7C0887ED729C}">
  <a:tblStyle styleId="{D8D04602-948F-4D70-A140-7C0887ED729C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{D8D04602-948F-4D70-A140-7C0887ED729C}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{D8D04602-948F-4D70-A140-7C0887ED729C}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{D8D04602-948F-4D70-A140-7C0887ED729C}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{D8D04602-948F-4D70-A140-7C0887ED729C}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{D8D04602-948F-4D70-A140-7C0887ED729C}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