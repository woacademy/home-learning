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5CA7E-64A0-41DE-9EE5-341828DCBE13}">
  <a:tblStyle styleId="{8945CA7E-64A0-41DE-9EE5-341828DCBE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{8945CA7E-64A0-41DE-9EE5-341828DCBE13}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{8945CA7E-64A0-41DE-9EE5-341828DCBE13}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{8945CA7E-64A0-41DE-9EE5-341828DCBE13}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{8945CA7E-64A0-41DE-9EE5-341828DCBE13}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{8945CA7E-64A0-41DE-9EE5-341828DCBE13}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