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FEB291-02C6-4B7A-B9A0-3E2F93E2CE1D}">
  <a:tblStyle styleId="{58FEB291-02C6-4B7A-B9A0-3E2F93E2CE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{58FEB291-02C6-4B7A-B9A0-3E2F93E2CE1D}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{58FEB291-02C6-4B7A-B9A0-3E2F93E2CE1D}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{58FEB291-02C6-4B7A-B9A0-3E2F93E2CE1D}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{58FEB291-02C6-4B7A-B9A0-3E2F93E2CE1D}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{58FEB291-02C6-4B7A-B9A0-3E2F93E2CE1D}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