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4FC31-AE1A-4F6A-B1A7-BA2C4E07819A}">
  <a:tblStyle styleId="{3434FC31-AE1A-4F6A-B1A7-BA2C4E0781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{3434FC31-AE1A-4F6A-B1A7-BA2C4E07819A}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{3434FC31-AE1A-4F6A-B1A7-BA2C4E07819A}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{3434FC31-AE1A-4F6A-B1A7-BA2C4E07819A}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{3434FC31-AE1A-4F6A-B1A7-BA2C4E07819A}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{3434FC31-AE1A-4F6A-B1A7-BA2C4E07819A}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