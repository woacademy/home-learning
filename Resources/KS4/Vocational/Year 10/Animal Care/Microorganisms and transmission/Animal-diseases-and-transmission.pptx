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32217C-49BC-449C-96F5-9FDC2C85409B}">
  <a:tblStyle styleId="{0332217C-49BC-449C-96F5-9FDC2C8540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{0332217C-49BC-449C-96F5-9FDC2C85409B}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{0332217C-49BC-449C-96F5-9FDC2C85409B}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{0332217C-49BC-449C-96F5-9FDC2C85409B}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{0332217C-49BC-449C-96F5-9FDC2C85409B}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{0332217C-49BC-449C-96F5-9FDC2C85409B}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