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EB4A4C5-6CC9-4E14-B0F5-F11C33C0D960}">
  <a:tblStyle styleId="{9EB4A4C5-6CC9-4E14-B0F5-F11C33C0D960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{9EB4A4C5-6CC9-4E14-B0F5-F11C33C0D960}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{9EB4A4C5-6CC9-4E14-B0F5-F11C33C0D960}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{9EB4A4C5-6CC9-4E14-B0F5-F11C33C0D960}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{9EB4A4C5-6CC9-4E14-B0F5-F11C33C0D960}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{9EB4A4C5-6CC9-4E14-B0F5-F11C33C0D960}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