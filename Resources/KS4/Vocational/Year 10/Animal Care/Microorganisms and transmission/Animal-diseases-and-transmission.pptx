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F5A122-C0F9-4DBF-A820-397D31F11B9E}">
  <a:tblStyle styleId="{3BF5A122-C0F9-4DBF-A820-397D31F11B9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{3BF5A122-C0F9-4DBF-A820-397D31F11B9E}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{3BF5A122-C0F9-4DBF-A820-397D31F11B9E}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{3BF5A122-C0F9-4DBF-A820-397D31F11B9E}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{3BF5A122-C0F9-4DBF-A820-397D31F11B9E}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{3BF5A122-C0F9-4DBF-A820-397D31F11B9E}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