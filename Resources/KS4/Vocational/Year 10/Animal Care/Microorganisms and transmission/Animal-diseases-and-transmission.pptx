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C85ADF-8F7A-4739-B34A-BA7DB6BAB0D2}">
  <a:tblStyle styleId="{06C85ADF-8F7A-4739-B34A-BA7DB6BAB0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{06C85ADF-8F7A-4739-B34A-BA7DB6BAB0D2}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{06C85ADF-8F7A-4739-B34A-BA7DB6BAB0D2}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{06C85ADF-8F7A-4739-B34A-BA7DB6BAB0D2}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{06C85ADF-8F7A-4739-B34A-BA7DB6BAB0D2}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{06C85ADF-8F7A-4739-B34A-BA7DB6BAB0D2}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