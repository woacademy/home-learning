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BF9B7B-74F7-4345-9C4F-962E5C6C4FF5}">
  <a:tblStyle styleId="{58BF9B7B-74F7-4345-9C4F-962E5C6C4F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{58BF9B7B-74F7-4345-9C4F-962E5C6C4FF5}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{58BF9B7B-74F7-4345-9C4F-962E5C6C4FF5}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{58BF9B7B-74F7-4345-9C4F-962E5C6C4FF5}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{58BF9B7B-74F7-4345-9C4F-962E5C6C4FF5}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{58BF9B7B-74F7-4345-9C4F-962E5C6C4FF5}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