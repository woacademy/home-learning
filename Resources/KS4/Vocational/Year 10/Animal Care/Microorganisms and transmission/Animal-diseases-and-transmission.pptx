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95B3B1-9D79-4153-B364-64BA130A46B2}">
  <a:tblStyle styleId="{7A95B3B1-9D79-4153-B364-64BA130A46B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{7A95B3B1-9D79-4153-B364-64BA130A46B2}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{7A95B3B1-9D79-4153-B364-64BA130A46B2}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{7A95B3B1-9D79-4153-B364-64BA130A46B2}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{7A95B3B1-9D79-4153-B364-64BA130A46B2}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{7A95B3B1-9D79-4153-B364-64BA130A46B2}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