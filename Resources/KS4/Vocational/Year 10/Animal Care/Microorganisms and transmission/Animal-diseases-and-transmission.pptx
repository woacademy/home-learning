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115FC4C-5F30-4960-9293-C42F809BE44B}">
  <a:tblStyle styleId="{E115FC4C-5F30-4960-9293-C42F809BE44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{E115FC4C-5F30-4960-9293-C42F809BE44B}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{E115FC4C-5F30-4960-9293-C42F809BE44B}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{E115FC4C-5F30-4960-9293-C42F809BE44B}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{E115FC4C-5F30-4960-9293-C42F809BE44B}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{E115FC4C-5F30-4960-9293-C42F809BE44B}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