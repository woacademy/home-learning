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B336F7-B4CE-4A27-910F-40C557E118F4}">
  <a:tblStyle styleId="{6BB336F7-B4CE-4A27-910F-40C557E118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{6BB336F7-B4CE-4A27-910F-40C557E118F4}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{6BB336F7-B4CE-4A27-910F-40C557E118F4}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{6BB336F7-B4CE-4A27-910F-40C557E118F4}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{6BB336F7-B4CE-4A27-910F-40C557E118F4}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{6BB336F7-B4CE-4A27-910F-40C557E118F4}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