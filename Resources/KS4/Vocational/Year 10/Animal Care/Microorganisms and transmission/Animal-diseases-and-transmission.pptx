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986422-A430-491A-81D3-5A9281DA1F59}">
  <a:tblStyle styleId="{C6986422-A430-491A-81D3-5A9281DA1F5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{C6986422-A430-491A-81D3-5A9281DA1F59}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{C6986422-A430-491A-81D3-5A9281DA1F59}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{C6986422-A430-491A-81D3-5A9281DA1F59}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{C6986422-A430-491A-81D3-5A9281DA1F59}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{C6986422-A430-491A-81D3-5A9281DA1F59}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