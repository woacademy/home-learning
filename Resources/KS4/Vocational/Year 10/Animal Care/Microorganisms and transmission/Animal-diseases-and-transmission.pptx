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34920-A969-4F4F-8808-A237BF84713C}">
  <a:tblStyle styleId="{4A234920-A969-4F4F-8808-A237BF8471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{4A234920-A969-4F4F-8808-A237BF84713C}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{4A234920-A969-4F4F-8808-A237BF84713C}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{4A234920-A969-4F4F-8808-A237BF84713C}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{4A234920-A969-4F4F-8808-A237BF84713C}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{4A234920-A969-4F4F-8808-A237BF84713C}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