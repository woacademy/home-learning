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E7B63E-6C5D-47F2-AAFA-9ADBA6B17AF5}">
  <a:tblStyle styleId="{F8E7B63E-6C5D-47F2-AAFA-9ADBA6B17A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{F8E7B63E-6C5D-47F2-AAFA-9ADBA6B17AF5}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{F8E7B63E-6C5D-47F2-AAFA-9ADBA6B17AF5}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{F8E7B63E-6C5D-47F2-AAFA-9ADBA6B17AF5}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{F8E7B63E-6C5D-47F2-AAFA-9ADBA6B17AF5}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{F8E7B63E-6C5D-47F2-AAFA-9ADBA6B17AF5}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