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9549F-2F5E-4B85-AD37-7FD14E605959}">
  <a:tblStyle styleId="{1CE9549F-2F5E-4B85-AD37-7FD14E6059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{1CE9549F-2F5E-4B85-AD37-7FD14E605959}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{1CE9549F-2F5E-4B85-AD37-7FD14E605959}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{1CE9549F-2F5E-4B85-AD37-7FD14E605959}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{1CE9549F-2F5E-4B85-AD37-7FD14E605959}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{1CE9549F-2F5E-4B85-AD37-7FD14E605959}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