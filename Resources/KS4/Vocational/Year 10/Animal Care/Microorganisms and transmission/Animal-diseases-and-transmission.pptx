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0277EC-618F-47F3-B7C1-6B102A143A6C}">
  <a:tblStyle styleId="{650277EC-618F-47F3-B7C1-6B102A143A6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{650277EC-618F-47F3-B7C1-6B102A143A6C}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{650277EC-618F-47F3-B7C1-6B102A143A6C}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{650277EC-618F-47F3-B7C1-6B102A143A6C}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{650277EC-618F-47F3-B7C1-6B102A143A6C}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{650277EC-618F-47F3-B7C1-6B102A143A6C}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