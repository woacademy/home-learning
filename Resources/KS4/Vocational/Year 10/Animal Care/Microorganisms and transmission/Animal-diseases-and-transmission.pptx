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3122FB-CD4C-46A3-9310-D066830BA2F6}">
  <a:tblStyle styleId="{503122FB-CD4C-46A3-9310-D066830BA2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{503122FB-CD4C-46A3-9310-D066830BA2F6}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{503122FB-CD4C-46A3-9310-D066830BA2F6}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{503122FB-CD4C-46A3-9310-D066830BA2F6}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{503122FB-CD4C-46A3-9310-D066830BA2F6}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{503122FB-CD4C-46A3-9310-D066830BA2F6}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