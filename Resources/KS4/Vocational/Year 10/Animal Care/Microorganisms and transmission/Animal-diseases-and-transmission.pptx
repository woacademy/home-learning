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05CC81-AC6E-404D-A912-712B4CE9D592}">
  <a:tblStyle styleId="{6905CC81-AC6E-404D-A912-712B4CE9D59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{6905CC81-AC6E-404D-A912-712B4CE9D592}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{6905CC81-AC6E-404D-A912-712B4CE9D592}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{6905CC81-AC6E-404D-A912-712B4CE9D592}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{6905CC81-AC6E-404D-A912-712B4CE9D592}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{6905CC81-AC6E-404D-A912-712B4CE9D592}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