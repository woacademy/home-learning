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D4239-0901-408E-A73D-6A28A2798574}">
  <a:tblStyle styleId="{986D4239-0901-408E-A73D-6A28A27985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{986D4239-0901-408E-A73D-6A28A2798574}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{986D4239-0901-408E-A73D-6A28A2798574}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{986D4239-0901-408E-A73D-6A28A2798574}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{986D4239-0901-408E-A73D-6A28A2798574}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{986D4239-0901-408E-A73D-6A28A2798574}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