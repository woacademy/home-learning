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78428F-7F49-4CD7-9E5C-E6046C4A3F77}">
  <a:tblStyle styleId="{8B78428F-7F49-4CD7-9E5C-E6046C4A3F7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{8B78428F-7F49-4CD7-9E5C-E6046C4A3F77}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{8B78428F-7F49-4CD7-9E5C-E6046C4A3F77}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{8B78428F-7F49-4CD7-9E5C-E6046C4A3F77}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{8B78428F-7F49-4CD7-9E5C-E6046C4A3F77}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{8B78428F-7F49-4CD7-9E5C-E6046C4A3F77}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