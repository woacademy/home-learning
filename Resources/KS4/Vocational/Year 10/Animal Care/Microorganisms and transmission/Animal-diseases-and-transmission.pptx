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E68A99-A635-40A8-8A02-06A33429C65E}">
  <a:tblStyle styleId="{3DE68A99-A635-40A8-8A02-06A33429C65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{3DE68A99-A635-40A8-8A02-06A33429C65E}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{3DE68A99-A635-40A8-8A02-06A33429C65E}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{3DE68A99-A635-40A8-8A02-06A33429C65E}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{3DE68A99-A635-40A8-8A02-06A33429C65E}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{3DE68A99-A635-40A8-8A02-06A33429C65E}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