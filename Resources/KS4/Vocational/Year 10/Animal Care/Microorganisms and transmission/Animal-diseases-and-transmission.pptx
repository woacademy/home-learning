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E9E313-E67B-441B-A019-4DE90EEA25B5}">
  <a:tblStyle styleId="{BAE9E313-E67B-441B-A019-4DE90EEA25B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{BAE9E313-E67B-441B-A019-4DE90EEA25B5}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{BAE9E313-E67B-441B-A019-4DE90EEA25B5}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{BAE9E313-E67B-441B-A019-4DE90EEA25B5}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{BAE9E313-E67B-441B-A019-4DE90EEA25B5}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{BAE9E313-E67B-441B-A019-4DE90EEA25B5}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