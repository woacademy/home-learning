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0E66372-121F-4FF5-8D83-61BCD54EDBF4}">
  <a:tblStyle styleId="{90E66372-121F-4FF5-8D83-61BCD54EDBF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{90E66372-121F-4FF5-8D83-61BCD54EDBF4}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{90E66372-121F-4FF5-8D83-61BCD54EDBF4}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{90E66372-121F-4FF5-8D83-61BCD54EDBF4}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{90E66372-121F-4FF5-8D83-61BCD54EDBF4}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{90E66372-121F-4FF5-8D83-61BCD54EDBF4}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