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8043FD-3D8D-42E7-9550-F45C5695F0AC}">
  <a:tblStyle styleId="{DC8043FD-3D8D-42E7-9550-F45C5695F0A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{DC8043FD-3D8D-42E7-9550-F45C5695F0AC}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{DC8043FD-3D8D-42E7-9550-F45C5695F0AC}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{DC8043FD-3D8D-42E7-9550-F45C5695F0AC}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{DC8043FD-3D8D-42E7-9550-F45C5695F0AC}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{DC8043FD-3D8D-42E7-9550-F45C5695F0AC}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