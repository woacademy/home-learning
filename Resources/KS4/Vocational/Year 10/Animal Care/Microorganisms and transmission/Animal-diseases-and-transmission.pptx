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185590-1DB9-4F0C-ABC1-C760AF136F9E}">
  <a:tblStyle styleId="{78185590-1DB9-4F0C-ABC1-C760AF136F9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{78185590-1DB9-4F0C-ABC1-C760AF136F9E}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{78185590-1DB9-4F0C-ABC1-C760AF136F9E}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{78185590-1DB9-4F0C-ABC1-C760AF136F9E}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{78185590-1DB9-4F0C-ABC1-C760AF136F9E}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{78185590-1DB9-4F0C-ABC1-C760AF136F9E}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