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47B16D-ED65-450C-86F4-12C76494E809}">
  <a:tblStyle styleId="{C847B16D-ED65-450C-86F4-12C76494E8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{C847B16D-ED65-450C-86F4-12C76494E809}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{C847B16D-ED65-450C-86F4-12C76494E809}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{C847B16D-ED65-450C-86F4-12C76494E809}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{C847B16D-ED65-450C-86F4-12C76494E809}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{C847B16D-ED65-450C-86F4-12C76494E809}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