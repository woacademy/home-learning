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D81104-4AC7-48A5-9813-6E397FBAFF68}">
  <a:tblStyle styleId="{F5D81104-4AC7-48A5-9813-6E397FBAFF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{F5D81104-4AC7-48A5-9813-6E397FBAFF68}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{F5D81104-4AC7-48A5-9813-6E397FBAFF68}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{F5D81104-4AC7-48A5-9813-6E397FBAFF68}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{F5D81104-4AC7-48A5-9813-6E397FBAFF68}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{F5D81104-4AC7-48A5-9813-6E397FBAFF68}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