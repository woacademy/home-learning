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D843FE-51D4-41FF-B768-6D0EE542B7D1}">
  <a:tblStyle styleId="{A6D843FE-51D4-41FF-B768-6D0EE542B7D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{A6D843FE-51D4-41FF-B768-6D0EE542B7D1}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{A6D843FE-51D4-41FF-B768-6D0EE542B7D1}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{A6D843FE-51D4-41FF-B768-6D0EE542B7D1}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{A6D843FE-51D4-41FF-B768-6D0EE542B7D1}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{A6D843FE-51D4-41FF-B768-6D0EE542B7D1}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