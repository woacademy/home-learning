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13D5F-AD83-482D-BD46-E1B94FF3AF70}">
  <a:tblStyle styleId="{1E913D5F-AD83-482D-BD46-E1B94FF3AF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{1E913D5F-AD83-482D-BD46-E1B94FF3AF70}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{1E913D5F-AD83-482D-BD46-E1B94FF3AF70}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{1E913D5F-AD83-482D-BD46-E1B94FF3AF70}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{1E913D5F-AD83-482D-BD46-E1B94FF3AF70}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{1E913D5F-AD83-482D-BD46-E1B94FF3AF70}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