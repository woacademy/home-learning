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792E93-2586-4FBD-90A9-623D0F5F6299}">
  <a:tblStyle styleId="{98792E93-2586-4FBD-90A9-623D0F5F62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{98792E93-2586-4FBD-90A9-623D0F5F6299}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{98792E93-2586-4FBD-90A9-623D0F5F6299}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{98792E93-2586-4FBD-90A9-623D0F5F6299}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{98792E93-2586-4FBD-90A9-623D0F5F6299}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{98792E93-2586-4FBD-90A9-623D0F5F6299}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