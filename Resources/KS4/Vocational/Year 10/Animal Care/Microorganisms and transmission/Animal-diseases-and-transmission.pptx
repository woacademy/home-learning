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A00423-C33D-4792-AE13-4A18B6EAE2FE}">
  <a:tblStyle styleId="{87A00423-C33D-4792-AE13-4A18B6EAE2F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{87A00423-C33D-4792-AE13-4A18B6EAE2FE}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{87A00423-C33D-4792-AE13-4A18B6EAE2FE}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{87A00423-C33D-4792-AE13-4A18B6EAE2FE}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{87A00423-C33D-4792-AE13-4A18B6EAE2FE}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{87A00423-C33D-4792-AE13-4A18B6EAE2FE}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