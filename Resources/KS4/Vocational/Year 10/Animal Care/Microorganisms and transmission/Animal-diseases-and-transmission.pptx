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E4A4EE-562A-4189-B6C3-CE3A2A2925A4}">
  <a:tblStyle styleId="{74E4A4EE-562A-4189-B6C3-CE3A2A2925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{74E4A4EE-562A-4189-B6C3-CE3A2A2925A4}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{74E4A4EE-562A-4189-B6C3-CE3A2A2925A4}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{74E4A4EE-562A-4189-B6C3-CE3A2A2925A4}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{74E4A4EE-562A-4189-B6C3-CE3A2A2925A4}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{74E4A4EE-562A-4189-B6C3-CE3A2A2925A4}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