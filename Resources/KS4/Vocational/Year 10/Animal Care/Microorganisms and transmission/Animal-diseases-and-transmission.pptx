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B7B0D4-A1BC-4927-AD25-1E72F76C47E1}">
  <a:tblStyle styleId="{91B7B0D4-A1BC-4927-AD25-1E72F76C47E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{91B7B0D4-A1BC-4927-AD25-1E72F76C47E1}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{91B7B0D4-A1BC-4927-AD25-1E72F76C47E1}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{91B7B0D4-A1BC-4927-AD25-1E72F76C47E1}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{91B7B0D4-A1BC-4927-AD25-1E72F76C47E1}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{91B7B0D4-A1BC-4927-AD25-1E72F76C47E1}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