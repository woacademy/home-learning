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7C5485-360F-4A22-9F7A-E8B765368643}">
  <a:tblStyle styleId="{CB7C5485-360F-4A22-9F7A-E8B7653686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{CB7C5485-360F-4A22-9F7A-E8B765368643}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{CB7C5485-360F-4A22-9F7A-E8B765368643}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{CB7C5485-360F-4A22-9F7A-E8B765368643}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{CB7C5485-360F-4A22-9F7A-E8B765368643}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{CB7C5485-360F-4A22-9F7A-E8B765368643}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