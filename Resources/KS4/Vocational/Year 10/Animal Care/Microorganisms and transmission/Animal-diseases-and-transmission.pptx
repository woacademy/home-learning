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FF3B99-CDFA-45DF-B855-F3326FF0021B}">
  <a:tblStyle styleId="{E9FF3B99-CDFA-45DF-B855-F3326FF002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{E9FF3B99-CDFA-45DF-B855-F3326FF0021B}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{E9FF3B99-CDFA-45DF-B855-F3326FF0021B}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{E9FF3B99-CDFA-45DF-B855-F3326FF0021B}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{E9FF3B99-CDFA-45DF-B855-F3326FF0021B}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{E9FF3B99-CDFA-45DF-B855-F3326FF0021B}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