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0ABBFF-3DFB-48E5-8DE3-7005186748A4}">
  <a:tblStyle styleId="{EF0ABBFF-3DFB-48E5-8DE3-7005186748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{EF0ABBFF-3DFB-48E5-8DE3-7005186748A4}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{EF0ABBFF-3DFB-48E5-8DE3-7005186748A4}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{EF0ABBFF-3DFB-48E5-8DE3-7005186748A4}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{EF0ABBFF-3DFB-48E5-8DE3-7005186748A4}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{EF0ABBFF-3DFB-48E5-8DE3-7005186748A4}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