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3A2163-BEC5-4106-AD6B-0F264D90C652}">
  <a:tblStyle styleId="{F43A2163-BEC5-4106-AD6B-0F264D90C65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{F43A2163-BEC5-4106-AD6B-0F264D90C652}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{F43A2163-BEC5-4106-AD6B-0F264D90C652}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{F43A2163-BEC5-4106-AD6B-0F264D90C652}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{F43A2163-BEC5-4106-AD6B-0F264D90C652}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{F43A2163-BEC5-4106-AD6B-0F264D90C652}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