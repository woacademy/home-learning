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CF1AA8-0769-40C3-88CC-920333E4D9F0}">
  <a:tblStyle styleId="{66CF1AA8-0769-40C3-88CC-920333E4D9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{66CF1AA8-0769-40C3-88CC-920333E4D9F0}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{66CF1AA8-0769-40C3-88CC-920333E4D9F0}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{66CF1AA8-0769-40C3-88CC-920333E4D9F0}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{66CF1AA8-0769-40C3-88CC-920333E4D9F0}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{66CF1AA8-0769-40C3-88CC-920333E4D9F0}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