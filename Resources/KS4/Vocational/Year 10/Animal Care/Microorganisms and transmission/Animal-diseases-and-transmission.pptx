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721ED3-B70E-4603-96FA-2130D426A365}">
  <a:tblStyle styleId="{CB721ED3-B70E-4603-96FA-2130D426A3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{CB721ED3-B70E-4603-96FA-2130D426A365}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{CB721ED3-B70E-4603-96FA-2130D426A365}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{CB721ED3-B70E-4603-96FA-2130D426A365}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{CB721ED3-B70E-4603-96FA-2130D426A365}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{CB721ED3-B70E-4603-96FA-2130D426A365}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