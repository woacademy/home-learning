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F6DF36-4186-48BE-ACD0-C904FD6EE85F}">
  <a:tblStyle styleId="{2DF6DF36-4186-48BE-ACD0-C904FD6EE85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{2DF6DF36-4186-48BE-ACD0-C904FD6EE85F}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{2DF6DF36-4186-48BE-ACD0-C904FD6EE85F}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{2DF6DF36-4186-48BE-ACD0-C904FD6EE85F}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{2DF6DF36-4186-48BE-ACD0-C904FD6EE85F}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{2DF6DF36-4186-48BE-ACD0-C904FD6EE85F}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