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47D0BC-D625-4A98-9F64-33E8F9B65233}">
  <a:tblStyle styleId="{AE47D0BC-D625-4A98-9F64-33E8F9B6523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{AE47D0BC-D625-4A98-9F64-33E8F9B65233}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{AE47D0BC-D625-4A98-9F64-33E8F9B65233}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{AE47D0BC-D625-4A98-9F64-33E8F9B65233}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{AE47D0BC-D625-4A98-9F64-33E8F9B65233}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{AE47D0BC-D625-4A98-9F64-33E8F9B65233}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