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1262A7-07B1-4B4B-9F35-889637B7DAF5}">
  <a:tblStyle styleId="{731262A7-07B1-4B4B-9F35-889637B7DA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{731262A7-07B1-4B4B-9F35-889637B7DAF5}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{731262A7-07B1-4B4B-9F35-889637B7DAF5}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{731262A7-07B1-4B4B-9F35-889637B7DAF5}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{731262A7-07B1-4B4B-9F35-889637B7DAF5}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{731262A7-07B1-4B4B-9F35-889637B7DAF5}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