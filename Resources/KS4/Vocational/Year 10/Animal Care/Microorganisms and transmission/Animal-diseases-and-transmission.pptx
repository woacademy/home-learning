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C404F8-F38B-40D3-8716-41A6FE5A193B}">
  <a:tblStyle styleId="{18C404F8-F38B-40D3-8716-41A6FE5A19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{18C404F8-F38B-40D3-8716-41A6FE5A193B}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{18C404F8-F38B-40D3-8716-41A6FE5A193B}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{18C404F8-F38B-40D3-8716-41A6FE5A193B}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{18C404F8-F38B-40D3-8716-41A6FE5A193B}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{18C404F8-F38B-40D3-8716-41A6FE5A193B}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