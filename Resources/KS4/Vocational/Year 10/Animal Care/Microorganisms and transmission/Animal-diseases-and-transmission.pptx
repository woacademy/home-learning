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38BFEC-4229-472D-8D01-157EA77FD009}">
  <a:tblStyle styleId="{8C38BFEC-4229-472D-8D01-157EA77FD0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{8C38BFEC-4229-472D-8D01-157EA77FD009}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{8C38BFEC-4229-472D-8D01-157EA77FD009}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{8C38BFEC-4229-472D-8D01-157EA77FD009}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{8C38BFEC-4229-472D-8D01-157EA77FD009}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{8C38BFEC-4229-472D-8D01-157EA77FD009}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