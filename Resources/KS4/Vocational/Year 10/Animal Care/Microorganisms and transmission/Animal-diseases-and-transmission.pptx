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9514C-B574-49F5-85E4-CF8EC40F6C83}">
  <a:tblStyle styleId="{8DA9514C-B574-49F5-85E4-CF8EC40F6C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{8DA9514C-B574-49F5-85E4-CF8EC40F6C83}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{8DA9514C-B574-49F5-85E4-CF8EC40F6C83}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{8DA9514C-B574-49F5-85E4-CF8EC40F6C83}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{8DA9514C-B574-49F5-85E4-CF8EC40F6C83}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{8DA9514C-B574-49F5-85E4-CF8EC40F6C83}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