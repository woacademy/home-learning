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3B75C4-6EE9-40A6-AB8B-121829C725E4}">
  <a:tblStyle styleId="{0E3B75C4-6EE9-40A6-AB8B-121829C725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{0E3B75C4-6EE9-40A6-AB8B-121829C725E4}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{0E3B75C4-6EE9-40A6-AB8B-121829C725E4}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{0E3B75C4-6EE9-40A6-AB8B-121829C725E4}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{0E3B75C4-6EE9-40A6-AB8B-121829C725E4}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{0E3B75C4-6EE9-40A6-AB8B-121829C725E4}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