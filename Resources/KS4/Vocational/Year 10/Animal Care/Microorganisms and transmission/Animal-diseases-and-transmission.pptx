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B83F10D-6F51-4996-89AF-E9F2FB7A8592}">
  <a:tblStyle styleId="{CB83F10D-6F51-4996-89AF-E9F2FB7A859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{CB83F10D-6F51-4996-89AF-E9F2FB7A8592}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{CB83F10D-6F51-4996-89AF-E9F2FB7A8592}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{CB83F10D-6F51-4996-89AF-E9F2FB7A8592}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{CB83F10D-6F51-4996-89AF-E9F2FB7A8592}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{CB83F10D-6F51-4996-89AF-E9F2FB7A8592}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