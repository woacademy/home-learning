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BBF784-4BB2-4233-92E5-7933E012FE40}">
  <a:tblStyle styleId="{84BBF784-4BB2-4233-92E5-7933E012FE4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{84BBF784-4BB2-4233-92E5-7933E012FE40}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{84BBF784-4BB2-4233-92E5-7933E012FE40}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{84BBF784-4BB2-4233-92E5-7933E012FE40}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{84BBF784-4BB2-4233-92E5-7933E012FE40}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{84BBF784-4BB2-4233-92E5-7933E012FE40}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