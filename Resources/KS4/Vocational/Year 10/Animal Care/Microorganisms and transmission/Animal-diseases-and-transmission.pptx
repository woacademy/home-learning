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C1EF730-FD64-4F14-A055-85C5DD631E64}">
  <a:tblStyle styleId="{1C1EF730-FD64-4F14-A055-85C5DD631E64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{1C1EF730-FD64-4F14-A055-85C5DD631E64}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{1C1EF730-FD64-4F14-A055-85C5DD631E64}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{1C1EF730-FD64-4F14-A055-85C5DD631E64}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{1C1EF730-FD64-4F14-A055-85C5DD631E64}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{1C1EF730-FD64-4F14-A055-85C5DD631E64}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