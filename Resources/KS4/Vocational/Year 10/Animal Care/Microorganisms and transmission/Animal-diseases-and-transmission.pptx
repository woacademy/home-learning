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7FB6A-2F4F-414A-A4A1-0D479D871260}">
  <a:tblStyle styleId="{7327FB6A-2F4F-414A-A4A1-0D479D8712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{7327FB6A-2F4F-414A-A4A1-0D479D871260}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{7327FB6A-2F4F-414A-A4A1-0D479D871260}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{7327FB6A-2F4F-414A-A4A1-0D479D871260}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{7327FB6A-2F4F-414A-A4A1-0D479D871260}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{7327FB6A-2F4F-414A-A4A1-0D479D871260}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