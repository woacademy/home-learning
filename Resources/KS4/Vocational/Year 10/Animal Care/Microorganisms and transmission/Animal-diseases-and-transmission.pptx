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05B949-56BA-4AE1-8D3F-0093CCDEF4CA}">
  <a:tblStyle styleId="{A305B949-56BA-4AE1-8D3F-0093CCDEF4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{A305B949-56BA-4AE1-8D3F-0093CCDEF4CA}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{A305B949-56BA-4AE1-8D3F-0093CCDEF4CA}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{A305B949-56BA-4AE1-8D3F-0093CCDEF4CA}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{A305B949-56BA-4AE1-8D3F-0093CCDEF4CA}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{A305B949-56BA-4AE1-8D3F-0093CCDEF4CA}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