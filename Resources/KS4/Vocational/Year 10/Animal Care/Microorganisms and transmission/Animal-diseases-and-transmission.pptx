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D444BA-05DB-4195-B966-ED9CA6C5FA29}">
  <a:tblStyle styleId="{2CD444BA-05DB-4195-B966-ED9CA6C5FA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{2CD444BA-05DB-4195-B966-ED9CA6C5FA29}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{2CD444BA-05DB-4195-B966-ED9CA6C5FA29}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{2CD444BA-05DB-4195-B966-ED9CA6C5FA29}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{2CD444BA-05DB-4195-B966-ED9CA6C5FA29}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{2CD444BA-05DB-4195-B966-ED9CA6C5FA29}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