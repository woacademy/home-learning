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FF725F-F9E6-439B-B4AA-0EB6A77A7B4B}">
  <a:tblStyle styleId="{13FF725F-F9E6-439B-B4AA-0EB6A77A7B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{13FF725F-F9E6-439B-B4AA-0EB6A77A7B4B}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{13FF725F-F9E6-439B-B4AA-0EB6A77A7B4B}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{13FF725F-F9E6-439B-B4AA-0EB6A77A7B4B}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{13FF725F-F9E6-439B-B4AA-0EB6A77A7B4B}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{13FF725F-F9E6-439B-B4AA-0EB6A77A7B4B}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