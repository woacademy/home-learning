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A21F26-3F32-4D90-B403-CD7E5366CF59}">
  <a:tblStyle styleId="{E1A21F26-3F32-4D90-B403-CD7E5366CF5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{E1A21F26-3F32-4D90-B403-CD7E5366CF59}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{E1A21F26-3F32-4D90-B403-CD7E5366CF59}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{E1A21F26-3F32-4D90-B403-CD7E5366CF59}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{E1A21F26-3F32-4D90-B403-CD7E5366CF59}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{E1A21F26-3F32-4D90-B403-CD7E5366CF59}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