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6A7845-E4C6-4329-B775-08EE73306743}">
  <a:tblStyle styleId="{946A7845-E4C6-4329-B775-08EE7330674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{946A7845-E4C6-4329-B775-08EE73306743}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{946A7845-E4C6-4329-B775-08EE73306743}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{946A7845-E4C6-4329-B775-08EE73306743}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{946A7845-E4C6-4329-B775-08EE73306743}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{946A7845-E4C6-4329-B775-08EE73306743}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