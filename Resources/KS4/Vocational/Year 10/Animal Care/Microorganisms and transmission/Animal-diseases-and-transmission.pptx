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A10144-A8FC-4546-A17A-45574D2BDE51}">
  <a:tblStyle styleId="{76A10144-A8FC-4546-A17A-45574D2BDE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{76A10144-A8FC-4546-A17A-45574D2BDE51}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{76A10144-A8FC-4546-A17A-45574D2BDE51}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{76A10144-A8FC-4546-A17A-45574D2BDE51}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{76A10144-A8FC-4546-A17A-45574D2BDE51}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{76A10144-A8FC-4546-A17A-45574D2BDE51}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