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EF3AF1-63A7-4916-B0EB-60A3F633600A}">
  <a:tblStyle styleId="{65EF3AF1-63A7-4916-B0EB-60A3F63360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{65EF3AF1-63A7-4916-B0EB-60A3F633600A}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{65EF3AF1-63A7-4916-B0EB-60A3F633600A}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{65EF3AF1-63A7-4916-B0EB-60A3F633600A}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{65EF3AF1-63A7-4916-B0EB-60A3F633600A}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{65EF3AF1-63A7-4916-B0EB-60A3F633600A}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