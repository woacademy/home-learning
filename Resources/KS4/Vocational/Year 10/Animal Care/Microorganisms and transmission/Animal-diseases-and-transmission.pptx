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27E163-C03A-4BF4-8F16-7020E9B670B4}">
  <a:tblStyle styleId="{9127E163-C03A-4BF4-8F16-7020E9B670B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{9127E163-C03A-4BF4-8F16-7020E9B670B4}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{9127E163-C03A-4BF4-8F16-7020E9B670B4}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{9127E163-C03A-4BF4-8F16-7020E9B670B4}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{9127E163-C03A-4BF4-8F16-7020E9B670B4}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{9127E163-C03A-4BF4-8F16-7020E9B670B4}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