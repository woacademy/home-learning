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46C5C54-5715-4C1F-A1DD-0BF37D9D08DB}">
  <a:tblStyle styleId="{E46C5C54-5715-4C1F-A1DD-0BF37D9D08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{E46C5C54-5715-4C1F-A1DD-0BF37D9D08DB}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{E46C5C54-5715-4C1F-A1DD-0BF37D9D08DB}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{E46C5C54-5715-4C1F-A1DD-0BF37D9D08DB}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{E46C5C54-5715-4C1F-A1DD-0BF37D9D08DB}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{E46C5C54-5715-4C1F-A1DD-0BF37D9D08DB}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