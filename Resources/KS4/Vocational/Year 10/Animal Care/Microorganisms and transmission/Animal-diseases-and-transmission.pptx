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6C4C4A-CDE9-42DF-9A98-6A6CBC393CAA}">
  <a:tblStyle styleId="{516C4C4A-CDE9-42DF-9A98-6A6CBC393C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{516C4C4A-CDE9-42DF-9A98-6A6CBC393CAA}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{516C4C4A-CDE9-42DF-9A98-6A6CBC393CAA}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{516C4C4A-CDE9-42DF-9A98-6A6CBC393CAA}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{516C4C4A-CDE9-42DF-9A98-6A6CBC393CAA}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{516C4C4A-CDE9-42DF-9A98-6A6CBC393CAA}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