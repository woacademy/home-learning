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D6884-FB29-48A2-A7EA-9B2470EA52E6}">
  <a:tblStyle styleId="{6B8D6884-FB29-48A2-A7EA-9B2470EA52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{6B8D6884-FB29-48A2-A7EA-9B2470EA52E6}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{6B8D6884-FB29-48A2-A7EA-9B2470EA52E6}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{6B8D6884-FB29-48A2-A7EA-9B2470EA52E6}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{6B8D6884-FB29-48A2-A7EA-9B2470EA52E6}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{6B8D6884-FB29-48A2-A7EA-9B2470EA52E6}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