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C59A75-41FC-4E2D-913C-989A47C5A70D}">
  <a:tblStyle styleId="{9DC59A75-41FC-4E2D-913C-989A47C5A70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{9DC59A75-41FC-4E2D-913C-989A47C5A70D}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{9DC59A75-41FC-4E2D-913C-989A47C5A70D}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{9DC59A75-41FC-4E2D-913C-989A47C5A70D}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{9DC59A75-41FC-4E2D-913C-989A47C5A70D}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{9DC59A75-41FC-4E2D-913C-989A47C5A70D}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