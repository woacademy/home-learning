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D91D2-A9DD-42AA-8A86-41FE46E3584C}">
  <a:tblStyle styleId="{01FD91D2-A9DD-42AA-8A86-41FE46E358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{01FD91D2-A9DD-42AA-8A86-41FE46E3584C}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{01FD91D2-A9DD-42AA-8A86-41FE46E3584C}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{01FD91D2-A9DD-42AA-8A86-41FE46E3584C}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{01FD91D2-A9DD-42AA-8A86-41FE46E3584C}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{01FD91D2-A9DD-42AA-8A86-41FE46E3584C}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