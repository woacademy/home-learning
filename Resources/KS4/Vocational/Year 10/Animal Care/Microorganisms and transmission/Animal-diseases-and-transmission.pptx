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D9582F-57F8-4700-A4E4-83D39DE3365D}">
  <a:tblStyle styleId="{AAD9582F-57F8-4700-A4E4-83D39DE3365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{AAD9582F-57F8-4700-A4E4-83D39DE3365D}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{AAD9582F-57F8-4700-A4E4-83D39DE3365D}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{AAD9582F-57F8-4700-A4E4-83D39DE3365D}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{AAD9582F-57F8-4700-A4E4-83D39DE3365D}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{AAD9582F-57F8-4700-A4E4-83D39DE3365D}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