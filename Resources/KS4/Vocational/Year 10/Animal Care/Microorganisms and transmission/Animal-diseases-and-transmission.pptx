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0CB686-DA1F-4F06-98B8-AACCF2AC8A8C}">
  <a:tblStyle styleId="{740CB686-DA1F-4F06-98B8-AACCF2AC8A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{740CB686-DA1F-4F06-98B8-AACCF2AC8A8C}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{740CB686-DA1F-4F06-98B8-AACCF2AC8A8C}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{740CB686-DA1F-4F06-98B8-AACCF2AC8A8C}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{740CB686-DA1F-4F06-98B8-AACCF2AC8A8C}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{740CB686-DA1F-4F06-98B8-AACCF2AC8A8C}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