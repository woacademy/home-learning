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8E9A3C-4A86-45F3-89CD-1A365237A3E2}">
  <a:tblStyle styleId="{498E9A3C-4A86-45F3-89CD-1A365237A3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{498E9A3C-4A86-45F3-89CD-1A365237A3E2}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{498E9A3C-4A86-45F3-89CD-1A365237A3E2}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{498E9A3C-4A86-45F3-89CD-1A365237A3E2}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{498E9A3C-4A86-45F3-89CD-1A365237A3E2}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{498E9A3C-4A86-45F3-89CD-1A365237A3E2}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