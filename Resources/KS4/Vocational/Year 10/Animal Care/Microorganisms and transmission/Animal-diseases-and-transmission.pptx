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D6279A-7F19-466C-AB01-85923D32C9C5}">
  <a:tblStyle styleId="{F7D6279A-7F19-466C-AB01-85923D32C9C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{F7D6279A-7F19-466C-AB01-85923D32C9C5}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{F7D6279A-7F19-466C-AB01-85923D32C9C5}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{F7D6279A-7F19-466C-AB01-85923D32C9C5}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{F7D6279A-7F19-466C-AB01-85923D32C9C5}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{F7D6279A-7F19-466C-AB01-85923D32C9C5}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