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86B3AB-5473-47A8-A323-119C2ADF9D19}">
  <a:tblStyle styleId="{0C86B3AB-5473-47A8-A323-119C2ADF9D1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{0C86B3AB-5473-47A8-A323-119C2ADF9D19}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{0C86B3AB-5473-47A8-A323-119C2ADF9D19}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{0C86B3AB-5473-47A8-A323-119C2ADF9D19}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{0C86B3AB-5473-47A8-A323-119C2ADF9D19}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{0C86B3AB-5473-47A8-A323-119C2ADF9D19}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