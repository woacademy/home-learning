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3FDB102-A739-45A5-8344-B9AF5F723537}">
  <a:tblStyle styleId="{D3FDB102-A739-45A5-8344-B9AF5F72353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{D3FDB102-A739-45A5-8344-B9AF5F723537}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{D3FDB102-A739-45A5-8344-B9AF5F723537}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{D3FDB102-A739-45A5-8344-B9AF5F723537}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{D3FDB102-A739-45A5-8344-B9AF5F723537}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{D3FDB102-A739-45A5-8344-B9AF5F723537}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