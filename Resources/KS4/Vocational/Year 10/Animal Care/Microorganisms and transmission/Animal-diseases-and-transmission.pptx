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AD58ED-165F-4EE1-A405-56A9261DD3BF}">
  <a:tblStyle styleId="{7CAD58ED-165F-4EE1-A405-56A9261DD3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{7CAD58ED-165F-4EE1-A405-56A9261DD3BF}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{7CAD58ED-165F-4EE1-A405-56A9261DD3BF}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{7CAD58ED-165F-4EE1-A405-56A9261DD3BF}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{7CAD58ED-165F-4EE1-A405-56A9261DD3BF}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{7CAD58ED-165F-4EE1-A405-56A9261DD3BF}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