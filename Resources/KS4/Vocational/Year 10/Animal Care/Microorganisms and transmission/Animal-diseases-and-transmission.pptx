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02D32C-C064-48D7-AEF2-2A0D0F44AC16}">
  <a:tblStyle styleId="{8702D32C-C064-48D7-AEF2-2A0D0F44AC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{8702D32C-C064-48D7-AEF2-2A0D0F44AC16}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{8702D32C-C064-48D7-AEF2-2A0D0F44AC16}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{8702D32C-C064-48D7-AEF2-2A0D0F44AC16}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{8702D32C-C064-48D7-AEF2-2A0D0F44AC16}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{8702D32C-C064-48D7-AEF2-2A0D0F44AC16}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