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3E2AB9-758C-4ACB-A879-A055CAFDE85B}">
  <a:tblStyle styleId="{643E2AB9-758C-4ACB-A879-A055CAFDE8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{643E2AB9-758C-4ACB-A879-A055CAFDE85B}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{643E2AB9-758C-4ACB-A879-A055CAFDE85B}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{643E2AB9-758C-4ACB-A879-A055CAFDE85B}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{643E2AB9-758C-4ACB-A879-A055CAFDE85B}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{643E2AB9-758C-4ACB-A879-A055CAFDE85B}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