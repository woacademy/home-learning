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30E5FE-95C8-4605-B12E-FA22F74335B2}">
  <a:tblStyle styleId="{7630E5FE-95C8-4605-B12E-FA22F74335B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{7630E5FE-95C8-4605-B12E-FA22F74335B2}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{7630E5FE-95C8-4605-B12E-FA22F74335B2}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{7630E5FE-95C8-4605-B12E-FA22F74335B2}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{7630E5FE-95C8-4605-B12E-FA22F74335B2}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{7630E5FE-95C8-4605-B12E-FA22F74335B2}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