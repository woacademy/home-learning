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80AE22-383D-4629-AFCD-E7820E398A4F}">
  <a:tblStyle styleId="{2B80AE22-383D-4629-AFCD-E7820E398A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{2B80AE22-383D-4629-AFCD-E7820E398A4F}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{2B80AE22-383D-4629-AFCD-E7820E398A4F}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{2B80AE22-383D-4629-AFCD-E7820E398A4F}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{2B80AE22-383D-4629-AFCD-E7820E398A4F}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{2B80AE22-383D-4629-AFCD-E7820E398A4F}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