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10DCC-1D9C-4943-959A-08C1FC4D1C77}">
  <a:tblStyle styleId="{22110DCC-1D9C-4943-959A-08C1FC4D1C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{22110DCC-1D9C-4943-959A-08C1FC4D1C77}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{22110DCC-1D9C-4943-959A-08C1FC4D1C77}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{22110DCC-1D9C-4943-959A-08C1FC4D1C77}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{22110DCC-1D9C-4943-959A-08C1FC4D1C77}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{22110DCC-1D9C-4943-959A-08C1FC4D1C77}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