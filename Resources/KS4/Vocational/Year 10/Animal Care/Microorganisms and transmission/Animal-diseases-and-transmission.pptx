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8219F5-DC72-48BA-96D0-D27457735776}">
  <a:tblStyle styleId="{048219F5-DC72-48BA-96D0-D274577357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{048219F5-DC72-48BA-96D0-D27457735776}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{048219F5-DC72-48BA-96D0-D27457735776}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{048219F5-DC72-48BA-96D0-D27457735776}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{048219F5-DC72-48BA-96D0-D27457735776}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{048219F5-DC72-48BA-96D0-D27457735776}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