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4AF9A4-A7BA-439A-9321-7099253FB72E}">
  <a:tblStyle styleId="{B94AF9A4-A7BA-439A-9321-7099253FB72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{B94AF9A4-A7BA-439A-9321-7099253FB72E}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{B94AF9A4-A7BA-439A-9321-7099253FB72E}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{B94AF9A4-A7BA-439A-9321-7099253FB72E}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{B94AF9A4-A7BA-439A-9321-7099253FB72E}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{B94AF9A4-A7BA-439A-9321-7099253FB72E}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