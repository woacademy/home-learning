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E6C1EB-F592-4499-B003-A99797673C95}">
  <a:tblStyle styleId="{DFE6C1EB-F592-4499-B003-A99797673C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{DFE6C1EB-F592-4499-B003-A99797673C95}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{DFE6C1EB-F592-4499-B003-A99797673C95}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{DFE6C1EB-F592-4499-B003-A99797673C95}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{DFE6C1EB-F592-4499-B003-A99797673C95}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{DFE6C1EB-F592-4499-B003-A99797673C95}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