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716216-042E-4628-AA68-543EC7351BEE}">
  <a:tblStyle styleId="{E5716216-042E-4628-AA68-543EC7351B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{E5716216-042E-4628-AA68-543EC7351BEE}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{E5716216-042E-4628-AA68-543EC7351BEE}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{E5716216-042E-4628-AA68-543EC7351BEE}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{E5716216-042E-4628-AA68-543EC7351BEE}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{E5716216-042E-4628-AA68-543EC7351BEE}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