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DC0162-D785-46DD-9379-999DB1605DD4}">
  <a:tblStyle styleId="{B9DC0162-D785-46DD-9379-999DB1605DD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{B9DC0162-D785-46DD-9379-999DB1605DD4}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{B9DC0162-D785-46DD-9379-999DB1605DD4}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{B9DC0162-D785-46DD-9379-999DB1605DD4}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{B9DC0162-D785-46DD-9379-999DB1605DD4}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{B9DC0162-D785-46DD-9379-999DB1605DD4}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