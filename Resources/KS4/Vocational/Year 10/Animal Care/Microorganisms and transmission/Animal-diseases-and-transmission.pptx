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DCE84-36B1-4D52-8432-4FC943BD4565}">
  <a:tblStyle styleId="{5DBDCE84-36B1-4D52-8432-4FC943BD45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{5DBDCE84-36B1-4D52-8432-4FC943BD4565}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{5DBDCE84-36B1-4D52-8432-4FC943BD4565}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{5DBDCE84-36B1-4D52-8432-4FC943BD4565}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{5DBDCE84-36B1-4D52-8432-4FC943BD4565}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{5DBDCE84-36B1-4D52-8432-4FC943BD4565}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