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F41DAC-A1F8-49E1-9778-165458F550D0}">
  <a:tblStyle styleId="{6BF41DAC-A1F8-49E1-9778-165458F550D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{6BF41DAC-A1F8-49E1-9778-165458F550D0}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{6BF41DAC-A1F8-49E1-9778-165458F550D0}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{6BF41DAC-A1F8-49E1-9778-165458F550D0}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{6BF41DAC-A1F8-49E1-9778-165458F550D0}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{6BF41DAC-A1F8-49E1-9778-165458F550D0}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