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246524-C1FF-4B81-A400-3DDADD1E7022}">
  <a:tblStyle styleId="{17246524-C1FF-4B81-A400-3DDADD1E70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{17246524-C1FF-4B81-A400-3DDADD1E7022}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{17246524-C1FF-4B81-A400-3DDADD1E7022}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{17246524-C1FF-4B81-A400-3DDADD1E7022}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{17246524-C1FF-4B81-A400-3DDADD1E7022}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{17246524-C1FF-4B81-A400-3DDADD1E7022}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