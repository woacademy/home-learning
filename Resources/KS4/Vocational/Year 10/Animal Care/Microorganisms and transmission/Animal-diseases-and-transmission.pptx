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C25E22-B28E-485B-BF52-8AD90E99F677}">
  <a:tblStyle styleId="{3EC25E22-B28E-485B-BF52-8AD90E99F67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{3EC25E22-B28E-485B-BF52-8AD90E99F677}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{3EC25E22-B28E-485B-BF52-8AD90E99F677}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{3EC25E22-B28E-485B-BF52-8AD90E99F677}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{3EC25E22-B28E-485B-BF52-8AD90E99F677}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{3EC25E22-B28E-485B-BF52-8AD90E99F677}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