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70F74-FF65-4BDD-A78F-048E91FE00FF}">
  <a:tblStyle styleId="{7BA70F74-FF65-4BDD-A78F-048E91FE00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{7BA70F74-FF65-4BDD-A78F-048E91FE00FF}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{7BA70F74-FF65-4BDD-A78F-048E91FE00FF}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{7BA70F74-FF65-4BDD-A78F-048E91FE00FF}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{7BA70F74-FF65-4BDD-A78F-048E91FE00FF}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{7BA70F74-FF65-4BDD-A78F-048E91FE00FF}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