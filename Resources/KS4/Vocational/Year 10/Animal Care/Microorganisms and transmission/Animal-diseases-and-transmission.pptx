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17ABA6-E013-47DC-B411-6D4DEBE3E389}">
  <a:tblStyle styleId="{FF17ABA6-E013-47DC-B411-6D4DEBE3E38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{FF17ABA6-E013-47DC-B411-6D4DEBE3E389}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{FF17ABA6-E013-47DC-B411-6D4DEBE3E389}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{FF17ABA6-E013-47DC-B411-6D4DEBE3E389}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{FF17ABA6-E013-47DC-B411-6D4DEBE3E389}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{FF17ABA6-E013-47DC-B411-6D4DEBE3E389}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