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FE39B7-2CC7-45E4-BADF-C660AB34C068}">
  <a:tblStyle styleId="{9AFE39B7-2CC7-45E4-BADF-C660AB34C0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{9AFE39B7-2CC7-45E4-BADF-C660AB34C068}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{9AFE39B7-2CC7-45E4-BADF-C660AB34C068}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{9AFE39B7-2CC7-45E4-BADF-C660AB34C068}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{9AFE39B7-2CC7-45E4-BADF-C660AB34C068}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{9AFE39B7-2CC7-45E4-BADF-C660AB34C068}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