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C5C2C-CC96-4177-BC12-32511F06E14C}">
  <a:tblStyle styleId="{F74C5C2C-CC96-4177-BC12-32511F06E1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{F74C5C2C-CC96-4177-BC12-32511F06E14C}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{F74C5C2C-CC96-4177-BC12-32511F06E14C}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{F74C5C2C-CC96-4177-BC12-32511F06E14C}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{F74C5C2C-CC96-4177-BC12-32511F06E14C}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{F74C5C2C-CC96-4177-BC12-32511F06E14C}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