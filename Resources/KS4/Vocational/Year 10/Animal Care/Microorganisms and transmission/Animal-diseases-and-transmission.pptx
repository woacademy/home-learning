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A591EC-05BF-4E81-A61B-2D571D63A83F}">
  <a:tblStyle styleId="{87A591EC-05BF-4E81-A61B-2D571D63A8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{87A591EC-05BF-4E81-A61B-2D571D63A83F}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{87A591EC-05BF-4E81-A61B-2D571D63A83F}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{87A591EC-05BF-4E81-A61B-2D571D63A83F}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{87A591EC-05BF-4E81-A61B-2D571D63A83F}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{87A591EC-05BF-4E81-A61B-2D571D63A83F}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