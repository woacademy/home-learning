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D92DEC4-71D6-4468-8636-D5A0B41F2AF4}">
  <a:tblStyle styleId="{FD92DEC4-71D6-4468-8636-D5A0B41F2AF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{FD92DEC4-71D6-4468-8636-D5A0B41F2AF4}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{FD92DEC4-71D6-4468-8636-D5A0B41F2AF4}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{FD92DEC4-71D6-4468-8636-D5A0B41F2AF4}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{FD92DEC4-71D6-4468-8636-D5A0B41F2AF4}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{FD92DEC4-71D6-4468-8636-D5A0B41F2AF4}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