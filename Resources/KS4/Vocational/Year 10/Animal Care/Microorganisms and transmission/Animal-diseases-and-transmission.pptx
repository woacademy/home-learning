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E4C41C-5B38-4F7E-BF6C-7B8CC4390F96}">
  <a:tblStyle styleId="{E1E4C41C-5B38-4F7E-BF6C-7B8CC4390F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{E1E4C41C-5B38-4F7E-BF6C-7B8CC4390F96}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{E1E4C41C-5B38-4F7E-BF6C-7B8CC4390F96}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{E1E4C41C-5B38-4F7E-BF6C-7B8CC4390F96}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{E1E4C41C-5B38-4F7E-BF6C-7B8CC4390F96}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{E1E4C41C-5B38-4F7E-BF6C-7B8CC4390F96}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