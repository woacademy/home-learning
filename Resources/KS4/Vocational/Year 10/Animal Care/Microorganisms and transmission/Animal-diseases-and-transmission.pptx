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FCA18D-94A5-410C-A0BB-7E55878BACB3}">
  <a:tblStyle styleId="{A2FCA18D-94A5-410C-A0BB-7E55878BAC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{A2FCA18D-94A5-410C-A0BB-7E55878BACB3}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{A2FCA18D-94A5-410C-A0BB-7E55878BACB3}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{A2FCA18D-94A5-410C-A0BB-7E55878BACB3}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{A2FCA18D-94A5-410C-A0BB-7E55878BACB3}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{A2FCA18D-94A5-410C-A0BB-7E55878BACB3}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