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586EDB-F7C3-49CE-8CC9-42EFC39751B0}">
  <a:tblStyle styleId="{B1586EDB-F7C3-49CE-8CC9-42EFC39751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{B1586EDB-F7C3-49CE-8CC9-42EFC39751B0}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{B1586EDB-F7C3-49CE-8CC9-42EFC39751B0}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{B1586EDB-F7C3-49CE-8CC9-42EFC39751B0}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{B1586EDB-F7C3-49CE-8CC9-42EFC39751B0}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{B1586EDB-F7C3-49CE-8CC9-42EFC39751B0}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