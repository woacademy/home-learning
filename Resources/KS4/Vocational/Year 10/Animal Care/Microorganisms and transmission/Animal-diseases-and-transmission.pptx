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CF832D-338C-4334-A909-8161A13BCE09}">
  <a:tblStyle styleId="{7ACF832D-338C-4334-A909-8161A13BCE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{7ACF832D-338C-4334-A909-8161A13BCE09}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{7ACF832D-338C-4334-A909-8161A13BCE09}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{7ACF832D-338C-4334-A909-8161A13BCE09}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{7ACF832D-338C-4334-A909-8161A13BCE09}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{7ACF832D-338C-4334-A909-8161A13BCE09}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