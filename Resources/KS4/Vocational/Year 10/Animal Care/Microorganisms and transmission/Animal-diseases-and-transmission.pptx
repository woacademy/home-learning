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C003B-7F0F-4FAC-9D40-39FCE6371241}">
  <a:tblStyle styleId="{97FC003B-7F0F-4FAC-9D40-39FCE63712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{97FC003B-7F0F-4FAC-9D40-39FCE6371241}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{97FC003B-7F0F-4FAC-9D40-39FCE6371241}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{97FC003B-7F0F-4FAC-9D40-39FCE6371241}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{97FC003B-7F0F-4FAC-9D40-39FCE6371241}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{97FC003B-7F0F-4FAC-9D40-39FCE6371241}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