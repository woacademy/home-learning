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26DBA17-AB45-431C-A8B0-58B1A1535407}">
  <a:tblStyle styleId="{526DBA17-AB45-431C-A8B0-58B1A153540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{526DBA17-AB45-431C-A8B0-58B1A1535407}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{526DBA17-AB45-431C-A8B0-58B1A1535407}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{526DBA17-AB45-431C-A8B0-58B1A1535407}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{526DBA17-AB45-431C-A8B0-58B1A1535407}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{526DBA17-AB45-431C-A8B0-58B1A1535407}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