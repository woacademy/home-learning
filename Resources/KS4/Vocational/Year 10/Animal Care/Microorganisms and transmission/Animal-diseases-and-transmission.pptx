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4A228A-5B07-4AF7-8308-8E837DACFD45}">
  <a:tblStyle styleId="{814A228A-5B07-4AF7-8308-8E837DACFD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{814A228A-5B07-4AF7-8308-8E837DACFD45}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{814A228A-5B07-4AF7-8308-8E837DACFD45}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{814A228A-5B07-4AF7-8308-8E837DACFD45}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{814A228A-5B07-4AF7-8308-8E837DACFD45}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{814A228A-5B07-4AF7-8308-8E837DACFD45}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