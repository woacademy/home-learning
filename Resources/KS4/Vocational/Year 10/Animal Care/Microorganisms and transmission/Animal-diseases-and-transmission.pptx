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8679CF-0415-4D7E-B671-4ADDB93B34FE}">
  <a:tblStyle styleId="{708679CF-0415-4D7E-B671-4ADDB93B34F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{708679CF-0415-4D7E-B671-4ADDB93B34FE}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{708679CF-0415-4D7E-B671-4ADDB93B34FE}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{708679CF-0415-4D7E-B671-4ADDB93B34FE}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{708679CF-0415-4D7E-B671-4ADDB93B34FE}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{708679CF-0415-4D7E-B671-4ADDB93B34FE}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