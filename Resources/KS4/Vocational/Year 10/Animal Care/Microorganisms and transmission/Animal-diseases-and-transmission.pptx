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780F4E-026F-4DC3-BF32-D063A2A027CB}">
  <a:tblStyle styleId="{79780F4E-026F-4DC3-BF32-D063A2A027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{79780F4E-026F-4DC3-BF32-D063A2A027CB}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{79780F4E-026F-4DC3-BF32-D063A2A027CB}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{79780F4E-026F-4DC3-BF32-D063A2A027CB}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{79780F4E-026F-4DC3-BF32-D063A2A027CB}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{79780F4E-026F-4DC3-BF32-D063A2A027CB}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