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1170F9-D4AB-4964-92C0-23C004184C72}">
  <a:tblStyle styleId="{281170F9-D4AB-4964-92C0-23C004184C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{281170F9-D4AB-4964-92C0-23C004184C72}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{281170F9-D4AB-4964-92C0-23C004184C72}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{281170F9-D4AB-4964-92C0-23C004184C72}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{281170F9-D4AB-4964-92C0-23C004184C72}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{281170F9-D4AB-4964-92C0-23C004184C72}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