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EA6CFC-0161-4C34-A41D-64A079E57734}">
  <a:tblStyle styleId="{DEEA6CFC-0161-4C34-A41D-64A079E5773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{DEEA6CFC-0161-4C34-A41D-64A079E57734}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{DEEA6CFC-0161-4C34-A41D-64A079E57734}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{DEEA6CFC-0161-4C34-A41D-64A079E57734}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{DEEA6CFC-0161-4C34-A41D-64A079E57734}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{DEEA6CFC-0161-4C34-A41D-64A079E57734}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