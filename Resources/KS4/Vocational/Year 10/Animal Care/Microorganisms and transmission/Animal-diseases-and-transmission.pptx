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6EA1B3E-0275-48BE-8A7B-C6F6027E531C}">
  <a:tblStyle styleId="{B6EA1B3E-0275-48BE-8A7B-C6F6027E53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{B6EA1B3E-0275-48BE-8A7B-C6F6027E531C}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{B6EA1B3E-0275-48BE-8A7B-C6F6027E531C}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{B6EA1B3E-0275-48BE-8A7B-C6F6027E531C}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{B6EA1B3E-0275-48BE-8A7B-C6F6027E531C}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{B6EA1B3E-0275-48BE-8A7B-C6F6027E531C}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