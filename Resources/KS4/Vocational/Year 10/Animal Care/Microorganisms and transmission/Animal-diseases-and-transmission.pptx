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0B50F7-A1DF-4628-B3E8-F02244F0DDC5}">
  <a:tblStyle styleId="{F70B50F7-A1DF-4628-B3E8-F02244F0DD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{F70B50F7-A1DF-4628-B3E8-F02244F0DDC5}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{F70B50F7-A1DF-4628-B3E8-F02244F0DDC5}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{F70B50F7-A1DF-4628-B3E8-F02244F0DDC5}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{F70B50F7-A1DF-4628-B3E8-F02244F0DDC5}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{F70B50F7-A1DF-4628-B3E8-F02244F0DDC5}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