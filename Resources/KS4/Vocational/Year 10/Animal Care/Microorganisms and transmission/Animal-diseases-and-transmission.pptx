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66B636-8C0E-42F3-895E-2F41908BBEB1}">
  <a:tblStyle styleId="{AF66B636-8C0E-42F3-895E-2F41908BBE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{AF66B636-8C0E-42F3-895E-2F41908BBEB1}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{AF66B636-8C0E-42F3-895E-2F41908BBEB1}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{AF66B636-8C0E-42F3-895E-2F41908BBEB1}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{AF66B636-8C0E-42F3-895E-2F41908BBEB1}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{AF66B636-8C0E-42F3-895E-2F41908BBEB1}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