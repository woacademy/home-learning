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75E958-9A90-4CAE-A963-1EA403CAB99D}">
  <a:tblStyle styleId="{5275E958-9A90-4CAE-A963-1EA403CAB9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{5275E958-9A90-4CAE-A963-1EA403CAB99D}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{5275E958-9A90-4CAE-A963-1EA403CAB99D}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{5275E958-9A90-4CAE-A963-1EA403CAB99D}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{5275E958-9A90-4CAE-A963-1EA403CAB99D}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{5275E958-9A90-4CAE-A963-1EA403CAB99D}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