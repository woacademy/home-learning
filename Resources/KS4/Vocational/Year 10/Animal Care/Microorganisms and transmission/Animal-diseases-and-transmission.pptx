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0B303-AEB6-4B88-BB3A-BBF42BD1C6B5}">
  <a:tblStyle styleId="{EE60B303-AEB6-4B88-BB3A-BBF42BD1C6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{EE60B303-AEB6-4B88-BB3A-BBF42BD1C6B5}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{EE60B303-AEB6-4B88-BB3A-BBF42BD1C6B5}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{EE60B303-AEB6-4B88-BB3A-BBF42BD1C6B5}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{EE60B303-AEB6-4B88-BB3A-BBF42BD1C6B5}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{EE60B303-AEB6-4B88-BB3A-BBF42BD1C6B5}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