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3EDD48-B259-4068-AE7F-3FC8C03EA244}">
  <a:tblStyle styleId="{263EDD48-B259-4068-AE7F-3FC8C03EA2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{263EDD48-B259-4068-AE7F-3FC8C03EA244}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{263EDD48-B259-4068-AE7F-3FC8C03EA244}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{263EDD48-B259-4068-AE7F-3FC8C03EA244}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{263EDD48-B259-4068-AE7F-3FC8C03EA244}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{263EDD48-B259-4068-AE7F-3FC8C03EA244}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