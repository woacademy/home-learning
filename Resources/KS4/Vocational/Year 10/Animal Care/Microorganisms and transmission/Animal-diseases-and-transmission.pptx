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03833B-B6E4-4E2F-9CD5-6460D5CFEDF5}">
  <a:tblStyle styleId="{9303833B-B6E4-4E2F-9CD5-6460D5CFEDF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{9303833B-B6E4-4E2F-9CD5-6460D5CFEDF5}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{9303833B-B6E4-4E2F-9CD5-6460D5CFEDF5}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{9303833B-B6E4-4E2F-9CD5-6460D5CFEDF5}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{9303833B-B6E4-4E2F-9CD5-6460D5CFEDF5}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{9303833B-B6E4-4E2F-9CD5-6460D5CFEDF5}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