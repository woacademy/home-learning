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7BE18F-7CBF-4192-8216-0FDA663EEAB3}">
  <a:tblStyle styleId="{EE7BE18F-7CBF-4192-8216-0FDA663EE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{EE7BE18F-7CBF-4192-8216-0FDA663EEAB3}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{EE7BE18F-7CBF-4192-8216-0FDA663EEAB3}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{EE7BE18F-7CBF-4192-8216-0FDA663EEAB3}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{EE7BE18F-7CBF-4192-8216-0FDA663EEAB3}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{EE7BE18F-7CBF-4192-8216-0FDA663EEAB3}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