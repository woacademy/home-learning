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26CB4F3-8F8E-498C-96B2-42549A7A17F5}">
  <a:tblStyle styleId="{426CB4F3-8F8E-498C-96B2-42549A7A17F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{426CB4F3-8F8E-498C-96B2-42549A7A17F5}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{426CB4F3-8F8E-498C-96B2-42549A7A17F5}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{426CB4F3-8F8E-498C-96B2-42549A7A17F5}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{426CB4F3-8F8E-498C-96B2-42549A7A17F5}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{426CB4F3-8F8E-498C-96B2-42549A7A17F5}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