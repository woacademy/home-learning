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4C5580-F1F7-4B15-AD46-743277A7A3C7}">
  <a:tblStyle styleId="{8C4C5580-F1F7-4B15-AD46-743277A7A3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{8C4C5580-F1F7-4B15-AD46-743277A7A3C7}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{8C4C5580-F1F7-4B15-AD46-743277A7A3C7}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{8C4C5580-F1F7-4B15-AD46-743277A7A3C7}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{8C4C5580-F1F7-4B15-AD46-743277A7A3C7}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{8C4C5580-F1F7-4B15-AD46-743277A7A3C7}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