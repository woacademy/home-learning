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BA1E72-1119-47E2-B595-961B9330256D}">
  <a:tblStyle styleId="{3ABA1E72-1119-47E2-B595-961B9330256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{3ABA1E72-1119-47E2-B595-961B9330256D}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{3ABA1E72-1119-47E2-B595-961B9330256D}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{3ABA1E72-1119-47E2-B595-961B9330256D}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{3ABA1E72-1119-47E2-B595-961B9330256D}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{3ABA1E72-1119-47E2-B595-961B9330256D}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