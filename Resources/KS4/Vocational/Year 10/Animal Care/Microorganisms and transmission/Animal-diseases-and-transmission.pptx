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9C6BE1-2884-4B64-BB06-39DD324C01FF}">
  <a:tblStyle styleId="{E29C6BE1-2884-4B64-BB06-39DD324C01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{E29C6BE1-2884-4B64-BB06-39DD324C01FF}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{E29C6BE1-2884-4B64-BB06-39DD324C01FF}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{E29C6BE1-2884-4B64-BB06-39DD324C01FF}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{E29C6BE1-2884-4B64-BB06-39DD324C01FF}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{E29C6BE1-2884-4B64-BB06-39DD324C01FF}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