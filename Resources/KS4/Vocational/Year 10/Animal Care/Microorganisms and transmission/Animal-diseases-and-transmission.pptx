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82357F-83A7-4C18-9F30-926A641153EE}">
  <a:tblStyle styleId="{F182357F-83A7-4C18-9F30-926A641153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{F182357F-83A7-4C18-9F30-926A641153EE}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{F182357F-83A7-4C18-9F30-926A641153EE}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{F182357F-83A7-4C18-9F30-926A641153EE}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{F182357F-83A7-4C18-9F30-926A641153EE}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{F182357F-83A7-4C18-9F30-926A641153EE}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