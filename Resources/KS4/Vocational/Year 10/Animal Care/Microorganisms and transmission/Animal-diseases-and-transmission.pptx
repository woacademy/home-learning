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0F3FB0F-2FD4-46AF-AD86-8F899C8662DB}">
  <a:tblStyle styleId="{B0F3FB0F-2FD4-46AF-AD86-8F899C8662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{B0F3FB0F-2FD4-46AF-AD86-8F899C8662DB}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{B0F3FB0F-2FD4-46AF-AD86-8F899C8662DB}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{B0F3FB0F-2FD4-46AF-AD86-8F899C8662DB}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{B0F3FB0F-2FD4-46AF-AD86-8F899C8662DB}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{B0F3FB0F-2FD4-46AF-AD86-8F899C8662DB}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