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DAA15F-C1A9-4887-9187-38ED68239C97}">
  <a:tblStyle styleId="{50DAA15F-C1A9-4887-9187-38ED68239C9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{50DAA15F-C1A9-4887-9187-38ED68239C97}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{50DAA15F-C1A9-4887-9187-38ED68239C97}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{50DAA15F-C1A9-4887-9187-38ED68239C97}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{50DAA15F-C1A9-4887-9187-38ED68239C97}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{50DAA15F-C1A9-4887-9187-38ED68239C97}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