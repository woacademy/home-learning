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609EE-1C9B-420D-BF2A-1C2BCA05B052}">
  <a:tblStyle styleId="{BB9609EE-1C9B-420D-BF2A-1C2BCA05B0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{BB9609EE-1C9B-420D-BF2A-1C2BCA05B052}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{BB9609EE-1C9B-420D-BF2A-1C2BCA05B052}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{BB9609EE-1C9B-420D-BF2A-1C2BCA05B052}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{BB9609EE-1C9B-420D-BF2A-1C2BCA05B052}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{BB9609EE-1C9B-420D-BF2A-1C2BCA05B052}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