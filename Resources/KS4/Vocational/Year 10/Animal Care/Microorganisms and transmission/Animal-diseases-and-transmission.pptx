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84342D-80E5-4335-945C-1971A003936D}">
  <a:tblStyle styleId="{0D84342D-80E5-4335-945C-1971A00393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{0D84342D-80E5-4335-945C-1971A003936D}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{0D84342D-80E5-4335-945C-1971A003936D}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{0D84342D-80E5-4335-945C-1971A003936D}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{0D84342D-80E5-4335-945C-1971A003936D}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{0D84342D-80E5-4335-945C-1971A003936D}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