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1EEC3F-578B-4B25-B047-8149847C96B2}">
  <a:tblStyle styleId="{691EEC3F-578B-4B25-B047-8149847C96B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{691EEC3F-578B-4B25-B047-8149847C96B2}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{691EEC3F-578B-4B25-B047-8149847C96B2}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{691EEC3F-578B-4B25-B047-8149847C96B2}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{691EEC3F-578B-4B25-B047-8149847C96B2}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{691EEC3F-578B-4B25-B047-8149847C96B2}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