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919C5C2-01C0-4EE9-B8C6-BDE99A68080C}">
  <a:tblStyle styleId="{9919C5C2-01C0-4EE9-B8C6-BDE99A68080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{9919C5C2-01C0-4EE9-B8C6-BDE99A68080C}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{9919C5C2-01C0-4EE9-B8C6-BDE99A68080C}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{9919C5C2-01C0-4EE9-B8C6-BDE99A68080C}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{9919C5C2-01C0-4EE9-B8C6-BDE99A68080C}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{9919C5C2-01C0-4EE9-B8C6-BDE99A68080C}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