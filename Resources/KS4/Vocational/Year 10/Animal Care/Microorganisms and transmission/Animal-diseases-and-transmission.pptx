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7901A54-08DC-4F84-8C5C-6AFD4501AF45}">
  <a:tblStyle styleId="{77901A54-08DC-4F84-8C5C-6AFD4501AF4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{77901A54-08DC-4F84-8C5C-6AFD4501AF45}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{77901A54-08DC-4F84-8C5C-6AFD4501AF45}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{77901A54-08DC-4F84-8C5C-6AFD4501AF45}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{77901A54-08DC-4F84-8C5C-6AFD4501AF45}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{77901A54-08DC-4F84-8C5C-6AFD4501AF45}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