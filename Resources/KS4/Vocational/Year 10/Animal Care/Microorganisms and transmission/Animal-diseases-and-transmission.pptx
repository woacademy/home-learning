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D05696-1A76-4F6E-97D2-CB5FA782646D}">
  <a:tblStyle styleId="{EDD05696-1A76-4F6E-97D2-CB5FA78264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{EDD05696-1A76-4F6E-97D2-CB5FA782646D}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{EDD05696-1A76-4F6E-97D2-CB5FA782646D}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{EDD05696-1A76-4F6E-97D2-CB5FA782646D}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{EDD05696-1A76-4F6E-97D2-CB5FA782646D}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{EDD05696-1A76-4F6E-97D2-CB5FA782646D}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