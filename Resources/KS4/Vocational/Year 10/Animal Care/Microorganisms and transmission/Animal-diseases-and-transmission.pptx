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AF3FFD-30CC-4E58-BECE-9B0A6855F00F}">
  <a:tblStyle styleId="{02AF3FFD-30CC-4E58-BECE-9B0A6855F0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{02AF3FFD-30CC-4E58-BECE-9B0A6855F00F}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{02AF3FFD-30CC-4E58-BECE-9B0A6855F00F}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{02AF3FFD-30CC-4E58-BECE-9B0A6855F00F}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{02AF3FFD-30CC-4E58-BECE-9B0A6855F00F}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{02AF3FFD-30CC-4E58-BECE-9B0A6855F00F}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