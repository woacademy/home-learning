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13F6C0-45EB-4A15-AEDD-49E96015A31E}">
  <a:tblStyle styleId="{5213F6C0-45EB-4A15-AEDD-49E96015A3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{5213F6C0-45EB-4A15-AEDD-49E96015A31E}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{5213F6C0-45EB-4A15-AEDD-49E96015A31E}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{5213F6C0-45EB-4A15-AEDD-49E96015A31E}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{5213F6C0-45EB-4A15-AEDD-49E96015A31E}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{5213F6C0-45EB-4A15-AEDD-49E96015A31E}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