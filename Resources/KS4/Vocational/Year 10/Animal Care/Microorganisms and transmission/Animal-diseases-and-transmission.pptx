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BA2186-FB46-456C-A1E2-5CB67852D08E}">
  <a:tblStyle styleId="{30BA2186-FB46-456C-A1E2-5CB67852D0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{30BA2186-FB46-456C-A1E2-5CB67852D08E}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{30BA2186-FB46-456C-A1E2-5CB67852D08E}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{30BA2186-FB46-456C-A1E2-5CB67852D08E}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{30BA2186-FB46-456C-A1E2-5CB67852D08E}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{30BA2186-FB46-456C-A1E2-5CB67852D08E}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