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C0A4D6-9A08-401F-853A-BC5997B1EF4D}">
  <a:tblStyle styleId="{1AC0A4D6-9A08-401F-853A-BC5997B1EF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{1AC0A4D6-9A08-401F-853A-BC5997B1EF4D}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{1AC0A4D6-9A08-401F-853A-BC5997B1EF4D}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{1AC0A4D6-9A08-401F-853A-BC5997B1EF4D}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{1AC0A4D6-9A08-401F-853A-BC5997B1EF4D}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{1AC0A4D6-9A08-401F-853A-BC5997B1EF4D}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