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030D56-1E4A-4D42-9BF8-33F0FE019BEE}">
  <a:tblStyle styleId="{A4030D56-1E4A-4D42-9BF8-33F0FE019BE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{A4030D56-1E4A-4D42-9BF8-33F0FE019BEE}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{A4030D56-1E4A-4D42-9BF8-33F0FE019BEE}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{A4030D56-1E4A-4D42-9BF8-33F0FE019BEE}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{A4030D56-1E4A-4D42-9BF8-33F0FE019BEE}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{A4030D56-1E4A-4D42-9BF8-33F0FE019BEE}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