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65EE73-73E6-4BDF-A37F-F0E3519CDE95}">
  <a:tblStyle styleId="{8E65EE73-73E6-4BDF-A37F-F0E3519CDE9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{8E65EE73-73E6-4BDF-A37F-F0E3519CDE95}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{8E65EE73-73E6-4BDF-A37F-F0E3519CDE95}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{8E65EE73-73E6-4BDF-A37F-F0E3519CDE95}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{8E65EE73-73E6-4BDF-A37F-F0E3519CDE95}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{8E65EE73-73E6-4BDF-A37F-F0E3519CDE95}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