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D83BD8-8DA3-457D-8578-3CF04F9948EA}">
  <a:tblStyle styleId="{AAD83BD8-8DA3-457D-8578-3CF04F9948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{AAD83BD8-8DA3-457D-8578-3CF04F9948EA}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{AAD83BD8-8DA3-457D-8578-3CF04F9948EA}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{AAD83BD8-8DA3-457D-8578-3CF04F9948EA}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{AAD83BD8-8DA3-457D-8578-3CF04F9948EA}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{AAD83BD8-8DA3-457D-8578-3CF04F9948EA}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