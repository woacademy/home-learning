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4CF6BB-C621-4B26-B1E8-450B84FF6C31}">
  <a:tblStyle styleId="{2F4CF6BB-C621-4B26-B1E8-450B84FF6C3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{2F4CF6BB-C621-4B26-B1E8-450B84FF6C31}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{2F4CF6BB-C621-4B26-B1E8-450B84FF6C31}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{2F4CF6BB-C621-4B26-B1E8-450B84FF6C31}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{2F4CF6BB-C621-4B26-B1E8-450B84FF6C31}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{2F4CF6BB-C621-4B26-B1E8-450B84FF6C31}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