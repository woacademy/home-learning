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3DDC43-13E2-4979-B418-BF1465B70235}">
  <a:tblStyle styleId="{023DDC43-13E2-4979-B418-BF1465B7023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{023DDC43-13E2-4979-B418-BF1465B70235}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{023DDC43-13E2-4979-B418-BF1465B70235}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{023DDC43-13E2-4979-B418-BF1465B70235}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{023DDC43-13E2-4979-B418-BF1465B70235}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{023DDC43-13E2-4979-B418-BF1465B70235}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