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4BDF6C-72B1-4618-AF85-A1874639E5C9}">
  <a:tblStyle styleId="{B34BDF6C-72B1-4618-AF85-A1874639E5C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{B34BDF6C-72B1-4618-AF85-A1874639E5C9}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{B34BDF6C-72B1-4618-AF85-A1874639E5C9}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{B34BDF6C-72B1-4618-AF85-A1874639E5C9}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{B34BDF6C-72B1-4618-AF85-A1874639E5C9}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{B34BDF6C-72B1-4618-AF85-A1874639E5C9}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