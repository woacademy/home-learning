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A69C1-358A-4F64-8EF9-013C7244E782}">
  <a:tblStyle styleId="{1AEA69C1-358A-4F64-8EF9-013C7244E7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{1AEA69C1-358A-4F64-8EF9-013C7244E782}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{1AEA69C1-358A-4F64-8EF9-013C7244E782}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{1AEA69C1-358A-4F64-8EF9-013C7244E782}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{1AEA69C1-358A-4F64-8EF9-013C7244E782}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{1AEA69C1-358A-4F64-8EF9-013C7244E782}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