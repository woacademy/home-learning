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4D0B29-B685-4499-8752-2998B01C4B18}">
  <a:tblStyle styleId="{B44D0B29-B685-4499-8752-2998B01C4B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{B44D0B29-B685-4499-8752-2998B01C4B18}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{B44D0B29-B685-4499-8752-2998B01C4B18}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{B44D0B29-B685-4499-8752-2998B01C4B18}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{B44D0B29-B685-4499-8752-2998B01C4B18}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{B44D0B29-B685-4499-8752-2998B01C4B18}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