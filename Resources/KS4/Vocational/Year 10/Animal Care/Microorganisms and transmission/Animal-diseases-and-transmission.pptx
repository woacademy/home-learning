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D88F9F-C61F-4445-ACE7-EF1C67A5B0FC}">
  <a:tblStyle styleId="{68D88F9F-C61F-4445-ACE7-EF1C67A5B0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{68D88F9F-C61F-4445-ACE7-EF1C67A5B0FC}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{68D88F9F-C61F-4445-ACE7-EF1C67A5B0FC}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{68D88F9F-C61F-4445-ACE7-EF1C67A5B0FC}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{68D88F9F-C61F-4445-ACE7-EF1C67A5B0FC}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{68D88F9F-C61F-4445-ACE7-EF1C67A5B0FC}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