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468C8-B33E-4E1E-9CF0-B38B3B906E79}">
  <a:tblStyle styleId="{757468C8-B33E-4E1E-9CF0-B38B3B906E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{757468C8-B33E-4E1E-9CF0-B38B3B906E79}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{757468C8-B33E-4E1E-9CF0-B38B3B906E79}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{757468C8-B33E-4E1E-9CF0-B38B3B906E79}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{757468C8-B33E-4E1E-9CF0-B38B3B906E79}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{757468C8-B33E-4E1E-9CF0-B38B3B906E79}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