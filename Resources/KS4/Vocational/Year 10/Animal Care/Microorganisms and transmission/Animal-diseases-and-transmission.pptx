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4EE39E-DBC9-46E5-9C8B-D1D18E7F5A87}">
  <a:tblStyle styleId="{234EE39E-DBC9-46E5-9C8B-D1D18E7F5A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{234EE39E-DBC9-46E5-9C8B-D1D18E7F5A87}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{234EE39E-DBC9-46E5-9C8B-D1D18E7F5A87}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{234EE39E-DBC9-46E5-9C8B-D1D18E7F5A87}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{234EE39E-DBC9-46E5-9C8B-D1D18E7F5A87}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{234EE39E-DBC9-46E5-9C8B-D1D18E7F5A87}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