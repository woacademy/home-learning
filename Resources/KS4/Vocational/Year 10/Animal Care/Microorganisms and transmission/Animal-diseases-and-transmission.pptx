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50A485-64C2-4F50-9AA0-EC0D272FFB9C}">
  <a:tblStyle styleId="{D850A485-64C2-4F50-9AA0-EC0D272FFB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{D850A485-64C2-4F50-9AA0-EC0D272FFB9C}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{D850A485-64C2-4F50-9AA0-EC0D272FFB9C}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{D850A485-64C2-4F50-9AA0-EC0D272FFB9C}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{D850A485-64C2-4F50-9AA0-EC0D272FFB9C}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{D850A485-64C2-4F50-9AA0-EC0D272FFB9C}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