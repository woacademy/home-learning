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CCDF6F-56B9-4D11-B2AA-E23CD266167E}">
  <a:tblStyle styleId="{39CCDF6F-56B9-4D11-B2AA-E23CD266167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{39CCDF6F-56B9-4D11-B2AA-E23CD266167E}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{39CCDF6F-56B9-4D11-B2AA-E23CD266167E}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{39CCDF6F-56B9-4D11-B2AA-E23CD266167E}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{39CCDF6F-56B9-4D11-B2AA-E23CD266167E}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{39CCDF6F-56B9-4D11-B2AA-E23CD266167E}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