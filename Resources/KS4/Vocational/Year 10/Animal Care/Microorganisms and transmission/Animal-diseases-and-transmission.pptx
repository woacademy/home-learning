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182BB6-659F-4BDD-ACD6-43E29597ADCE}">
  <a:tblStyle styleId="{31182BB6-659F-4BDD-ACD6-43E29597AD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{31182BB6-659F-4BDD-ACD6-43E29597ADCE}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{31182BB6-659F-4BDD-ACD6-43E29597ADCE}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{31182BB6-659F-4BDD-ACD6-43E29597ADCE}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{31182BB6-659F-4BDD-ACD6-43E29597ADCE}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{31182BB6-659F-4BDD-ACD6-43E29597ADCE}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