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6CA71F-3BF0-4D81-9B54-AFFCF8DCA225}">
  <a:tblStyle styleId="{816CA71F-3BF0-4D81-9B54-AFFCF8DCA2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{816CA71F-3BF0-4D81-9B54-AFFCF8DCA225}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{816CA71F-3BF0-4D81-9B54-AFFCF8DCA225}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{816CA71F-3BF0-4D81-9B54-AFFCF8DCA225}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{816CA71F-3BF0-4D81-9B54-AFFCF8DCA225}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{816CA71F-3BF0-4D81-9B54-AFFCF8DCA225}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