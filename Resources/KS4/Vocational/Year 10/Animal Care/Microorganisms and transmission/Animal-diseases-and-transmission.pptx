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70600-9D2F-4BE2-8AAE-6A181ED58D1F}">
  <a:tblStyle styleId="{4E470600-9D2F-4BE2-8AAE-6A181ED58D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{4E470600-9D2F-4BE2-8AAE-6A181ED58D1F}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{4E470600-9D2F-4BE2-8AAE-6A181ED58D1F}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{4E470600-9D2F-4BE2-8AAE-6A181ED58D1F}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{4E470600-9D2F-4BE2-8AAE-6A181ED58D1F}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{4E470600-9D2F-4BE2-8AAE-6A181ED58D1F}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