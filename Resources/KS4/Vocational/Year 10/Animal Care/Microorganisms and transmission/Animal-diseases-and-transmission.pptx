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9453D-3C13-4F42-AA55-910F8B2D6867}">
  <a:tblStyle styleId="{4139453D-3C13-4F42-AA55-910F8B2D68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{4139453D-3C13-4F42-AA55-910F8B2D6867}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{4139453D-3C13-4F42-AA55-910F8B2D6867}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{4139453D-3C13-4F42-AA55-910F8B2D6867}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{4139453D-3C13-4F42-AA55-910F8B2D6867}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{4139453D-3C13-4F42-AA55-910F8B2D6867}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