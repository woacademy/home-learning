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30732F-4B47-476A-A2D7-849E7290E0D5}">
  <a:tblStyle styleId="{8730732F-4B47-476A-A2D7-849E7290E0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{8730732F-4B47-476A-A2D7-849E7290E0D5}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{8730732F-4B47-476A-A2D7-849E7290E0D5}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{8730732F-4B47-476A-A2D7-849E7290E0D5}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{8730732F-4B47-476A-A2D7-849E7290E0D5}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{8730732F-4B47-476A-A2D7-849E7290E0D5}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