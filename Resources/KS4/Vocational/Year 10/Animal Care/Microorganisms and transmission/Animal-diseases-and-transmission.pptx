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D76ED6-B43F-4114-8431-7E452E8B1A39}">
  <a:tblStyle styleId="{6AD76ED6-B43F-4114-8431-7E452E8B1A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{6AD76ED6-B43F-4114-8431-7E452E8B1A39}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{6AD76ED6-B43F-4114-8431-7E452E8B1A39}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{6AD76ED6-B43F-4114-8431-7E452E8B1A39}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{6AD76ED6-B43F-4114-8431-7E452E8B1A39}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{6AD76ED6-B43F-4114-8431-7E452E8B1A39}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