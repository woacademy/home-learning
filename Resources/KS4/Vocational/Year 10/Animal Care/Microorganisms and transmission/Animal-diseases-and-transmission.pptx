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0EA35D-5933-4D98-AD6E-F267F3042FC0}">
  <a:tblStyle styleId="{8F0EA35D-5933-4D98-AD6E-F267F3042F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{8F0EA35D-5933-4D98-AD6E-F267F3042FC0}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{8F0EA35D-5933-4D98-AD6E-F267F3042FC0}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{8F0EA35D-5933-4D98-AD6E-F267F3042FC0}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{8F0EA35D-5933-4D98-AD6E-F267F3042FC0}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{8F0EA35D-5933-4D98-AD6E-F267F3042FC0}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