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58E7BD-3422-4FA0-9F14-A4AD49F0F6D8}">
  <a:tblStyle styleId="{7C58E7BD-3422-4FA0-9F14-A4AD49F0F6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{7C58E7BD-3422-4FA0-9F14-A4AD49F0F6D8}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{7C58E7BD-3422-4FA0-9F14-A4AD49F0F6D8}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{7C58E7BD-3422-4FA0-9F14-A4AD49F0F6D8}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{7C58E7BD-3422-4FA0-9F14-A4AD49F0F6D8}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{7C58E7BD-3422-4FA0-9F14-A4AD49F0F6D8}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