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95E6B2-D29A-42CD-8778-CDE36DFFC9D1}">
  <a:tblStyle styleId="{0595E6B2-D29A-42CD-8778-CDE36DFFC9D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{0595E6B2-D29A-42CD-8778-CDE36DFFC9D1}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{0595E6B2-D29A-42CD-8778-CDE36DFFC9D1}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{0595E6B2-D29A-42CD-8778-CDE36DFFC9D1}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{0595E6B2-D29A-42CD-8778-CDE36DFFC9D1}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{0595E6B2-D29A-42CD-8778-CDE36DFFC9D1}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