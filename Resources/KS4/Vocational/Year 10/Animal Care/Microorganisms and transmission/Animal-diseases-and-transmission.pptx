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2DAEB7-4680-470D-B912-5170B78E3243}">
  <a:tblStyle styleId="{B32DAEB7-4680-470D-B912-5170B78E32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{B32DAEB7-4680-470D-B912-5170B78E3243}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{B32DAEB7-4680-470D-B912-5170B78E3243}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{B32DAEB7-4680-470D-B912-5170B78E3243}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{B32DAEB7-4680-470D-B912-5170B78E3243}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{B32DAEB7-4680-470D-B912-5170B78E3243}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