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1BD10D-C2F4-4454-B607-650237B7A577}">
  <a:tblStyle styleId="{0F1BD10D-C2F4-4454-B607-650237B7A57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{0F1BD10D-C2F4-4454-B607-650237B7A577}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{0F1BD10D-C2F4-4454-B607-650237B7A577}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{0F1BD10D-C2F4-4454-B607-650237B7A577}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{0F1BD10D-C2F4-4454-B607-650237B7A577}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{0F1BD10D-C2F4-4454-B607-650237B7A577}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