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D2E094-1A7A-433A-9146-87C24A348AFF}">
  <a:tblStyle styleId="{F0D2E094-1A7A-433A-9146-87C24A348A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{F0D2E094-1A7A-433A-9146-87C24A348AFF}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{F0D2E094-1A7A-433A-9146-87C24A348AFF}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{F0D2E094-1A7A-433A-9146-87C24A348AFF}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{F0D2E094-1A7A-433A-9146-87C24A348AFF}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{F0D2E094-1A7A-433A-9146-87C24A348AFF}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