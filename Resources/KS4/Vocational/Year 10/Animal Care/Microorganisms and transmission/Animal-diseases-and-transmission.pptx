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725DFB-E922-46FA-BEF6-FEB1D477DC50}">
  <a:tblStyle styleId="{D8725DFB-E922-46FA-BEF6-FEB1D477DC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{D8725DFB-E922-46FA-BEF6-FEB1D477DC50}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{D8725DFB-E922-46FA-BEF6-FEB1D477DC50}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{D8725DFB-E922-46FA-BEF6-FEB1D477DC50}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{D8725DFB-E922-46FA-BEF6-FEB1D477DC50}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{D8725DFB-E922-46FA-BEF6-FEB1D477DC50}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