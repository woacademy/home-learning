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C65659F-8D2F-4348-BB74-3BE3A5D69B12}">
  <a:tblStyle styleId="{4C65659F-8D2F-4348-BB74-3BE3A5D69B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{4C65659F-8D2F-4348-BB74-3BE3A5D69B12}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{4C65659F-8D2F-4348-BB74-3BE3A5D69B12}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{4C65659F-8D2F-4348-BB74-3BE3A5D69B12}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{4C65659F-8D2F-4348-BB74-3BE3A5D69B12}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{4C65659F-8D2F-4348-BB74-3BE3A5D69B12}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