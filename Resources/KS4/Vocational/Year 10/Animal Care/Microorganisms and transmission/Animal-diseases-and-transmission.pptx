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F2AD8-11DA-48A1-848A-708B5FE7AA32}">
  <a:tblStyle styleId="{C05F2AD8-11DA-48A1-848A-708B5FE7AA3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{C05F2AD8-11DA-48A1-848A-708B5FE7AA32}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{C05F2AD8-11DA-48A1-848A-708B5FE7AA32}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{C05F2AD8-11DA-48A1-848A-708B5FE7AA32}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{C05F2AD8-11DA-48A1-848A-708B5FE7AA32}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{C05F2AD8-11DA-48A1-848A-708B5FE7AA32}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