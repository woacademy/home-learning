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23374A-9743-46D8-ADF5-EAD118254D79}">
  <a:tblStyle styleId="{8123374A-9743-46D8-ADF5-EAD118254D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{8123374A-9743-46D8-ADF5-EAD118254D79}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{8123374A-9743-46D8-ADF5-EAD118254D79}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{8123374A-9743-46D8-ADF5-EAD118254D79}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{8123374A-9743-46D8-ADF5-EAD118254D79}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{8123374A-9743-46D8-ADF5-EAD118254D79}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