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1326C5-31EC-4B7C-8F64-525BBAF2FBD3}">
  <a:tblStyle styleId="{401326C5-31EC-4B7C-8F64-525BBAF2FBD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{401326C5-31EC-4B7C-8F64-525BBAF2FBD3}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{401326C5-31EC-4B7C-8F64-525BBAF2FBD3}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{401326C5-31EC-4B7C-8F64-525BBAF2FBD3}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{401326C5-31EC-4B7C-8F64-525BBAF2FBD3}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{401326C5-31EC-4B7C-8F64-525BBAF2FBD3}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