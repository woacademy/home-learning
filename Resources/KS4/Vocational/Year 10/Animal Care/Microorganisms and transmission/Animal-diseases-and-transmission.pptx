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775EA5-814D-494D-BCC5-32EB5A47A4A3}">
  <a:tblStyle styleId="{1B775EA5-814D-494D-BCC5-32EB5A47A4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{1B775EA5-814D-494D-BCC5-32EB5A47A4A3}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{1B775EA5-814D-494D-BCC5-32EB5A47A4A3}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{1B775EA5-814D-494D-BCC5-32EB5A47A4A3}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{1B775EA5-814D-494D-BCC5-32EB5A47A4A3}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{1B775EA5-814D-494D-BCC5-32EB5A47A4A3}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