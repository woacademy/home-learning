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4E5194-3E20-4BA4-9303-E226973E09A6}">
  <a:tblStyle styleId="{E64E5194-3E20-4BA4-9303-E226973E09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{E64E5194-3E20-4BA4-9303-E226973E09A6}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{E64E5194-3E20-4BA4-9303-E226973E09A6}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{E64E5194-3E20-4BA4-9303-E226973E09A6}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{E64E5194-3E20-4BA4-9303-E226973E09A6}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{E64E5194-3E20-4BA4-9303-E226973E09A6}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