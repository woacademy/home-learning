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115959-34ED-41DF-8DAC-E10780DDDA6D}">
  <a:tblStyle styleId="{C4115959-34ED-41DF-8DAC-E10780DDDA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{C4115959-34ED-41DF-8DAC-E10780DDDA6D}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{C4115959-34ED-41DF-8DAC-E10780DDDA6D}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{C4115959-34ED-41DF-8DAC-E10780DDDA6D}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{C4115959-34ED-41DF-8DAC-E10780DDDA6D}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{C4115959-34ED-41DF-8DAC-E10780DDDA6D}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