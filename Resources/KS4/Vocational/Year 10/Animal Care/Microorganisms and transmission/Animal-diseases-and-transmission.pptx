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E0984B-F795-43E0-ADE3-92738F207CFA}">
  <a:tblStyle styleId="{EAE0984B-F795-43E0-ADE3-92738F207C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{EAE0984B-F795-43E0-ADE3-92738F207CFA}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{EAE0984B-F795-43E0-ADE3-92738F207CFA}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{EAE0984B-F795-43E0-ADE3-92738F207CFA}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{EAE0984B-F795-43E0-ADE3-92738F207CFA}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{EAE0984B-F795-43E0-ADE3-92738F207CFA}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