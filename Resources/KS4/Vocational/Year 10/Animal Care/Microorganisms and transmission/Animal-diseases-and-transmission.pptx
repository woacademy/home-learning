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ACEBD3-9285-49D8-A6F2-9DA5F51D98A7}">
  <a:tblStyle styleId="{90ACEBD3-9285-49D8-A6F2-9DA5F51D98A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{90ACEBD3-9285-49D8-A6F2-9DA5F51D98A7}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{90ACEBD3-9285-49D8-A6F2-9DA5F51D98A7}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{90ACEBD3-9285-49D8-A6F2-9DA5F51D98A7}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{90ACEBD3-9285-49D8-A6F2-9DA5F51D98A7}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{90ACEBD3-9285-49D8-A6F2-9DA5F51D98A7}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