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50BB7F-F1E0-4B88-850F-8134F5A2551F}">
  <a:tblStyle styleId="{2050BB7F-F1E0-4B88-850F-8134F5A2551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{2050BB7F-F1E0-4B88-850F-8134F5A2551F}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{2050BB7F-F1E0-4B88-850F-8134F5A2551F}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{2050BB7F-F1E0-4B88-850F-8134F5A2551F}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{2050BB7F-F1E0-4B88-850F-8134F5A2551F}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{2050BB7F-F1E0-4B88-850F-8134F5A2551F}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