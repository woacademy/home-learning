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F32BA8C-8915-4CD6-843B-FCD159A81531}">
  <a:tblStyle styleId="{EF32BA8C-8915-4CD6-843B-FCD159A8153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{EF32BA8C-8915-4CD6-843B-FCD159A81531}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{EF32BA8C-8915-4CD6-843B-FCD159A81531}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{EF32BA8C-8915-4CD6-843B-FCD159A81531}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{EF32BA8C-8915-4CD6-843B-FCD159A81531}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{EF32BA8C-8915-4CD6-843B-FCD159A81531}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