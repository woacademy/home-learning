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D0040-21B0-4B0B-B3F8-702E14A799CC}">
  <a:tblStyle styleId="{816D0040-21B0-4B0B-B3F8-702E14A799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{816D0040-21B0-4B0B-B3F8-702E14A799CC}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{816D0040-21B0-4B0B-B3F8-702E14A799CC}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{816D0040-21B0-4B0B-B3F8-702E14A799CC}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{816D0040-21B0-4B0B-B3F8-702E14A799CC}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{816D0040-21B0-4B0B-B3F8-702E14A799CC}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