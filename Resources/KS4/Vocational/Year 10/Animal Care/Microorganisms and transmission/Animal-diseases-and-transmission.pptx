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C4436F-CB6B-465D-A878-497265E20F89}">
  <a:tblStyle styleId="{67C4436F-CB6B-465D-A878-497265E20F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{67C4436F-CB6B-465D-A878-497265E20F89}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{67C4436F-CB6B-465D-A878-497265E20F89}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{67C4436F-CB6B-465D-A878-497265E20F89}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{67C4436F-CB6B-465D-A878-497265E20F89}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{67C4436F-CB6B-465D-A878-497265E20F89}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