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6BE29AD-3564-4D7D-B011-D67C4A6AEE7A}">
  <a:tblStyle styleId="{56BE29AD-3564-4D7D-B011-D67C4A6AEE7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{56BE29AD-3564-4D7D-B011-D67C4A6AEE7A}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{56BE29AD-3564-4D7D-B011-D67C4A6AEE7A}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{56BE29AD-3564-4D7D-B011-D67C4A6AEE7A}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{56BE29AD-3564-4D7D-B011-D67C4A6AEE7A}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{56BE29AD-3564-4D7D-B011-D67C4A6AEE7A}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