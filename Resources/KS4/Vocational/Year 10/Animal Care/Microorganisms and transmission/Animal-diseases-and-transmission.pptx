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8185F4-D601-4BD3-98FA-4FC60B526C23}">
  <a:tblStyle styleId="{448185F4-D601-4BD3-98FA-4FC60B526C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{448185F4-D601-4BD3-98FA-4FC60B526C23}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{448185F4-D601-4BD3-98FA-4FC60B526C23}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{448185F4-D601-4BD3-98FA-4FC60B526C23}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{448185F4-D601-4BD3-98FA-4FC60B526C23}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{448185F4-D601-4BD3-98FA-4FC60B526C23}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