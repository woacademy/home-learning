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0E6CF2-9AD5-44CC-9ECC-A054E9BB5C8E}">
  <a:tblStyle styleId="{8C0E6CF2-9AD5-44CC-9ECC-A054E9BB5C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{8C0E6CF2-9AD5-44CC-9ECC-A054E9BB5C8E}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{8C0E6CF2-9AD5-44CC-9ECC-A054E9BB5C8E}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{8C0E6CF2-9AD5-44CC-9ECC-A054E9BB5C8E}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{8C0E6CF2-9AD5-44CC-9ECC-A054E9BB5C8E}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{8C0E6CF2-9AD5-44CC-9ECC-A054E9BB5C8E}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