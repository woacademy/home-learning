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94EB23-68AD-496A-AD44-137A0B311914}">
  <a:tblStyle styleId="{7F94EB23-68AD-496A-AD44-137A0B3119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{7F94EB23-68AD-496A-AD44-137A0B311914}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{7F94EB23-68AD-496A-AD44-137A0B311914}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{7F94EB23-68AD-496A-AD44-137A0B311914}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{7F94EB23-68AD-496A-AD44-137A0B311914}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{7F94EB23-68AD-496A-AD44-137A0B311914}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