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E50613-21CC-4D4B-8386-35F37E768476}">
  <a:tblStyle styleId="{ABE50613-21CC-4D4B-8386-35F37E7684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{ABE50613-21CC-4D4B-8386-35F37E768476}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{ABE50613-21CC-4D4B-8386-35F37E768476}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{ABE50613-21CC-4D4B-8386-35F37E768476}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{ABE50613-21CC-4D4B-8386-35F37E768476}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{ABE50613-21CC-4D4B-8386-35F37E768476}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