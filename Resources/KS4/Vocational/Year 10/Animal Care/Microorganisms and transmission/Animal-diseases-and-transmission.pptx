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2A2464-F841-4D13-BD3C-AB7FA10BB8C1}">
  <a:tblStyle styleId="{A52A2464-F841-4D13-BD3C-AB7FA10BB8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{A52A2464-F841-4D13-BD3C-AB7FA10BB8C1}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{A52A2464-F841-4D13-BD3C-AB7FA10BB8C1}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{A52A2464-F841-4D13-BD3C-AB7FA10BB8C1}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{A52A2464-F841-4D13-BD3C-AB7FA10BB8C1}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{A52A2464-F841-4D13-BD3C-AB7FA10BB8C1}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