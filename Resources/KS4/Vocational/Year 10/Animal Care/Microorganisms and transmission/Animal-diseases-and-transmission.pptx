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05FE5D-8181-4A57-BE7A-D5ECD13E9BF0}">
  <a:tblStyle styleId="{DD05FE5D-8181-4A57-BE7A-D5ECD13E9B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{DD05FE5D-8181-4A57-BE7A-D5ECD13E9BF0}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{DD05FE5D-8181-4A57-BE7A-D5ECD13E9BF0}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{DD05FE5D-8181-4A57-BE7A-D5ECD13E9BF0}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{DD05FE5D-8181-4A57-BE7A-D5ECD13E9BF0}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{DD05FE5D-8181-4A57-BE7A-D5ECD13E9BF0}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