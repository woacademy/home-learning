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F7F3CA-B983-4FC9-A85D-0D86DC8BAF6F}">
  <a:tblStyle styleId="{94F7F3CA-B983-4FC9-A85D-0D86DC8BAF6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{94F7F3CA-B983-4FC9-A85D-0D86DC8BAF6F}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{94F7F3CA-B983-4FC9-A85D-0D86DC8BAF6F}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{94F7F3CA-B983-4FC9-A85D-0D86DC8BAF6F}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{94F7F3CA-B983-4FC9-A85D-0D86DC8BAF6F}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{94F7F3CA-B983-4FC9-A85D-0D86DC8BAF6F}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