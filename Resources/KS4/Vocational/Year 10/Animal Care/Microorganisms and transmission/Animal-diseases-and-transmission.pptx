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6DCC744-FD27-4451-981F-2C6FB56282A0}">
  <a:tblStyle styleId="{86DCC744-FD27-4451-981F-2C6FB56282A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{86DCC744-FD27-4451-981F-2C6FB56282A0}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{86DCC744-FD27-4451-981F-2C6FB56282A0}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{86DCC744-FD27-4451-981F-2C6FB56282A0}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{86DCC744-FD27-4451-981F-2C6FB56282A0}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{86DCC744-FD27-4451-981F-2C6FB56282A0}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