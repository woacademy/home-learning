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00D8C6-9E69-4D4F-9831-F488E34AF3DB}">
  <a:tblStyle styleId="{3E00D8C6-9E69-4D4F-9831-F488E34AF3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{3E00D8C6-9E69-4D4F-9831-F488E34AF3DB}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{3E00D8C6-9E69-4D4F-9831-F488E34AF3DB}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{3E00D8C6-9E69-4D4F-9831-F488E34AF3DB}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{3E00D8C6-9E69-4D4F-9831-F488E34AF3DB}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{3E00D8C6-9E69-4D4F-9831-F488E34AF3DB}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