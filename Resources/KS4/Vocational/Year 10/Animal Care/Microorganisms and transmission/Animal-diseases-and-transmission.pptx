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B6FBD-4BB4-41EF-8853-4EFEEE068A37}">
  <a:tblStyle styleId="{7FBB6FBD-4BB4-41EF-8853-4EFEEE068A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{7FBB6FBD-4BB4-41EF-8853-4EFEEE068A37}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{7FBB6FBD-4BB4-41EF-8853-4EFEEE068A37}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{7FBB6FBD-4BB4-41EF-8853-4EFEEE068A37}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{7FBB6FBD-4BB4-41EF-8853-4EFEEE068A37}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{7FBB6FBD-4BB4-41EF-8853-4EFEEE068A37}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