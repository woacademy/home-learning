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96451F-21B0-4C18-8EEB-3C557A2BCF79}">
  <a:tblStyle styleId="{9B96451F-21B0-4C18-8EEB-3C557A2BCF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{9B96451F-21B0-4C18-8EEB-3C557A2BCF79}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{9B96451F-21B0-4C18-8EEB-3C557A2BCF79}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{9B96451F-21B0-4C18-8EEB-3C557A2BCF79}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{9B96451F-21B0-4C18-8EEB-3C557A2BCF79}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{9B96451F-21B0-4C18-8EEB-3C557A2BCF79}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