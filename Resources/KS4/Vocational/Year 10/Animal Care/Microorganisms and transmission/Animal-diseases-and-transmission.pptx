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4581E-D9DC-4945-B7A7-9A0EF0317F22}">
  <a:tblStyle styleId="{5624581E-D9DC-4945-B7A7-9A0EF0317F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{5624581E-D9DC-4945-B7A7-9A0EF0317F22}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{5624581E-D9DC-4945-B7A7-9A0EF0317F22}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{5624581E-D9DC-4945-B7A7-9A0EF0317F22}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{5624581E-D9DC-4945-B7A7-9A0EF0317F22}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{5624581E-D9DC-4945-B7A7-9A0EF0317F22}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