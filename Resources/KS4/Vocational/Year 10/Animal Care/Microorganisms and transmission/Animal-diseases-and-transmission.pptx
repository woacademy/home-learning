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2A301-F13C-478D-AC35-01BC7DD49794}">
  <a:tblStyle styleId="{51D2A301-F13C-478D-AC35-01BC7DD497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{51D2A301-F13C-478D-AC35-01BC7DD49794}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{51D2A301-F13C-478D-AC35-01BC7DD49794}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{51D2A301-F13C-478D-AC35-01BC7DD49794}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{51D2A301-F13C-478D-AC35-01BC7DD49794}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{51D2A301-F13C-478D-AC35-01BC7DD49794}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