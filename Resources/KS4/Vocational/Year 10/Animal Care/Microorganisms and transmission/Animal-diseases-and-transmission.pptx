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D9C6EF-6E7F-4396-BCB0-0B1AE4A1F347}">
  <a:tblStyle styleId="{0ED9C6EF-6E7F-4396-BCB0-0B1AE4A1F3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{0ED9C6EF-6E7F-4396-BCB0-0B1AE4A1F347}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{0ED9C6EF-6E7F-4396-BCB0-0B1AE4A1F347}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{0ED9C6EF-6E7F-4396-BCB0-0B1AE4A1F347}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{0ED9C6EF-6E7F-4396-BCB0-0B1AE4A1F347}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{0ED9C6EF-6E7F-4396-BCB0-0B1AE4A1F347}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