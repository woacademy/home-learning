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70CB9-DF84-45A6-B2F1-065CEDB05EC9}">
  <a:tblStyle styleId="{C4F70CB9-DF84-45A6-B2F1-065CEDB05E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{C4F70CB9-DF84-45A6-B2F1-065CEDB05EC9}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{C4F70CB9-DF84-45A6-B2F1-065CEDB05EC9}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{C4F70CB9-DF84-45A6-B2F1-065CEDB05EC9}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{C4F70CB9-DF84-45A6-B2F1-065CEDB05EC9}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{C4F70CB9-DF84-45A6-B2F1-065CEDB05EC9}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