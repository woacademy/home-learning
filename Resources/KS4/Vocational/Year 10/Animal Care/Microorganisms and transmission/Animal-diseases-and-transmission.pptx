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BB4258-98E0-46FC-B308-AE86AC87D562}">
  <a:tblStyle styleId="{5EBB4258-98E0-46FC-B308-AE86AC87D5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{5EBB4258-98E0-46FC-B308-AE86AC87D562}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{5EBB4258-98E0-46FC-B308-AE86AC87D562}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{5EBB4258-98E0-46FC-B308-AE86AC87D562}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{5EBB4258-98E0-46FC-B308-AE86AC87D562}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{5EBB4258-98E0-46FC-B308-AE86AC87D562}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