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F7E889-DEFD-4B15-BEB5-22FDDD866578}">
  <a:tblStyle styleId="{2FF7E889-DEFD-4B15-BEB5-22FDDD8665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{2FF7E889-DEFD-4B15-BEB5-22FDDD866578}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{2FF7E889-DEFD-4B15-BEB5-22FDDD866578}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{2FF7E889-DEFD-4B15-BEB5-22FDDD866578}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{2FF7E889-DEFD-4B15-BEB5-22FDDD866578}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{2FF7E889-DEFD-4B15-BEB5-22FDDD866578}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