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FC6E4E-C94C-4924-8C54-6DC5B6BA80E5}">
  <a:tblStyle styleId="{86FC6E4E-C94C-4924-8C54-6DC5B6BA80E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{86FC6E4E-C94C-4924-8C54-6DC5B6BA80E5}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{86FC6E4E-C94C-4924-8C54-6DC5B6BA80E5}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{86FC6E4E-C94C-4924-8C54-6DC5B6BA80E5}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{86FC6E4E-C94C-4924-8C54-6DC5B6BA80E5}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{86FC6E4E-C94C-4924-8C54-6DC5B6BA80E5}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