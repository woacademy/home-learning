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68B3A3-4899-43FC-A92C-A7D11DE043C6}">
  <a:tblStyle styleId="{9A68B3A3-4899-43FC-A92C-A7D11DE043C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{9A68B3A3-4899-43FC-A92C-A7D11DE043C6}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{9A68B3A3-4899-43FC-A92C-A7D11DE043C6}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{9A68B3A3-4899-43FC-A92C-A7D11DE043C6}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{9A68B3A3-4899-43FC-A92C-A7D11DE043C6}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{9A68B3A3-4899-43FC-A92C-A7D11DE043C6}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