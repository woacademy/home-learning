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88BC89-8555-4027-A854-E5665638A375}">
  <a:tblStyle styleId="{B988BC89-8555-4027-A854-E5665638A37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{B988BC89-8555-4027-A854-E5665638A375}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{B988BC89-8555-4027-A854-E5665638A375}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{B988BC89-8555-4027-A854-E5665638A375}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{B988BC89-8555-4027-A854-E5665638A375}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{B988BC89-8555-4027-A854-E5665638A375}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