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DB31F1-7E9A-4CF7-8073-868245BEFD0F}">
  <a:tblStyle styleId="{E2DB31F1-7E9A-4CF7-8073-868245BEFD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{E2DB31F1-7E9A-4CF7-8073-868245BEFD0F}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{E2DB31F1-7E9A-4CF7-8073-868245BEFD0F}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{E2DB31F1-7E9A-4CF7-8073-868245BEFD0F}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{E2DB31F1-7E9A-4CF7-8073-868245BEFD0F}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{E2DB31F1-7E9A-4CF7-8073-868245BEFD0F}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