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987068-626A-4B41-8759-6FF12C75B671}">
  <a:tblStyle styleId="{CE987068-626A-4B41-8759-6FF12C75B6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{CE987068-626A-4B41-8759-6FF12C75B671}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{CE987068-626A-4B41-8759-6FF12C75B671}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{CE987068-626A-4B41-8759-6FF12C75B671}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{CE987068-626A-4B41-8759-6FF12C75B671}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{CE987068-626A-4B41-8759-6FF12C75B671}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