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CCF69-7191-42B6-AE27-458EA614BA13}">
  <a:tblStyle styleId="{94DCCF69-7191-42B6-AE27-458EA614BA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{94DCCF69-7191-42B6-AE27-458EA614BA13}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{94DCCF69-7191-42B6-AE27-458EA614BA13}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{94DCCF69-7191-42B6-AE27-458EA614BA13}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{94DCCF69-7191-42B6-AE27-458EA614BA13}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{94DCCF69-7191-42B6-AE27-458EA614BA13}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