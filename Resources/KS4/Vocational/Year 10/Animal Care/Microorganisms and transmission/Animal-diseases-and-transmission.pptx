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CFA120-3DDA-4DAF-8BEE-D24DE358C698}">
  <a:tblStyle styleId="{A4CFA120-3DDA-4DAF-8BEE-D24DE358C69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{A4CFA120-3DDA-4DAF-8BEE-D24DE358C698}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{A4CFA120-3DDA-4DAF-8BEE-D24DE358C698}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{A4CFA120-3DDA-4DAF-8BEE-D24DE358C698}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{A4CFA120-3DDA-4DAF-8BEE-D24DE358C698}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{A4CFA120-3DDA-4DAF-8BEE-D24DE358C698}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