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E8C504-5B1C-4654-9D75-9CF1485AFE94}">
  <a:tblStyle styleId="{7EE8C504-5B1C-4654-9D75-9CF1485AFE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{7EE8C504-5B1C-4654-9D75-9CF1485AFE94}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{7EE8C504-5B1C-4654-9D75-9CF1485AFE94}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{7EE8C504-5B1C-4654-9D75-9CF1485AFE94}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{7EE8C504-5B1C-4654-9D75-9CF1485AFE94}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{7EE8C504-5B1C-4654-9D75-9CF1485AFE94}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