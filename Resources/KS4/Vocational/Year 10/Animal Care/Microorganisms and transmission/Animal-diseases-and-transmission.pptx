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4D5434-7389-4ACA-BF99-A5EA26E3FC2C}">
  <a:tblStyle styleId="{254D5434-7389-4ACA-BF99-A5EA26E3FC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{254D5434-7389-4ACA-BF99-A5EA26E3FC2C}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{254D5434-7389-4ACA-BF99-A5EA26E3FC2C}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{254D5434-7389-4ACA-BF99-A5EA26E3FC2C}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{254D5434-7389-4ACA-BF99-A5EA26E3FC2C}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{254D5434-7389-4ACA-BF99-A5EA26E3FC2C}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