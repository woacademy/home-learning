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0D9B95-5E08-42C1-9BE7-42816B79FF71}">
  <a:tblStyle styleId="{850D9B95-5E08-42C1-9BE7-42816B79FF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{850D9B95-5E08-42C1-9BE7-42816B79FF71}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{850D9B95-5E08-42C1-9BE7-42816B79FF71}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{850D9B95-5E08-42C1-9BE7-42816B79FF71}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{850D9B95-5E08-42C1-9BE7-42816B79FF71}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{850D9B95-5E08-42C1-9BE7-42816B79FF71}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