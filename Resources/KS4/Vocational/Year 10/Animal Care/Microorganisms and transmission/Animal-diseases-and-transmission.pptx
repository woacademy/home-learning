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8E49E9-22AB-4771-B7DF-0A184D3367F4}">
  <a:tblStyle styleId="{308E49E9-22AB-4771-B7DF-0A184D3367F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{308E49E9-22AB-4771-B7DF-0A184D3367F4}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{308E49E9-22AB-4771-B7DF-0A184D3367F4}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{308E49E9-22AB-4771-B7DF-0A184D3367F4}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{308E49E9-22AB-4771-B7DF-0A184D3367F4}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{308E49E9-22AB-4771-B7DF-0A184D3367F4}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