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BD635D-76AF-4895-A44E-564F9F6B3477}">
  <a:tblStyle styleId="{A0BD635D-76AF-4895-A44E-564F9F6B347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{A0BD635D-76AF-4895-A44E-564F9F6B3477}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{A0BD635D-76AF-4895-A44E-564F9F6B3477}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{A0BD635D-76AF-4895-A44E-564F9F6B3477}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{A0BD635D-76AF-4895-A44E-564F9F6B3477}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{A0BD635D-76AF-4895-A44E-564F9F6B3477}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