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7E99DE-854A-4144-ADE8-392A581F7A4E}">
  <a:tblStyle styleId="{807E99DE-854A-4144-ADE8-392A581F7A4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{807E99DE-854A-4144-ADE8-392A581F7A4E}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{807E99DE-854A-4144-ADE8-392A581F7A4E}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{807E99DE-854A-4144-ADE8-392A581F7A4E}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{807E99DE-854A-4144-ADE8-392A581F7A4E}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{807E99DE-854A-4144-ADE8-392A581F7A4E}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