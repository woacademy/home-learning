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7D798B-D156-4C84-BFC1-6E2ED5EAE4D6}">
  <a:tblStyle styleId="{C17D798B-D156-4C84-BFC1-6E2ED5EAE4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{C17D798B-D156-4C84-BFC1-6E2ED5EAE4D6}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{C17D798B-D156-4C84-BFC1-6E2ED5EAE4D6}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{C17D798B-D156-4C84-BFC1-6E2ED5EAE4D6}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{C17D798B-D156-4C84-BFC1-6E2ED5EAE4D6}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{C17D798B-D156-4C84-BFC1-6E2ED5EAE4D6}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