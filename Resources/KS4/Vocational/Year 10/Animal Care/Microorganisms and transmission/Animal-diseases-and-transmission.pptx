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00517-885E-4EF6-80D7-692D6BD82834}">
  <a:tblStyle styleId="{DE800517-885E-4EF6-80D7-692D6BD828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{DE800517-885E-4EF6-80D7-692D6BD82834}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{DE800517-885E-4EF6-80D7-692D6BD82834}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{DE800517-885E-4EF6-80D7-692D6BD82834}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{DE800517-885E-4EF6-80D7-692D6BD82834}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{DE800517-885E-4EF6-80D7-692D6BD82834}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