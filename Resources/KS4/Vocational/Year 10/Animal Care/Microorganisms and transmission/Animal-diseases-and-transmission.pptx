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DB66756-2452-477D-8156-3D85B00ABA51}">
  <a:tblStyle styleId="{3DB66756-2452-477D-8156-3D85B00ABA51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{3DB66756-2452-477D-8156-3D85B00ABA51}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{3DB66756-2452-477D-8156-3D85B00ABA51}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{3DB66756-2452-477D-8156-3D85B00ABA51}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{3DB66756-2452-477D-8156-3D85B00ABA51}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{3DB66756-2452-477D-8156-3D85B00ABA51}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