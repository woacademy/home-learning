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27545-FAAD-4779-A8CD-A9B9C61D225A}">
  <a:tblStyle styleId="{8BE27545-FAAD-4779-A8CD-A9B9C61D22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{8BE27545-FAAD-4779-A8CD-A9B9C61D225A}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{8BE27545-FAAD-4779-A8CD-A9B9C61D225A}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{8BE27545-FAAD-4779-A8CD-A9B9C61D225A}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{8BE27545-FAAD-4779-A8CD-A9B9C61D225A}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{8BE27545-FAAD-4779-A8CD-A9B9C61D225A}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