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96819B-2E6F-49B9-A90F-434794E55ED6}">
  <a:tblStyle styleId="{6D96819B-2E6F-49B9-A90F-434794E55ED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{6D96819B-2E6F-49B9-A90F-434794E55ED6}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{6D96819B-2E6F-49B9-A90F-434794E55ED6}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{6D96819B-2E6F-49B9-A90F-434794E55ED6}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{6D96819B-2E6F-49B9-A90F-434794E55ED6}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{6D96819B-2E6F-49B9-A90F-434794E55ED6}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