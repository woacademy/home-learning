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378785-7E2E-439C-99D7-10AFF7E2B1DE}">
  <a:tblStyle styleId="{4F378785-7E2E-439C-99D7-10AFF7E2B1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{4F378785-7E2E-439C-99D7-10AFF7E2B1DE}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{4F378785-7E2E-439C-99D7-10AFF7E2B1DE}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{4F378785-7E2E-439C-99D7-10AFF7E2B1DE}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{4F378785-7E2E-439C-99D7-10AFF7E2B1DE}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{4F378785-7E2E-439C-99D7-10AFF7E2B1DE}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