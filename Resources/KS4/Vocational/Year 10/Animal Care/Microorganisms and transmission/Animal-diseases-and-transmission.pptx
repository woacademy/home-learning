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D7AE5E-D191-4C6F-8920-1D2F34CE6B29}">
  <a:tblStyle styleId="{B9D7AE5E-D191-4C6F-8920-1D2F34CE6B2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{B9D7AE5E-D191-4C6F-8920-1D2F34CE6B29}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{B9D7AE5E-D191-4C6F-8920-1D2F34CE6B29}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{B9D7AE5E-D191-4C6F-8920-1D2F34CE6B29}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{B9D7AE5E-D191-4C6F-8920-1D2F34CE6B29}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{B9D7AE5E-D191-4C6F-8920-1D2F34CE6B29}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