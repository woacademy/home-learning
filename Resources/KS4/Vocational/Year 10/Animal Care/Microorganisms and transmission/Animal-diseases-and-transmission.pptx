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D637B8-DFD0-494D-9B35-6E1188F20260}">
  <a:tblStyle styleId="{84D637B8-DFD0-494D-9B35-6E1188F2026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{84D637B8-DFD0-494D-9B35-6E1188F20260}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{84D637B8-DFD0-494D-9B35-6E1188F20260}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{84D637B8-DFD0-494D-9B35-6E1188F20260}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{84D637B8-DFD0-494D-9B35-6E1188F20260}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{84D637B8-DFD0-494D-9B35-6E1188F20260}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