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D1945E-1961-4F3D-A7F0-925E37A38421}">
  <a:tblStyle styleId="{C2D1945E-1961-4F3D-A7F0-925E37A3842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{C2D1945E-1961-4F3D-A7F0-925E37A38421}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{C2D1945E-1961-4F3D-A7F0-925E37A38421}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{C2D1945E-1961-4F3D-A7F0-925E37A38421}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{C2D1945E-1961-4F3D-A7F0-925E37A38421}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{C2D1945E-1961-4F3D-A7F0-925E37A38421}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