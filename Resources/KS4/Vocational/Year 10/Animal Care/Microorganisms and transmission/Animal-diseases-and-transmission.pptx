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ED6A245-AF19-4AC3-83EE-E433621AD1E3}">
  <a:tblStyle styleId="{DED6A245-AF19-4AC3-83EE-E433621AD1E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{DED6A245-AF19-4AC3-83EE-E433621AD1E3}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{DED6A245-AF19-4AC3-83EE-E433621AD1E3}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{DED6A245-AF19-4AC3-83EE-E433621AD1E3}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{DED6A245-AF19-4AC3-83EE-E433621AD1E3}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{DED6A245-AF19-4AC3-83EE-E433621AD1E3}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