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8827D4-8E55-47E4-A180-0CF541912015}">
  <a:tblStyle styleId="{EA8827D4-8E55-47E4-A180-0CF54191201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{EA8827D4-8E55-47E4-A180-0CF541912015}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{EA8827D4-8E55-47E4-A180-0CF541912015}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{EA8827D4-8E55-47E4-A180-0CF541912015}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{EA8827D4-8E55-47E4-A180-0CF541912015}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{EA8827D4-8E55-47E4-A180-0CF541912015}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