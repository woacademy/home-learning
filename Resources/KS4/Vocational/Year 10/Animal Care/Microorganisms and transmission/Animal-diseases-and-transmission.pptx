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F66ED1-C41B-4B53-AC50-613EC9956078}">
  <a:tblStyle styleId="{3BF66ED1-C41B-4B53-AC50-613EC99560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{3BF66ED1-C41B-4B53-AC50-613EC9956078}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{3BF66ED1-C41B-4B53-AC50-613EC9956078}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{3BF66ED1-C41B-4B53-AC50-613EC9956078}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{3BF66ED1-C41B-4B53-AC50-613EC9956078}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{3BF66ED1-C41B-4B53-AC50-613EC9956078}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