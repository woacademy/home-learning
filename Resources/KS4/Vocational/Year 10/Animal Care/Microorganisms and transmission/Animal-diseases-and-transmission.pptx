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AB09AA8-99C6-44C4-8CD1-6B05051AAFFA}">
  <a:tblStyle styleId="{DAB09AA8-99C6-44C4-8CD1-6B05051AAFF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{DAB09AA8-99C6-44C4-8CD1-6B05051AAFFA}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{DAB09AA8-99C6-44C4-8CD1-6B05051AAFFA}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{DAB09AA8-99C6-44C4-8CD1-6B05051AAFFA}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{DAB09AA8-99C6-44C4-8CD1-6B05051AAFFA}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{DAB09AA8-99C6-44C4-8CD1-6B05051AAFFA}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