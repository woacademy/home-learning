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535851-B539-44B0-A23E-511BCBE08E03}">
  <a:tblStyle styleId="{83535851-B539-44B0-A23E-511BCBE08E0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{83535851-B539-44B0-A23E-511BCBE08E03}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{83535851-B539-44B0-A23E-511BCBE08E03}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{83535851-B539-44B0-A23E-511BCBE08E03}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{83535851-B539-44B0-A23E-511BCBE08E03}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{83535851-B539-44B0-A23E-511BCBE08E03}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