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0B9BEB-F460-4752-A945-1C73F55C7415}">
  <a:tblStyle styleId="{950B9BEB-F460-4752-A945-1C73F55C74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{950B9BEB-F460-4752-A945-1C73F55C7415}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{950B9BEB-F460-4752-A945-1C73F55C7415}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{950B9BEB-F460-4752-A945-1C73F55C7415}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{950B9BEB-F460-4752-A945-1C73F55C7415}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{950B9BEB-F460-4752-A945-1C73F55C7415}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