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EB693-3183-4E8E-B595-8D036304F846}">
  <a:tblStyle styleId="{3DBEB693-3183-4E8E-B595-8D036304F8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{3DBEB693-3183-4E8E-B595-8D036304F846}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{3DBEB693-3183-4E8E-B595-8D036304F846}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{3DBEB693-3183-4E8E-B595-8D036304F846}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{3DBEB693-3183-4E8E-B595-8D036304F846}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{3DBEB693-3183-4E8E-B595-8D036304F846}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