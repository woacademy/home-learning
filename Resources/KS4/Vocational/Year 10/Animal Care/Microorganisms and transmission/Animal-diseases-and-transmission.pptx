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C3E2AA-1785-43EE-82DD-39F71582821D}">
  <a:tblStyle styleId="{CFC3E2AA-1785-43EE-82DD-39F71582821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{CFC3E2AA-1785-43EE-82DD-39F71582821D}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{CFC3E2AA-1785-43EE-82DD-39F71582821D}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{CFC3E2AA-1785-43EE-82DD-39F71582821D}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{CFC3E2AA-1785-43EE-82DD-39F71582821D}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{CFC3E2AA-1785-43EE-82DD-39F71582821D}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