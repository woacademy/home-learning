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4B8A3D-C6E2-4DBC-A97D-4DA9B0BB8509}">
  <a:tblStyle styleId="{A84B8A3D-C6E2-4DBC-A97D-4DA9B0BB85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{A84B8A3D-C6E2-4DBC-A97D-4DA9B0BB8509}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{A84B8A3D-C6E2-4DBC-A97D-4DA9B0BB8509}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{A84B8A3D-C6E2-4DBC-A97D-4DA9B0BB8509}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{A84B8A3D-C6E2-4DBC-A97D-4DA9B0BB8509}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{A84B8A3D-C6E2-4DBC-A97D-4DA9B0BB8509}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