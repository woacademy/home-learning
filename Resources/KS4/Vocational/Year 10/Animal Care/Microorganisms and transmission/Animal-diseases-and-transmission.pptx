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601C15D-698C-4758-9A9F-43A272CB5C55}">
  <a:tblStyle styleId="{2601C15D-698C-4758-9A9F-43A272CB5C5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{2601C15D-698C-4758-9A9F-43A272CB5C55}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{2601C15D-698C-4758-9A9F-43A272CB5C55}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{2601C15D-698C-4758-9A9F-43A272CB5C55}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{2601C15D-698C-4758-9A9F-43A272CB5C55}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{2601C15D-698C-4758-9A9F-43A272CB5C55}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