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08350A-05F9-4FDD-BC8E-A3298FDFD397}">
  <a:tblStyle styleId="{E008350A-05F9-4FDD-BC8E-A3298FDFD3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{E008350A-05F9-4FDD-BC8E-A3298FDFD397}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{E008350A-05F9-4FDD-BC8E-A3298FDFD397}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{E008350A-05F9-4FDD-BC8E-A3298FDFD397}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{E008350A-05F9-4FDD-BC8E-A3298FDFD397}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{E008350A-05F9-4FDD-BC8E-A3298FDFD397}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