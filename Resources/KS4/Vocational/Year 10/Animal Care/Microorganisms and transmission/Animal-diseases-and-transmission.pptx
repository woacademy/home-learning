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C529F53-BAF5-4650-A18E-475941DA951B}">
  <a:tblStyle styleId="{7C529F53-BAF5-4650-A18E-475941DA951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{7C529F53-BAF5-4650-A18E-475941DA951B}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{7C529F53-BAF5-4650-A18E-475941DA951B}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{7C529F53-BAF5-4650-A18E-475941DA951B}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{7C529F53-BAF5-4650-A18E-475941DA951B}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{7C529F53-BAF5-4650-A18E-475941DA951B}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