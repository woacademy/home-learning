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BE6BE6-E96C-488B-82B7-5778A37F8E5E}">
  <a:tblStyle styleId="{BBBE6BE6-E96C-488B-82B7-5778A37F8E5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{BBBE6BE6-E96C-488B-82B7-5778A37F8E5E}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{BBBE6BE6-E96C-488B-82B7-5778A37F8E5E}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{BBBE6BE6-E96C-488B-82B7-5778A37F8E5E}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{BBBE6BE6-E96C-488B-82B7-5778A37F8E5E}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{BBBE6BE6-E96C-488B-82B7-5778A37F8E5E}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