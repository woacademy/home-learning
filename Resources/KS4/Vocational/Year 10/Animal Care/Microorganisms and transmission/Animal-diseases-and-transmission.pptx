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E62D2F-E842-4861-B14A-7A42B33760E2}">
  <a:tblStyle styleId="{C5E62D2F-E842-4861-B14A-7A42B33760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{C5E62D2F-E842-4861-B14A-7A42B33760E2}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{C5E62D2F-E842-4861-B14A-7A42B33760E2}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{C5E62D2F-E842-4861-B14A-7A42B33760E2}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{C5E62D2F-E842-4861-B14A-7A42B33760E2}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{C5E62D2F-E842-4861-B14A-7A42B33760E2}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