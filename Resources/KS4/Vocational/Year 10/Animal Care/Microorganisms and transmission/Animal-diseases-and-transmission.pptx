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85F31B-134D-420D-8AA0-EA561CA6F09E}">
  <a:tblStyle styleId="{AB85F31B-134D-420D-8AA0-EA561CA6F09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{AB85F31B-134D-420D-8AA0-EA561CA6F09E}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{AB85F31B-134D-420D-8AA0-EA561CA6F09E}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{AB85F31B-134D-420D-8AA0-EA561CA6F09E}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{AB85F31B-134D-420D-8AA0-EA561CA6F09E}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{AB85F31B-134D-420D-8AA0-EA561CA6F09E}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