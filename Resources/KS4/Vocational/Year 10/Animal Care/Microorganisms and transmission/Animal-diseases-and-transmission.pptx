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1C087-B2F7-4ADC-8481-584716246543}">
  <a:tblStyle styleId="{E101C087-B2F7-4ADC-8481-5847162465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{E101C087-B2F7-4ADC-8481-584716246543}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{E101C087-B2F7-4ADC-8481-584716246543}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{E101C087-B2F7-4ADC-8481-584716246543}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{E101C087-B2F7-4ADC-8481-584716246543}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{E101C087-B2F7-4ADC-8481-584716246543}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