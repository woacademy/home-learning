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B63206-4EAC-4204-B1C7-A0F427D25BB0}">
  <a:tblStyle styleId="{5EB63206-4EAC-4204-B1C7-A0F427D25BB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{5EB63206-4EAC-4204-B1C7-A0F427D25BB0}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{5EB63206-4EAC-4204-B1C7-A0F427D25BB0}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{5EB63206-4EAC-4204-B1C7-A0F427D25BB0}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{5EB63206-4EAC-4204-B1C7-A0F427D25BB0}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{5EB63206-4EAC-4204-B1C7-A0F427D25BB0}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