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DF3321-41CB-469A-82E2-F6812676694C}">
  <a:tblStyle styleId="{A3DF3321-41CB-469A-82E2-F6812676694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{A3DF3321-41CB-469A-82E2-F6812676694C}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{A3DF3321-41CB-469A-82E2-F6812676694C}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{A3DF3321-41CB-469A-82E2-F6812676694C}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{A3DF3321-41CB-469A-82E2-F6812676694C}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{A3DF3321-41CB-469A-82E2-F6812676694C}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