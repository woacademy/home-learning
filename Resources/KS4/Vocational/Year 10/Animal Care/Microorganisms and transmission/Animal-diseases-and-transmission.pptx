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03FCE-FD58-4676-B94B-4BC93D6E1F1C}">
  <a:tblStyle styleId="{05D03FCE-FD58-4676-B94B-4BC93D6E1F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{05D03FCE-FD58-4676-B94B-4BC93D6E1F1C}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{05D03FCE-FD58-4676-B94B-4BC93D6E1F1C}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{05D03FCE-FD58-4676-B94B-4BC93D6E1F1C}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{05D03FCE-FD58-4676-B94B-4BC93D6E1F1C}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{05D03FCE-FD58-4676-B94B-4BC93D6E1F1C}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