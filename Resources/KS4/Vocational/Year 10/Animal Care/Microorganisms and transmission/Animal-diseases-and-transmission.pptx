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54B963-6735-4B1A-8929-3B9D78168B28}">
  <a:tblStyle styleId="{F054B963-6735-4B1A-8929-3B9D78168B2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{F054B963-6735-4B1A-8929-3B9D78168B28}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{F054B963-6735-4B1A-8929-3B9D78168B28}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{F054B963-6735-4B1A-8929-3B9D78168B28}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{F054B963-6735-4B1A-8929-3B9D78168B28}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{F054B963-6735-4B1A-8929-3B9D78168B28}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