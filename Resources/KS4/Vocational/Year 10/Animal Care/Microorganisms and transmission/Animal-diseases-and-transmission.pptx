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D57860-8B62-4BB4-B4E7-7C7F92F3D350}">
  <a:tblStyle styleId="{6CD57860-8B62-4BB4-B4E7-7C7F92F3D35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{6CD57860-8B62-4BB4-B4E7-7C7F92F3D350}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{6CD57860-8B62-4BB4-B4E7-7C7F92F3D350}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{6CD57860-8B62-4BB4-B4E7-7C7F92F3D350}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{6CD57860-8B62-4BB4-B4E7-7C7F92F3D350}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{6CD57860-8B62-4BB4-B4E7-7C7F92F3D350}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