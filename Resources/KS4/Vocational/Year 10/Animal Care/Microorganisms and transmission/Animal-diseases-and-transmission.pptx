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F18BC-2313-4FD0-AA93-8C60BDC7ED55}">
  <a:tblStyle styleId="{0FFF18BC-2313-4FD0-AA93-8C60BDC7ED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{0FFF18BC-2313-4FD0-AA93-8C60BDC7ED55}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{0FFF18BC-2313-4FD0-AA93-8C60BDC7ED55}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{0FFF18BC-2313-4FD0-AA93-8C60BDC7ED55}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{0FFF18BC-2313-4FD0-AA93-8C60BDC7ED55}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{0FFF18BC-2313-4FD0-AA93-8C60BDC7ED55}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