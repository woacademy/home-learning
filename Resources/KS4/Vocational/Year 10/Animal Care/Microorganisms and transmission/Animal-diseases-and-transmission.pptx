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615FFB-E662-44FC-B209-77EFCAEFE4D4}">
  <a:tblStyle styleId="{BA615FFB-E662-44FC-B209-77EFCAEFE4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{BA615FFB-E662-44FC-B209-77EFCAEFE4D4}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{BA615FFB-E662-44FC-B209-77EFCAEFE4D4}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{BA615FFB-E662-44FC-B209-77EFCAEFE4D4}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{BA615FFB-E662-44FC-B209-77EFCAEFE4D4}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{BA615FFB-E662-44FC-B209-77EFCAEFE4D4}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