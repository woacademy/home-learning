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BB7C96-619B-4874-A05B-FCB72CA54D8C}">
  <a:tblStyle styleId="{7EBB7C96-619B-4874-A05B-FCB72CA54D8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{7EBB7C96-619B-4874-A05B-FCB72CA54D8C}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{7EBB7C96-619B-4874-A05B-FCB72CA54D8C}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{7EBB7C96-619B-4874-A05B-FCB72CA54D8C}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{7EBB7C96-619B-4874-A05B-FCB72CA54D8C}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{7EBB7C96-619B-4874-A05B-FCB72CA54D8C}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