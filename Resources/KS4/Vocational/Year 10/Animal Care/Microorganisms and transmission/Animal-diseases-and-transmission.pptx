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C8AE44-64A0-40BB-8C66-CA2AFAA8C28D}">
  <a:tblStyle styleId="{27C8AE44-64A0-40BB-8C66-CA2AFAA8C28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{27C8AE44-64A0-40BB-8C66-CA2AFAA8C28D}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{27C8AE44-64A0-40BB-8C66-CA2AFAA8C28D}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{27C8AE44-64A0-40BB-8C66-CA2AFAA8C28D}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{27C8AE44-64A0-40BB-8C66-CA2AFAA8C28D}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{27C8AE44-64A0-40BB-8C66-CA2AFAA8C28D}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