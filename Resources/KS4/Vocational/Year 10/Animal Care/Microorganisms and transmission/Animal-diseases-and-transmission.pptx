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03ED24-E99E-4560-8FAC-7D6FC725796C}">
  <a:tblStyle styleId="{D103ED24-E99E-4560-8FAC-7D6FC725796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{D103ED24-E99E-4560-8FAC-7D6FC725796C}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{D103ED24-E99E-4560-8FAC-7D6FC725796C}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{D103ED24-E99E-4560-8FAC-7D6FC725796C}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{D103ED24-E99E-4560-8FAC-7D6FC725796C}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{D103ED24-E99E-4560-8FAC-7D6FC725796C}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