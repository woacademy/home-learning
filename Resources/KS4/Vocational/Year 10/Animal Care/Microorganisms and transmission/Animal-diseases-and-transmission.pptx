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B22530-3E5B-4348-B6B6-C5B5CCC82C92}">
  <a:tblStyle styleId="{60B22530-3E5B-4348-B6B6-C5B5CCC82C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{60B22530-3E5B-4348-B6B6-C5B5CCC82C92}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{60B22530-3E5B-4348-B6B6-C5B5CCC82C92}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{60B22530-3E5B-4348-B6B6-C5B5CCC82C92}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{60B22530-3E5B-4348-B6B6-C5B5CCC82C92}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{60B22530-3E5B-4348-B6B6-C5B5CCC82C92}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