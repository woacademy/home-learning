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ACA8D3-1E2F-4536-9145-B526EC585C29}">
  <a:tblStyle styleId="{A0ACA8D3-1E2F-4536-9145-B526EC585C2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{A0ACA8D3-1E2F-4536-9145-B526EC585C29}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{A0ACA8D3-1E2F-4536-9145-B526EC585C29}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{A0ACA8D3-1E2F-4536-9145-B526EC585C29}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{A0ACA8D3-1E2F-4536-9145-B526EC585C29}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{A0ACA8D3-1E2F-4536-9145-B526EC585C29}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