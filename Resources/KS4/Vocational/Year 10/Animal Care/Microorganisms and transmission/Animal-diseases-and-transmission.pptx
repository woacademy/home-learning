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62C02-F0B7-41C8-A135-37379A5986B5}">
  <a:tblStyle styleId="{6A862C02-F0B7-41C8-A135-37379A5986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{6A862C02-F0B7-41C8-A135-37379A5986B5}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{6A862C02-F0B7-41C8-A135-37379A5986B5}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{6A862C02-F0B7-41C8-A135-37379A5986B5}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{6A862C02-F0B7-41C8-A135-37379A5986B5}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{6A862C02-F0B7-41C8-A135-37379A5986B5}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