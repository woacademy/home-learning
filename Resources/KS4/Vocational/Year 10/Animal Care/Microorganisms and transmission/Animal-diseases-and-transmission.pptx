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FDD3D22F-4BAC-4D86-9FF1-A26E6DE16D31}">
  <a:tblStyle styleId="{FDD3D22F-4BAC-4D86-9FF1-A26E6DE16D31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5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{FDD3D22F-4BAC-4D86-9FF1-A26E6DE16D31}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{FDD3D22F-4BAC-4D86-9FF1-A26E6DE16D31}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{FDD3D22F-4BAC-4D86-9FF1-A26E6DE16D31}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{FDD3D22F-4BAC-4D86-9FF1-A26E6DE16D31}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{FDD3D22F-4BAC-4D86-9FF1-A26E6DE16D31}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