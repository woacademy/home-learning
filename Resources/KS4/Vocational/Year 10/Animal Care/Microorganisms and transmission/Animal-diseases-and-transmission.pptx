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02A02-0A99-4F09-A311-C01ED999582B}">
  <a:tblStyle styleId="{80D02A02-0A99-4F09-A311-C01ED99958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{80D02A02-0A99-4F09-A311-C01ED999582B}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{80D02A02-0A99-4F09-A311-C01ED999582B}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{80D02A02-0A99-4F09-A311-C01ED999582B}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{80D02A02-0A99-4F09-A311-C01ED999582B}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{80D02A02-0A99-4F09-A311-C01ED999582B}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