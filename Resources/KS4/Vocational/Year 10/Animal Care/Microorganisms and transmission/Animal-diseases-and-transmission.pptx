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95589-5742-470D-B550-0FEA2DBBC2C1}">
  <a:tblStyle styleId="{12595589-5742-470D-B550-0FEA2DBBC2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{12595589-5742-470D-B550-0FEA2DBBC2C1}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{12595589-5742-470D-B550-0FEA2DBBC2C1}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{12595589-5742-470D-B550-0FEA2DBBC2C1}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{12595589-5742-470D-B550-0FEA2DBBC2C1}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{12595589-5742-470D-B550-0FEA2DBBC2C1}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