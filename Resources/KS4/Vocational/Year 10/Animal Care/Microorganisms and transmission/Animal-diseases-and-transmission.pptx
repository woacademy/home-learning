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F6EC70-03B4-48BC-A31D-CB53FB880C9B}">
  <a:tblStyle styleId="{5BF6EC70-03B4-48BC-A31D-CB53FB880C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{5BF6EC70-03B4-48BC-A31D-CB53FB880C9B}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{5BF6EC70-03B4-48BC-A31D-CB53FB880C9B}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{5BF6EC70-03B4-48BC-A31D-CB53FB880C9B}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{5BF6EC70-03B4-48BC-A31D-CB53FB880C9B}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{5BF6EC70-03B4-48BC-A31D-CB53FB880C9B}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