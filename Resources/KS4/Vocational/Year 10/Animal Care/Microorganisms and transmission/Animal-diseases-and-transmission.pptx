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81182C-2A55-4C1A-BF8A-58AE3DF5C9DE}">
  <a:tblStyle styleId="{1981182C-2A55-4C1A-BF8A-58AE3DF5C9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{1981182C-2A55-4C1A-BF8A-58AE3DF5C9DE}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{1981182C-2A55-4C1A-BF8A-58AE3DF5C9DE}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{1981182C-2A55-4C1A-BF8A-58AE3DF5C9DE}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{1981182C-2A55-4C1A-BF8A-58AE3DF5C9DE}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{1981182C-2A55-4C1A-BF8A-58AE3DF5C9DE}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