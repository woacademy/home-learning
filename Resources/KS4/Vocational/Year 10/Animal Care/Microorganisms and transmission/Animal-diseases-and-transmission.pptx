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FB62C-50EB-401F-8B5E-19EAE3B304ED}">
  <a:tblStyle styleId="{0D6FB62C-50EB-401F-8B5E-19EAE3B304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{0D6FB62C-50EB-401F-8B5E-19EAE3B304ED}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{0D6FB62C-50EB-401F-8B5E-19EAE3B304ED}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{0D6FB62C-50EB-401F-8B5E-19EAE3B304ED}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{0D6FB62C-50EB-401F-8B5E-19EAE3B304ED}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{0D6FB62C-50EB-401F-8B5E-19EAE3B304ED}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