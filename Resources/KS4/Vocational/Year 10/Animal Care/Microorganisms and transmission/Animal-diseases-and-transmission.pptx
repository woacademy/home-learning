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A1CA5A-B056-4B9C-B82D-1E71892A1B84}">
  <a:tblStyle styleId="{61A1CA5A-B056-4B9C-B82D-1E71892A1B8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{61A1CA5A-B056-4B9C-B82D-1E71892A1B84}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{61A1CA5A-B056-4B9C-B82D-1E71892A1B84}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{61A1CA5A-B056-4B9C-B82D-1E71892A1B84}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{61A1CA5A-B056-4B9C-B82D-1E71892A1B84}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{61A1CA5A-B056-4B9C-B82D-1E71892A1B84}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