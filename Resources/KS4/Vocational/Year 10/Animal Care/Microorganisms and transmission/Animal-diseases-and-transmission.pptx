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150C83-20FA-4671-A1C9-78C69644A20A}">
  <a:tblStyle styleId="{83150C83-20FA-4671-A1C9-78C69644A20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{83150C83-20FA-4671-A1C9-78C69644A20A}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{83150C83-20FA-4671-A1C9-78C69644A20A}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{83150C83-20FA-4671-A1C9-78C69644A20A}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{83150C83-20FA-4671-A1C9-78C69644A20A}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{83150C83-20FA-4671-A1C9-78C69644A20A}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