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2C3436-8D10-458E-B893-9D163623862E}">
  <a:tblStyle styleId="{862C3436-8D10-458E-B893-9D16362386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{862C3436-8D10-458E-B893-9D163623862E}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{862C3436-8D10-458E-B893-9D163623862E}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{862C3436-8D10-458E-B893-9D163623862E}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{862C3436-8D10-458E-B893-9D163623862E}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{862C3436-8D10-458E-B893-9D163623862E}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