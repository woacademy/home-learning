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497C60-EC99-4959-8DF9-7934BDA69539}">
  <a:tblStyle styleId="{F6497C60-EC99-4959-8DF9-7934BDA695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{F6497C60-EC99-4959-8DF9-7934BDA69539}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{F6497C60-EC99-4959-8DF9-7934BDA69539}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{F6497C60-EC99-4959-8DF9-7934BDA69539}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{F6497C60-EC99-4959-8DF9-7934BDA69539}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{F6497C60-EC99-4959-8DF9-7934BDA69539}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