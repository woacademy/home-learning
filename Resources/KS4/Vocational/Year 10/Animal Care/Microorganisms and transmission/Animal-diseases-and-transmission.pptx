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217D26-469A-40AB-ACC0-85A611780E8E}">
  <a:tblStyle styleId="{43217D26-469A-40AB-ACC0-85A611780E8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{43217D26-469A-40AB-ACC0-85A611780E8E}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{43217D26-469A-40AB-ACC0-85A611780E8E}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{43217D26-469A-40AB-ACC0-85A611780E8E}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{43217D26-469A-40AB-ACC0-85A611780E8E}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{43217D26-469A-40AB-ACC0-85A611780E8E}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