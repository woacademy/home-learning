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FA0104-2198-4BF2-9EA7-3AF88E6790BC}">
  <a:tblStyle styleId="{92FA0104-2198-4BF2-9EA7-3AF88E6790B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{92FA0104-2198-4BF2-9EA7-3AF88E6790BC}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{92FA0104-2198-4BF2-9EA7-3AF88E6790BC}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{92FA0104-2198-4BF2-9EA7-3AF88E6790BC}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{92FA0104-2198-4BF2-9EA7-3AF88E6790BC}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{92FA0104-2198-4BF2-9EA7-3AF88E6790BC}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