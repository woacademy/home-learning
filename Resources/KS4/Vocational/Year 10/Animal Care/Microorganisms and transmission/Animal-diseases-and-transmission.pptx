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C7DED-D619-4650-9461-A3119D920A4B}">
  <a:tblStyle styleId="{286C7DED-D619-4650-9461-A3119D920A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{286C7DED-D619-4650-9461-A3119D920A4B}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{286C7DED-D619-4650-9461-A3119D920A4B}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{286C7DED-D619-4650-9461-A3119D920A4B}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{286C7DED-D619-4650-9461-A3119D920A4B}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{286C7DED-D619-4650-9461-A3119D920A4B}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