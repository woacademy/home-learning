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39DBC0-7F16-4F50-93F4-88283072A559}">
  <a:tblStyle styleId="{2539DBC0-7F16-4F50-93F4-88283072A5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{2539DBC0-7F16-4F50-93F4-88283072A559}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{2539DBC0-7F16-4F50-93F4-88283072A559}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{2539DBC0-7F16-4F50-93F4-88283072A559}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{2539DBC0-7F16-4F50-93F4-88283072A559}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{2539DBC0-7F16-4F50-93F4-88283072A559}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