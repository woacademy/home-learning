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61E6CE-655B-432A-A99C-134548A5702B}">
  <a:tblStyle styleId="{3361E6CE-655B-432A-A99C-134548A570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{3361E6CE-655B-432A-A99C-134548A5702B}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{3361E6CE-655B-432A-A99C-134548A5702B}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{3361E6CE-655B-432A-A99C-134548A5702B}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{3361E6CE-655B-432A-A99C-134548A5702B}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{3361E6CE-655B-432A-A99C-134548A5702B}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