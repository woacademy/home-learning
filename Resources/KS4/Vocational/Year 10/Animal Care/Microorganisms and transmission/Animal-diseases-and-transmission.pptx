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254C52-178E-4BB3-8EB6-69FA5E912360}">
  <a:tblStyle styleId="{1A254C52-178E-4BB3-8EB6-69FA5E91236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{1A254C52-178E-4BB3-8EB6-69FA5E912360}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{1A254C52-178E-4BB3-8EB6-69FA5E912360}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{1A254C52-178E-4BB3-8EB6-69FA5E912360}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{1A254C52-178E-4BB3-8EB6-69FA5E912360}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{1A254C52-178E-4BB3-8EB6-69FA5E912360}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