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580CAF-258D-4269-AB65-0B0E3F5B1039}">
  <a:tblStyle styleId="{AD580CAF-258D-4269-AB65-0B0E3F5B10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{AD580CAF-258D-4269-AB65-0B0E3F5B1039}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{AD580CAF-258D-4269-AB65-0B0E3F5B1039}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{AD580CAF-258D-4269-AB65-0B0E3F5B1039}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{AD580CAF-258D-4269-AB65-0B0E3F5B1039}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{AD580CAF-258D-4269-AB65-0B0E3F5B1039}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