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4A2647D-552B-4252-BB18-656DA3C50D06}">
  <a:tblStyle styleId="{E4A2647D-552B-4252-BB18-656DA3C50D06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{E4A2647D-552B-4252-BB18-656DA3C50D06}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{E4A2647D-552B-4252-BB18-656DA3C50D06}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{E4A2647D-552B-4252-BB18-656DA3C50D06}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{E4A2647D-552B-4252-BB18-656DA3C50D06}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{E4A2647D-552B-4252-BB18-656DA3C50D06}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