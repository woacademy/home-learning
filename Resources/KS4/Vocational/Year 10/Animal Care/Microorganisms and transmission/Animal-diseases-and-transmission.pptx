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3F9FD6-7652-4DF5-AA73-9D3A917A483E}">
  <a:tblStyle styleId="{113F9FD6-7652-4DF5-AA73-9D3A917A48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{113F9FD6-7652-4DF5-AA73-9D3A917A483E}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{113F9FD6-7652-4DF5-AA73-9D3A917A483E}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{113F9FD6-7652-4DF5-AA73-9D3A917A483E}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{113F9FD6-7652-4DF5-AA73-9D3A917A483E}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{113F9FD6-7652-4DF5-AA73-9D3A917A483E}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