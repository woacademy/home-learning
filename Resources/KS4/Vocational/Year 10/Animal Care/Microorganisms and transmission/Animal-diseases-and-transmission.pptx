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2322C1-7C33-4E3F-941E-67C22C687BA2}">
  <a:tblStyle styleId="{BF2322C1-7C33-4E3F-941E-67C22C687BA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{BF2322C1-7C33-4E3F-941E-67C22C687BA2}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{BF2322C1-7C33-4E3F-941E-67C22C687BA2}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{BF2322C1-7C33-4E3F-941E-67C22C687BA2}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{BF2322C1-7C33-4E3F-941E-67C22C687BA2}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{BF2322C1-7C33-4E3F-941E-67C22C687BA2}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