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18A6A4-1E78-4509-9415-8E24EB60D40F}">
  <a:tblStyle styleId="{1318A6A4-1E78-4509-9415-8E24EB60D4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{1318A6A4-1E78-4509-9415-8E24EB60D40F}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{1318A6A4-1E78-4509-9415-8E24EB60D40F}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{1318A6A4-1E78-4509-9415-8E24EB60D40F}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{1318A6A4-1E78-4509-9415-8E24EB60D40F}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{1318A6A4-1E78-4509-9415-8E24EB60D40F}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