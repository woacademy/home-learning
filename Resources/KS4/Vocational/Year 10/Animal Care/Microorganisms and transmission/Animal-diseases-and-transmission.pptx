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207BCA-EDEB-478C-8BC7-75636E1A0256}">
  <a:tblStyle styleId="{5E207BCA-EDEB-478C-8BC7-75636E1A025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{5E207BCA-EDEB-478C-8BC7-75636E1A0256}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{5E207BCA-EDEB-478C-8BC7-75636E1A0256}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{5E207BCA-EDEB-478C-8BC7-75636E1A0256}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{5E207BCA-EDEB-478C-8BC7-75636E1A0256}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{5E207BCA-EDEB-478C-8BC7-75636E1A0256}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