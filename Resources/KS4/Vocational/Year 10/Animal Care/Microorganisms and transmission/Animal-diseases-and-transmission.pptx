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E9AFAC-DFAF-4C0F-86C4-A0DE147F5940}">
  <a:tblStyle styleId="{94E9AFAC-DFAF-4C0F-86C4-A0DE147F59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{94E9AFAC-DFAF-4C0F-86C4-A0DE147F5940}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{94E9AFAC-DFAF-4C0F-86C4-A0DE147F5940}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{94E9AFAC-DFAF-4C0F-86C4-A0DE147F5940}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{94E9AFAC-DFAF-4C0F-86C4-A0DE147F5940}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{94E9AFAC-DFAF-4C0F-86C4-A0DE147F5940}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