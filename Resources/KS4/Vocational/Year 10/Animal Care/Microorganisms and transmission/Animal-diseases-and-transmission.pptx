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AF7E2D-11DE-4FC7-997D-065E7F4B82CC}">
  <a:tblStyle styleId="{06AF7E2D-11DE-4FC7-997D-065E7F4B82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{06AF7E2D-11DE-4FC7-997D-065E7F4B82CC}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{06AF7E2D-11DE-4FC7-997D-065E7F4B82CC}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{06AF7E2D-11DE-4FC7-997D-065E7F4B82CC}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{06AF7E2D-11DE-4FC7-997D-065E7F4B82CC}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{06AF7E2D-11DE-4FC7-997D-065E7F4B82CC}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