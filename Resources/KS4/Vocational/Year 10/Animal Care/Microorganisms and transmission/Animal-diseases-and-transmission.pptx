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1E942D-5640-44DA-A707-F55E29B63CDB}">
  <a:tblStyle styleId="{701E942D-5640-44DA-A707-F55E29B63C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{701E942D-5640-44DA-A707-F55E29B63CDB}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{701E942D-5640-44DA-A707-F55E29B63CDB}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{701E942D-5640-44DA-A707-F55E29B63CDB}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{701E942D-5640-44DA-A707-F55E29B63CDB}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{701E942D-5640-44DA-A707-F55E29B63CDB}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