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83A077-4418-495C-A373-AD59DAA207DC}">
  <a:tblStyle styleId="{0683A077-4418-495C-A373-AD59DAA207D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{0683A077-4418-495C-A373-AD59DAA207DC}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{0683A077-4418-495C-A373-AD59DAA207DC}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{0683A077-4418-495C-A373-AD59DAA207DC}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{0683A077-4418-495C-A373-AD59DAA207DC}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{0683A077-4418-495C-A373-AD59DAA207DC}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