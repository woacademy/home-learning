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08ED84B-7E7C-4793-A4A8-821D196444DC}">
  <a:tblStyle styleId="{708ED84B-7E7C-4793-A4A8-821D196444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{708ED84B-7E7C-4793-A4A8-821D196444DC}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{708ED84B-7E7C-4793-A4A8-821D196444DC}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{708ED84B-7E7C-4793-A4A8-821D196444DC}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{708ED84B-7E7C-4793-A4A8-821D196444DC}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{708ED84B-7E7C-4793-A4A8-821D196444DC}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