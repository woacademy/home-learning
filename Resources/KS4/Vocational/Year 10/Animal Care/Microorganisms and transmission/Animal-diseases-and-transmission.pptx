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D88E60-8526-4AB5-82D5-4B73E34856F5}">
  <a:tblStyle styleId="{10D88E60-8526-4AB5-82D5-4B73E34856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{10D88E60-8526-4AB5-82D5-4B73E34856F5}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{10D88E60-8526-4AB5-82D5-4B73E34856F5}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{10D88E60-8526-4AB5-82D5-4B73E34856F5}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{10D88E60-8526-4AB5-82D5-4B73E34856F5}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{10D88E60-8526-4AB5-82D5-4B73E34856F5}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