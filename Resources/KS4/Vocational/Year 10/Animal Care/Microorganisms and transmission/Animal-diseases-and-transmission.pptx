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1CD72D-8CE9-469A-96D9-C5F3434A9B42}">
  <a:tblStyle styleId="{141CD72D-8CE9-469A-96D9-C5F3434A9B4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{141CD72D-8CE9-469A-96D9-C5F3434A9B42}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{141CD72D-8CE9-469A-96D9-C5F3434A9B42}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{141CD72D-8CE9-469A-96D9-C5F3434A9B42}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{141CD72D-8CE9-469A-96D9-C5F3434A9B42}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{141CD72D-8CE9-469A-96D9-C5F3434A9B42}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