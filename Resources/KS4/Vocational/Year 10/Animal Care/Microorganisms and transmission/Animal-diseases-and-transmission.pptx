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EB9A32-699A-4EEA-8015-28A421CF8D18}">
  <a:tblStyle styleId="{7BEB9A32-699A-4EEA-8015-28A421CF8D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{7BEB9A32-699A-4EEA-8015-28A421CF8D18}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{7BEB9A32-699A-4EEA-8015-28A421CF8D18}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{7BEB9A32-699A-4EEA-8015-28A421CF8D18}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{7BEB9A32-699A-4EEA-8015-28A421CF8D18}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{7BEB9A32-699A-4EEA-8015-28A421CF8D18}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