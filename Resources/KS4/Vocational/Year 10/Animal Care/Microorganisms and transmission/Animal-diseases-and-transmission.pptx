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0F2CAD6-90B1-4C96-BEBA-778F1BC7CCFF}">
  <a:tblStyle styleId="{F0F2CAD6-90B1-4C96-BEBA-778F1BC7CCF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{F0F2CAD6-90B1-4C96-BEBA-778F1BC7CCFF}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{F0F2CAD6-90B1-4C96-BEBA-778F1BC7CCFF}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{F0F2CAD6-90B1-4C96-BEBA-778F1BC7CCFF}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{F0F2CAD6-90B1-4C96-BEBA-778F1BC7CCFF}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{F0F2CAD6-90B1-4C96-BEBA-778F1BC7CCFF}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