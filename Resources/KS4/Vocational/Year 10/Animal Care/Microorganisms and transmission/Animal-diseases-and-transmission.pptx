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96FEBF-59A1-4D69-B8A9-A21020A38052}">
  <a:tblStyle styleId="{8596FEBF-59A1-4D69-B8A9-A21020A3805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{8596FEBF-59A1-4D69-B8A9-A21020A38052}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{8596FEBF-59A1-4D69-B8A9-A21020A38052}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{8596FEBF-59A1-4D69-B8A9-A21020A38052}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{8596FEBF-59A1-4D69-B8A9-A21020A38052}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{8596FEBF-59A1-4D69-B8A9-A21020A38052}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