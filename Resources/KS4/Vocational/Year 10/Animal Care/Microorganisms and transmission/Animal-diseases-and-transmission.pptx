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046FC1-B802-492A-94C2-5BC1BE5D02FA}">
  <a:tblStyle styleId="{F9046FC1-B802-492A-94C2-5BC1BE5D02F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{F9046FC1-B802-492A-94C2-5BC1BE5D02FA}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{F9046FC1-B802-492A-94C2-5BC1BE5D02FA}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{F9046FC1-B802-492A-94C2-5BC1BE5D02FA}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{F9046FC1-B802-492A-94C2-5BC1BE5D02FA}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{F9046FC1-B802-492A-94C2-5BC1BE5D02FA}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