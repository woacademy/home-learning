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94DD9EB-BCF2-448C-9EC2-38DC8A1F8098}">
  <a:tblStyle styleId="{094DD9EB-BCF2-448C-9EC2-38DC8A1F80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{094DD9EB-BCF2-448C-9EC2-38DC8A1F8098}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{094DD9EB-BCF2-448C-9EC2-38DC8A1F8098}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{094DD9EB-BCF2-448C-9EC2-38DC8A1F8098}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{094DD9EB-BCF2-448C-9EC2-38DC8A1F8098}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{094DD9EB-BCF2-448C-9EC2-38DC8A1F8098}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