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49344-55C8-4D55-868D-4FCE07CFD509}">
  <a:tblStyle styleId="{A0E49344-55C8-4D55-868D-4FCE07CFD5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{A0E49344-55C8-4D55-868D-4FCE07CFD509}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{A0E49344-55C8-4D55-868D-4FCE07CFD509}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{A0E49344-55C8-4D55-868D-4FCE07CFD509}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{A0E49344-55C8-4D55-868D-4FCE07CFD509}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{A0E49344-55C8-4D55-868D-4FCE07CFD509}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