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7F8CF69-6860-476F-9B22-B91A1D2E8416}">
  <a:tblStyle styleId="{67F8CF69-6860-476F-9B22-B91A1D2E841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{67F8CF69-6860-476F-9B22-B91A1D2E8416}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{67F8CF69-6860-476F-9B22-B91A1D2E8416}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{67F8CF69-6860-476F-9B22-B91A1D2E8416}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{67F8CF69-6860-476F-9B22-B91A1D2E8416}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{67F8CF69-6860-476F-9B22-B91A1D2E8416}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