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4BE7486-0B76-4233-9BD4-20190771C5EE}">
  <a:tblStyle styleId="{14BE7486-0B76-4233-9BD4-20190771C5E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{14BE7486-0B76-4233-9BD4-20190771C5EE}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{14BE7486-0B76-4233-9BD4-20190771C5EE}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{14BE7486-0B76-4233-9BD4-20190771C5EE}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{14BE7486-0B76-4233-9BD4-20190771C5EE}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{14BE7486-0B76-4233-9BD4-20190771C5EE}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