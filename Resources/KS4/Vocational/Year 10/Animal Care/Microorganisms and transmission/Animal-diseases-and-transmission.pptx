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E0F94E-0801-488B-B45D-94FB3E26C775}">
  <a:tblStyle styleId="{49E0F94E-0801-488B-B45D-94FB3E26C77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{49E0F94E-0801-488B-B45D-94FB3E26C775}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{49E0F94E-0801-488B-B45D-94FB3E26C775}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{49E0F94E-0801-488B-B45D-94FB3E26C775}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{49E0F94E-0801-488B-B45D-94FB3E26C775}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{49E0F94E-0801-488B-B45D-94FB3E26C775}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