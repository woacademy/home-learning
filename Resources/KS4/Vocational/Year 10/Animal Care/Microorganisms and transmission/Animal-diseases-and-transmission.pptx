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321DF0-7470-497C-B995-24DA8AC92E94}">
  <a:tblStyle styleId="{BF321DF0-7470-497C-B995-24DA8AC92E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{BF321DF0-7470-497C-B995-24DA8AC92E94}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{BF321DF0-7470-497C-B995-24DA8AC92E94}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{BF321DF0-7470-497C-B995-24DA8AC92E94}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{BF321DF0-7470-497C-B995-24DA8AC92E94}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{BF321DF0-7470-497C-B995-24DA8AC92E94}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