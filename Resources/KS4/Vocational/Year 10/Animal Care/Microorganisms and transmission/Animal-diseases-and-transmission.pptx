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F69371-BE46-4B7A-B2AF-1DB5071DE64E}">
  <a:tblStyle styleId="{66F69371-BE46-4B7A-B2AF-1DB5071DE64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{66F69371-BE46-4B7A-B2AF-1DB5071DE64E}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{66F69371-BE46-4B7A-B2AF-1DB5071DE64E}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{66F69371-BE46-4B7A-B2AF-1DB5071DE64E}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{66F69371-BE46-4B7A-B2AF-1DB5071DE64E}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{66F69371-BE46-4B7A-B2AF-1DB5071DE64E}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