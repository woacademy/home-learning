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BF96FFD-72D2-4EF2-B686-BEC3ABE768FB}">
  <a:tblStyle styleId="{ABF96FFD-72D2-4EF2-B686-BEC3ABE768F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{ABF96FFD-72D2-4EF2-B686-BEC3ABE768FB}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{ABF96FFD-72D2-4EF2-B686-BEC3ABE768FB}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{ABF96FFD-72D2-4EF2-B686-BEC3ABE768FB}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{ABF96FFD-72D2-4EF2-B686-BEC3ABE768FB}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{ABF96FFD-72D2-4EF2-B686-BEC3ABE768FB}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