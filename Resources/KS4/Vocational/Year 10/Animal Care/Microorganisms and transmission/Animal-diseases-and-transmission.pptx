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760CB89-D041-43DB-9150-7CFD33C14CF9}">
  <a:tblStyle styleId="{B760CB89-D041-43DB-9150-7CFD33C14C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{B760CB89-D041-43DB-9150-7CFD33C14CF9}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{B760CB89-D041-43DB-9150-7CFD33C14CF9}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{B760CB89-D041-43DB-9150-7CFD33C14CF9}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{B760CB89-D041-43DB-9150-7CFD33C14CF9}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{B760CB89-D041-43DB-9150-7CFD33C14CF9}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