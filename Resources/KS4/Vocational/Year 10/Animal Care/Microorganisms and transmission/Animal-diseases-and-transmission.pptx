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22165-8CE5-4641-923B-12F833C77E70}">
  <a:tblStyle styleId="{C8822165-8CE5-4641-923B-12F833C77E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{C8822165-8CE5-4641-923B-12F833C77E70}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{C8822165-8CE5-4641-923B-12F833C77E70}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{C8822165-8CE5-4641-923B-12F833C77E70}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{C8822165-8CE5-4641-923B-12F833C77E70}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{C8822165-8CE5-4641-923B-12F833C77E70}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