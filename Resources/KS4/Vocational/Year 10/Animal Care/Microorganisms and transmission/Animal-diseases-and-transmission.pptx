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93007A-8007-44CF-87DD-A23875F9AADE}">
  <a:tblStyle styleId="{B393007A-8007-44CF-87DD-A23875F9AA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{B393007A-8007-44CF-87DD-A23875F9AADE}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{B393007A-8007-44CF-87DD-A23875F9AADE}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{B393007A-8007-44CF-87DD-A23875F9AADE}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{B393007A-8007-44CF-87DD-A23875F9AADE}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{B393007A-8007-44CF-87DD-A23875F9AADE}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