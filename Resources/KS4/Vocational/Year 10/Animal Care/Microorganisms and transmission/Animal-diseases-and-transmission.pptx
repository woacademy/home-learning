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4068779-D992-4176-B0B6-13ED9407B747}">
  <a:tblStyle styleId="{44068779-D992-4176-B0B6-13ED9407B74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{44068779-D992-4176-B0B6-13ED9407B747}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{44068779-D992-4176-B0B6-13ED9407B747}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{44068779-D992-4176-B0B6-13ED9407B747}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{44068779-D992-4176-B0B6-13ED9407B747}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{44068779-D992-4176-B0B6-13ED9407B747}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