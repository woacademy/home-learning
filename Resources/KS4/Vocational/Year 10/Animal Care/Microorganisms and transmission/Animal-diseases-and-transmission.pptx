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3A39AC-BE64-40D0-996A-B6916AE55EB1}">
  <a:tblStyle styleId="{D13A39AC-BE64-40D0-996A-B6916AE55EB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{D13A39AC-BE64-40D0-996A-B6916AE55EB1}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{D13A39AC-BE64-40D0-996A-B6916AE55EB1}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{D13A39AC-BE64-40D0-996A-B6916AE55EB1}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{D13A39AC-BE64-40D0-996A-B6916AE55EB1}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{D13A39AC-BE64-40D0-996A-B6916AE55EB1}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