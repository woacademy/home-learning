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C40514-1E28-472C-AF99-607A6C1B0E5C}">
  <a:tblStyle styleId="{D2C40514-1E28-472C-AF99-607A6C1B0E5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{D2C40514-1E28-472C-AF99-607A6C1B0E5C}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{D2C40514-1E28-472C-AF99-607A6C1B0E5C}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{D2C40514-1E28-472C-AF99-607A6C1B0E5C}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{D2C40514-1E28-472C-AF99-607A6C1B0E5C}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{D2C40514-1E28-472C-AF99-607A6C1B0E5C}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