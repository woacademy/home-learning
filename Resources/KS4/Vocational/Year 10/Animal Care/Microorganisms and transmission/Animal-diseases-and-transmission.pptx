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AB47D4-AF94-414C-8EB1-86C39711BD71}">
  <a:tblStyle styleId="{34AB47D4-AF94-414C-8EB1-86C39711BD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{34AB47D4-AF94-414C-8EB1-86C39711BD71}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{34AB47D4-AF94-414C-8EB1-86C39711BD71}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{34AB47D4-AF94-414C-8EB1-86C39711BD71}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{34AB47D4-AF94-414C-8EB1-86C39711BD71}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{34AB47D4-AF94-414C-8EB1-86C39711BD71}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