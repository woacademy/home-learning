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23D16C-86C9-4508-A627-4CA17B450C22}">
  <a:tblStyle styleId="{BE23D16C-86C9-4508-A627-4CA17B450C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{BE23D16C-86C9-4508-A627-4CA17B450C22}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{BE23D16C-86C9-4508-A627-4CA17B450C22}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{BE23D16C-86C9-4508-A627-4CA17B450C22}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{BE23D16C-86C9-4508-A627-4CA17B450C22}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{BE23D16C-86C9-4508-A627-4CA17B450C22}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