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A68FC8-CF33-47F8-8481-C43FC4F30F6B}">
  <a:tblStyle styleId="{13A68FC8-CF33-47F8-8481-C43FC4F30F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{13A68FC8-CF33-47F8-8481-C43FC4F30F6B}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{13A68FC8-CF33-47F8-8481-C43FC4F30F6B}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{13A68FC8-CF33-47F8-8481-C43FC4F30F6B}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{13A68FC8-CF33-47F8-8481-C43FC4F30F6B}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{13A68FC8-CF33-47F8-8481-C43FC4F30F6B}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