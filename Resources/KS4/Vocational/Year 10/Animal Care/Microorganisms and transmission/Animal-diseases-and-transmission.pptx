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D0836A-645B-4EE3-B454-E18AFBF8FFF4}">
  <a:tblStyle styleId="{E3D0836A-645B-4EE3-B454-E18AFBF8FFF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{E3D0836A-645B-4EE3-B454-E18AFBF8FFF4}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{E3D0836A-645B-4EE3-B454-E18AFBF8FFF4}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{E3D0836A-645B-4EE3-B454-E18AFBF8FFF4}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{E3D0836A-645B-4EE3-B454-E18AFBF8FFF4}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{E3D0836A-645B-4EE3-B454-E18AFBF8FFF4}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