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9FE0B8-06B8-48B1-B529-B246B03E6502}">
  <a:tblStyle styleId="{9A9FE0B8-06B8-48B1-B529-B246B03E650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{9A9FE0B8-06B8-48B1-B529-B246B03E6502}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{9A9FE0B8-06B8-48B1-B529-B246B03E6502}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{9A9FE0B8-06B8-48B1-B529-B246B03E6502}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{9A9FE0B8-06B8-48B1-B529-B246B03E6502}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{9A9FE0B8-06B8-48B1-B529-B246B03E6502}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