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F980615-A3C8-4B1E-87E1-91752B753A43}">
  <a:tblStyle styleId="{1F980615-A3C8-4B1E-87E1-91752B753A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{1F980615-A3C8-4B1E-87E1-91752B753A43}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{1F980615-A3C8-4B1E-87E1-91752B753A43}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{1F980615-A3C8-4B1E-87E1-91752B753A43}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{1F980615-A3C8-4B1E-87E1-91752B753A43}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{1F980615-A3C8-4B1E-87E1-91752B753A43}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