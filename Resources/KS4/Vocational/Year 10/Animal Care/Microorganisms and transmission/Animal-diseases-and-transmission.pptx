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BB503B-0926-42E9-9190-BBB3009A858A}">
  <a:tblStyle styleId="{55BB503B-0926-42E9-9190-BBB3009A85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{55BB503B-0926-42E9-9190-BBB3009A858A}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{55BB503B-0926-42E9-9190-BBB3009A858A}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{55BB503B-0926-42E9-9190-BBB3009A858A}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{55BB503B-0926-42E9-9190-BBB3009A858A}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{55BB503B-0926-42E9-9190-BBB3009A858A}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