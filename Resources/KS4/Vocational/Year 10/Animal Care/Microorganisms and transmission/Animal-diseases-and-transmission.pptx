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E493AD-B68D-4807-B199-919D391D0662}">
  <a:tblStyle styleId="{D9E493AD-B68D-4807-B199-919D391D066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{D9E493AD-B68D-4807-B199-919D391D0662}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{D9E493AD-B68D-4807-B199-919D391D0662}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{D9E493AD-B68D-4807-B199-919D391D0662}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{D9E493AD-B68D-4807-B199-919D391D0662}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{D9E493AD-B68D-4807-B199-919D391D0662}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