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2E851F-8A35-473D-85F4-E2F3A976C8E8}">
  <a:tblStyle styleId="{1B2E851F-8A35-473D-85F4-E2F3A976C8E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{1B2E851F-8A35-473D-85F4-E2F3A976C8E8}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{1B2E851F-8A35-473D-85F4-E2F3A976C8E8}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{1B2E851F-8A35-473D-85F4-E2F3A976C8E8}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{1B2E851F-8A35-473D-85F4-E2F3A976C8E8}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{1B2E851F-8A35-473D-85F4-E2F3A976C8E8}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