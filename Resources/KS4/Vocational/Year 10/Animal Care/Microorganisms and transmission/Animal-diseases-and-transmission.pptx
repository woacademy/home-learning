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3AA599-36EC-4F75-A943-C2BA02396DE7}">
  <a:tblStyle styleId="{C63AA599-36EC-4F75-A943-C2BA02396D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{C63AA599-36EC-4F75-A943-C2BA02396DE7}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{C63AA599-36EC-4F75-A943-C2BA02396DE7}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{C63AA599-36EC-4F75-A943-C2BA02396DE7}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{C63AA599-36EC-4F75-A943-C2BA02396DE7}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{C63AA599-36EC-4F75-A943-C2BA02396DE7}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