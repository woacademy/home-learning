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4C0CED-C1CA-44F9-B898-CFB97D4D451F}">
  <a:tblStyle styleId="{FF4C0CED-C1CA-44F9-B898-CFB97D4D45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{FF4C0CED-C1CA-44F9-B898-CFB97D4D451F}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{FF4C0CED-C1CA-44F9-B898-CFB97D4D451F}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{FF4C0CED-C1CA-44F9-B898-CFB97D4D451F}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{FF4C0CED-C1CA-44F9-B898-CFB97D4D451F}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{FF4C0CED-C1CA-44F9-B898-CFB97D4D451F}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