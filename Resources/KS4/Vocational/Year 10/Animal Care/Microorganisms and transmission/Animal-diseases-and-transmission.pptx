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D5C3B8-11DE-4767-B8BE-F0DFE238AC67}">
  <a:tblStyle styleId="{B9D5C3B8-11DE-4767-B8BE-F0DFE238AC6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{B9D5C3B8-11DE-4767-B8BE-F0DFE238AC67}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{B9D5C3B8-11DE-4767-B8BE-F0DFE238AC67}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{B9D5C3B8-11DE-4767-B8BE-F0DFE238AC67}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{B9D5C3B8-11DE-4767-B8BE-F0DFE238AC67}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{B9D5C3B8-11DE-4767-B8BE-F0DFE238AC67}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