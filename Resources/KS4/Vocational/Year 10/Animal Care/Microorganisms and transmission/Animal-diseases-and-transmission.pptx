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A6E748-816B-4454-A09D-39A63EC9F4C6}">
  <a:tblStyle styleId="{CEA6E748-816B-4454-A09D-39A63EC9F4C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{CEA6E748-816B-4454-A09D-39A63EC9F4C6}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{CEA6E748-816B-4454-A09D-39A63EC9F4C6}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{CEA6E748-816B-4454-A09D-39A63EC9F4C6}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{CEA6E748-816B-4454-A09D-39A63EC9F4C6}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{CEA6E748-816B-4454-A09D-39A63EC9F4C6}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