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8A0537-8837-44F9-981F-6E5EAC08DFA6}">
  <a:tblStyle styleId="{A08A0537-8837-44F9-981F-6E5EAC08DF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{A08A0537-8837-44F9-981F-6E5EAC08DFA6}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{A08A0537-8837-44F9-981F-6E5EAC08DFA6}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{A08A0537-8837-44F9-981F-6E5EAC08DFA6}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{A08A0537-8837-44F9-981F-6E5EAC08DFA6}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{A08A0537-8837-44F9-981F-6E5EAC08DFA6}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