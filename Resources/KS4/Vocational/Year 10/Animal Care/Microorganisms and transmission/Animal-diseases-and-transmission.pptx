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3C53B6-A77F-4640-AFC9-AC5F08D3440B}">
  <a:tblStyle styleId="{173C53B6-A77F-4640-AFC9-AC5F08D344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{173C53B6-A77F-4640-AFC9-AC5F08D3440B}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{173C53B6-A77F-4640-AFC9-AC5F08D3440B}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{173C53B6-A77F-4640-AFC9-AC5F08D3440B}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{173C53B6-A77F-4640-AFC9-AC5F08D3440B}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{173C53B6-A77F-4640-AFC9-AC5F08D3440B}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