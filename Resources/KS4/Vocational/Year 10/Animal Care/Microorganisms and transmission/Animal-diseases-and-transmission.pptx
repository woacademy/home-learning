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96FBE2-CE09-4989-BA9B-A976905861DC}">
  <a:tblStyle styleId="{3C96FBE2-CE09-4989-BA9B-A976905861D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{3C96FBE2-CE09-4989-BA9B-A976905861DC}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{3C96FBE2-CE09-4989-BA9B-A976905861DC}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{3C96FBE2-CE09-4989-BA9B-A976905861DC}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{3C96FBE2-CE09-4989-BA9B-A976905861DC}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{3C96FBE2-CE09-4989-BA9B-A976905861DC}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