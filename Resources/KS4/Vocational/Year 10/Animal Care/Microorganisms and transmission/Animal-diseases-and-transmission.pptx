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5EFF0B-EF33-4D91-917F-379B44120908}">
  <a:tblStyle styleId="{6B5EFF0B-EF33-4D91-917F-379B4412090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{6B5EFF0B-EF33-4D91-917F-379B44120908}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{6B5EFF0B-EF33-4D91-917F-379B44120908}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{6B5EFF0B-EF33-4D91-917F-379B44120908}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{6B5EFF0B-EF33-4D91-917F-379B44120908}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{6B5EFF0B-EF33-4D91-917F-379B44120908}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