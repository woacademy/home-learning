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F87A36-82AD-4B8A-AE56-529953EAC1FB}">
  <a:tblStyle styleId="{C8F87A36-82AD-4B8A-AE56-529953EAC1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{C8F87A36-82AD-4B8A-AE56-529953EAC1FB}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{C8F87A36-82AD-4B8A-AE56-529953EAC1FB}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{C8F87A36-82AD-4B8A-AE56-529953EAC1FB}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{C8F87A36-82AD-4B8A-AE56-529953EAC1FB}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{C8F87A36-82AD-4B8A-AE56-529953EAC1FB}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