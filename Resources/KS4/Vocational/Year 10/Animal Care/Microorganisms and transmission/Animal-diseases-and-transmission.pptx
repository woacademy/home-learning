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ABE058-C42A-4B64-B62B-95D01B81CF98}">
  <a:tblStyle styleId="{89ABE058-C42A-4B64-B62B-95D01B81CF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{89ABE058-C42A-4B64-B62B-95D01B81CF98}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{89ABE058-C42A-4B64-B62B-95D01B81CF98}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{89ABE058-C42A-4B64-B62B-95D01B81CF98}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{89ABE058-C42A-4B64-B62B-95D01B81CF98}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{89ABE058-C42A-4B64-B62B-95D01B81CF98}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