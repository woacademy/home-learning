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EC22BC-3884-4F97-94CE-39F94A9DDD5E}">
  <a:tblStyle styleId="{9EEC22BC-3884-4F97-94CE-39F94A9DDD5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{9EEC22BC-3884-4F97-94CE-39F94A9DDD5E}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{9EEC22BC-3884-4F97-94CE-39F94A9DDD5E}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{9EEC22BC-3884-4F97-94CE-39F94A9DDD5E}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{9EEC22BC-3884-4F97-94CE-39F94A9DDD5E}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{9EEC22BC-3884-4F97-94CE-39F94A9DDD5E}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