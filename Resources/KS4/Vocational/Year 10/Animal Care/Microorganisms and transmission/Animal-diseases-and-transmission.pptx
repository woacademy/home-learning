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820886-EF22-447D-B7E3-F49B125A14EE}">
  <a:tblStyle styleId="{F2820886-EF22-447D-B7E3-F49B125A14E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{F2820886-EF22-447D-B7E3-F49B125A14EE}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{F2820886-EF22-447D-B7E3-F49B125A14EE}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{F2820886-EF22-447D-B7E3-F49B125A14EE}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{F2820886-EF22-447D-B7E3-F49B125A14EE}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{F2820886-EF22-447D-B7E3-F49B125A14EE}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