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477A35-E303-442C-A3F4-E9035A664265}">
  <a:tblStyle styleId="{AB477A35-E303-442C-A3F4-E9035A6642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{AB477A35-E303-442C-A3F4-E9035A664265}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{AB477A35-E303-442C-A3F4-E9035A664265}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{AB477A35-E303-442C-A3F4-E9035A664265}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{AB477A35-E303-442C-A3F4-E9035A664265}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{AB477A35-E303-442C-A3F4-E9035A664265}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