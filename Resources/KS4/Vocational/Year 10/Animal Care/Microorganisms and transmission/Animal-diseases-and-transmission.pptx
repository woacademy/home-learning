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388609-8353-43DE-8F53-A8405CE4F795}">
  <a:tblStyle styleId="{FB388609-8353-43DE-8F53-A8405CE4F79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{FB388609-8353-43DE-8F53-A8405CE4F795}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{FB388609-8353-43DE-8F53-A8405CE4F795}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{FB388609-8353-43DE-8F53-A8405CE4F795}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{FB388609-8353-43DE-8F53-A8405CE4F795}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{FB388609-8353-43DE-8F53-A8405CE4F795}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