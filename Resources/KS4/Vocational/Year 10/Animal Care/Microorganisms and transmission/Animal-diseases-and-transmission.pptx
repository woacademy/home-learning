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93401-127E-4252-BD35-CF9D8C3829ED}">
  <a:tblStyle styleId="{F6293401-127E-4252-BD35-CF9D8C3829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{F6293401-127E-4252-BD35-CF9D8C3829ED}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{F6293401-127E-4252-BD35-CF9D8C3829ED}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{F6293401-127E-4252-BD35-CF9D8C3829ED}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{F6293401-127E-4252-BD35-CF9D8C3829ED}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{F6293401-127E-4252-BD35-CF9D8C3829ED}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