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8F54F78-DBB3-4D74-A0EB-9C80DCC622B8}">
  <a:tblStyle styleId="{88F54F78-DBB3-4D74-A0EB-9C80DCC622B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{88F54F78-DBB3-4D74-A0EB-9C80DCC622B8}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{88F54F78-DBB3-4D74-A0EB-9C80DCC622B8}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{88F54F78-DBB3-4D74-A0EB-9C80DCC622B8}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{88F54F78-DBB3-4D74-A0EB-9C80DCC622B8}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{88F54F78-DBB3-4D74-A0EB-9C80DCC622B8}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