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8B708B-6BFE-497D-ABD4-5F6AAFD24C4E}">
  <a:tblStyle styleId="{CA8B708B-6BFE-497D-ABD4-5F6AAFD24C4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{CA8B708B-6BFE-497D-ABD4-5F6AAFD24C4E}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{CA8B708B-6BFE-497D-ABD4-5F6AAFD24C4E}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{CA8B708B-6BFE-497D-ABD4-5F6AAFD24C4E}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{CA8B708B-6BFE-497D-ABD4-5F6AAFD24C4E}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{CA8B708B-6BFE-497D-ABD4-5F6AAFD24C4E}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