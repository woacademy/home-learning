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1D0D00-C2AB-4091-B525-0A705930E007}">
  <a:tblStyle styleId="{FC1D0D00-C2AB-4091-B525-0A705930E00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{FC1D0D00-C2AB-4091-B525-0A705930E007}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{FC1D0D00-C2AB-4091-B525-0A705930E007}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{FC1D0D00-C2AB-4091-B525-0A705930E007}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{FC1D0D00-C2AB-4091-B525-0A705930E007}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{FC1D0D00-C2AB-4091-B525-0A705930E007}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