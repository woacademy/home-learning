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555C41-EC74-48D9-BC47-540162C7BA5D}">
  <a:tblStyle styleId="{0C555C41-EC74-48D9-BC47-540162C7BA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{0C555C41-EC74-48D9-BC47-540162C7BA5D}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{0C555C41-EC74-48D9-BC47-540162C7BA5D}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{0C555C41-EC74-48D9-BC47-540162C7BA5D}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{0C555C41-EC74-48D9-BC47-540162C7BA5D}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{0C555C41-EC74-48D9-BC47-540162C7BA5D}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