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FAA379-8073-44F2-880A-A6A6EDF64E40}">
  <a:tblStyle styleId="{A7FAA379-8073-44F2-880A-A6A6EDF64E4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{A7FAA379-8073-44F2-880A-A6A6EDF64E40}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{A7FAA379-8073-44F2-880A-A6A6EDF64E40}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{A7FAA379-8073-44F2-880A-A6A6EDF64E40}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{A7FAA379-8073-44F2-880A-A6A6EDF64E40}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{A7FAA379-8073-44F2-880A-A6A6EDF64E40}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