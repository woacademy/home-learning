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95D24-AE07-4769-BB26-17D276FB1ADC}">
  <a:tblStyle styleId="{B6C95D24-AE07-4769-BB26-17D276FB1A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{B6C95D24-AE07-4769-BB26-17D276FB1ADC}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{B6C95D24-AE07-4769-BB26-17D276FB1ADC}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{B6C95D24-AE07-4769-BB26-17D276FB1ADC}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{B6C95D24-AE07-4769-BB26-17D276FB1ADC}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{B6C95D24-AE07-4769-BB26-17D276FB1ADC}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