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CCA918-E991-4932-A06E-2F96E96245DE}">
  <a:tblStyle styleId="{93CCA918-E991-4932-A06E-2F96E96245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{93CCA918-E991-4932-A06E-2F96E96245DE}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{93CCA918-E991-4932-A06E-2F96E96245DE}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{93CCA918-E991-4932-A06E-2F96E96245DE}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{93CCA918-E991-4932-A06E-2F96E96245DE}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{93CCA918-E991-4932-A06E-2F96E96245DE}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