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F5B06-D8B3-42E2-8337-DF23DA658C93}">
  <a:tblStyle styleId="{FB1F5B06-D8B3-42E2-8337-DF23DA658C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{FB1F5B06-D8B3-42E2-8337-DF23DA658C93}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{FB1F5B06-D8B3-42E2-8337-DF23DA658C93}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{FB1F5B06-D8B3-42E2-8337-DF23DA658C93}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{FB1F5B06-D8B3-42E2-8337-DF23DA658C93}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{FB1F5B06-D8B3-42E2-8337-DF23DA658C93}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