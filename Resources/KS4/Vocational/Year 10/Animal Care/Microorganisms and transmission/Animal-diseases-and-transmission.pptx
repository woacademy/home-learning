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91E63-CA46-40F0-9452-7F6E6EA3BEF7}">
  <a:tblStyle styleId="{B5291E63-CA46-40F0-9452-7F6E6EA3BE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{B5291E63-CA46-40F0-9452-7F6E6EA3BEF7}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{B5291E63-CA46-40F0-9452-7F6E6EA3BEF7}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{B5291E63-CA46-40F0-9452-7F6E6EA3BEF7}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{B5291E63-CA46-40F0-9452-7F6E6EA3BEF7}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{B5291E63-CA46-40F0-9452-7F6E6EA3BEF7}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