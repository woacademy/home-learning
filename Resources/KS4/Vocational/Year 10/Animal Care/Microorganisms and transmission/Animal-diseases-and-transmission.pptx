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BD4EEA-6EBD-4E8B-96B8-2F2293CC8C5C}">
  <a:tblStyle styleId="{83BD4EEA-6EBD-4E8B-96B8-2F2293CC8C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{83BD4EEA-6EBD-4E8B-96B8-2F2293CC8C5C}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{83BD4EEA-6EBD-4E8B-96B8-2F2293CC8C5C}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{83BD4EEA-6EBD-4E8B-96B8-2F2293CC8C5C}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{83BD4EEA-6EBD-4E8B-96B8-2F2293CC8C5C}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{83BD4EEA-6EBD-4E8B-96B8-2F2293CC8C5C}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