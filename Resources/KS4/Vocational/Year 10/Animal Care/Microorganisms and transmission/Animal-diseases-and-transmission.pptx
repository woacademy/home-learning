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6324CD-59BE-4A16-998D-92FB47E8E5B4}">
  <a:tblStyle styleId="{286324CD-59BE-4A16-998D-92FB47E8E5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{286324CD-59BE-4A16-998D-92FB47E8E5B4}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{286324CD-59BE-4A16-998D-92FB47E8E5B4}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{286324CD-59BE-4A16-998D-92FB47E8E5B4}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{286324CD-59BE-4A16-998D-92FB47E8E5B4}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{286324CD-59BE-4A16-998D-92FB47E8E5B4}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