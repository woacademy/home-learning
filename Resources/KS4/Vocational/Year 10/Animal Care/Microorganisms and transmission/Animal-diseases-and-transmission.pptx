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0C2709-D86B-4B8C-A3A4-BBD8478DC822}">
  <a:tblStyle styleId="{020C2709-D86B-4B8C-A3A4-BBD8478DC8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{020C2709-D86B-4B8C-A3A4-BBD8478DC822}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{020C2709-D86B-4B8C-A3A4-BBD8478DC822}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{020C2709-D86B-4B8C-A3A4-BBD8478DC822}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{020C2709-D86B-4B8C-A3A4-BBD8478DC822}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{020C2709-D86B-4B8C-A3A4-BBD8478DC822}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