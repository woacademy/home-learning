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338387-752E-4B7E-8933-12C58DE686F7}">
  <a:tblStyle styleId="{C1338387-752E-4B7E-8933-12C58DE686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{C1338387-752E-4B7E-8933-12C58DE686F7}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{C1338387-752E-4B7E-8933-12C58DE686F7}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{C1338387-752E-4B7E-8933-12C58DE686F7}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{C1338387-752E-4B7E-8933-12C58DE686F7}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{C1338387-752E-4B7E-8933-12C58DE686F7}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