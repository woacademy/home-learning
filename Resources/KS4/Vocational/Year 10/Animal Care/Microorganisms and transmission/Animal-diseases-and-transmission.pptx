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5C9EAC-6647-4D0D-BE8C-767645667B2A}">
  <a:tblStyle styleId="{E35C9EAC-6647-4D0D-BE8C-767645667B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{E35C9EAC-6647-4D0D-BE8C-767645667B2A}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{E35C9EAC-6647-4D0D-BE8C-767645667B2A}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{E35C9EAC-6647-4D0D-BE8C-767645667B2A}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{E35C9EAC-6647-4D0D-BE8C-767645667B2A}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{E35C9EAC-6647-4D0D-BE8C-767645667B2A}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