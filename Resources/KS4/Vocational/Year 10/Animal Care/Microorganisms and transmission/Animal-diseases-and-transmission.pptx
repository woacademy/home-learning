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7AACE9-0294-4F4C-BA90-C9142323621D}">
  <a:tblStyle styleId="{3C7AACE9-0294-4F4C-BA90-C9142323621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{3C7AACE9-0294-4F4C-BA90-C9142323621D}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{3C7AACE9-0294-4F4C-BA90-C9142323621D}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{3C7AACE9-0294-4F4C-BA90-C9142323621D}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{3C7AACE9-0294-4F4C-BA90-C9142323621D}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{3C7AACE9-0294-4F4C-BA90-C9142323621D}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