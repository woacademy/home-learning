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F8C36-2924-4122-A03A-5BD41D0935CE}">
  <a:tblStyle styleId="{FD3F8C36-2924-4122-A03A-5BD41D0935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{FD3F8C36-2924-4122-A03A-5BD41D0935CE}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{FD3F8C36-2924-4122-A03A-5BD41D0935CE}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{FD3F8C36-2924-4122-A03A-5BD41D0935CE}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{FD3F8C36-2924-4122-A03A-5BD41D0935CE}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{FD3F8C36-2924-4122-A03A-5BD41D0935CE}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