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30FF4E-736E-45F5-8059-CD48316856A0}">
  <a:tblStyle styleId="{1330FF4E-736E-45F5-8059-CD48316856A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{1330FF4E-736E-45F5-8059-CD48316856A0}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{1330FF4E-736E-45F5-8059-CD48316856A0}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{1330FF4E-736E-45F5-8059-CD48316856A0}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{1330FF4E-736E-45F5-8059-CD48316856A0}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{1330FF4E-736E-45F5-8059-CD48316856A0}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