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68543-AF32-4686-9C9B-4A4484269FA7}">
  <a:tblStyle styleId="{56E68543-AF32-4686-9C9B-4A4484269FA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{56E68543-AF32-4686-9C9B-4A4484269FA7}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{56E68543-AF32-4686-9C9B-4A4484269FA7}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{56E68543-AF32-4686-9C9B-4A4484269FA7}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{56E68543-AF32-4686-9C9B-4A4484269FA7}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{56E68543-AF32-4686-9C9B-4A4484269FA7}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