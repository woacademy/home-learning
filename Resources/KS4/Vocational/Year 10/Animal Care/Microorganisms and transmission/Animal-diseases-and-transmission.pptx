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530508-8137-45D3-8919-7BA21EBF787A}">
  <a:tblStyle styleId="{B1530508-8137-45D3-8919-7BA21EBF78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{B1530508-8137-45D3-8919-7BA21EBF787A}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{B1530508-8137-45D3-8919-7BA21EBF787A}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{B1530508-8137-45D3-8919-7BA21EBF787A}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{B1530508-8137-45D3-8919-7BA21EBF787A}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{B1530508-8137-45D3-8919-7BA21EBF787A}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