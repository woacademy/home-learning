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5E8069-92C2-4993-8AEA-DA0B80AF4F64}">
  <a:tblStyle styleId="{305E8069-92C2-4993-8AEA-DA0B80AF4F6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{305E8069-92C2-4993-8AEA-DA0B80AF4F64}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{305E8069-92C2-4993-8AEA-DA0B80AF4F64}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{305E8069-92C2-4993-8AEA-DA0B80AF4F64}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{305E8069-92C2-4993-8AEA-DA0B80AF4F64}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{305E8069-92C2-4993-8AEA-DA0B80AF4F64}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