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DFF524-9CB0-4BEF-AA76-8511377AD1B8}">
  <a:tblStyle styleId="{44DFF524-9CB0-4BEF-AA76-8511377AD1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{44DFF524-9CB0-4BEF-AA76-8511377AD1B8}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{44DFF524-9CB0-4BEF-AA76-8511377AD1B8}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{44DFF524-9CB0-4BEF-AA76-8511377AD1B8}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{44DFF524-9CB0-4BEF-AA76-8511377AD1B8}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{44DFF524-9CB0-4BEF-AA76-8511377AD1B8}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