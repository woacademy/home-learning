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7E7AA4-4153-46C4-BBCF-BD9F628221BA}">
  <a:tblStyle styleId="{DA7E7AA4-4153-46C4-BBCF-BD9F628221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{DA7E7AA4-4153-46C4-BBCF-BD9F628221BA}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{DA7E7AA4-4153-46C4-BBCF-BD9F628221BA}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{DA7E7AA4-4153-46C4-BBCF-BD9F628221BA}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{DA7E7AA4-4153-46C4-BBCF-BD9F628221BA}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{DA7E7AA4-4153-46C4-BBCF-BD9F628221BA}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