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56AA2E-5A23-42AB-88EB-737E19653781}">
  <a:tblStyle styleId="{2656AA2E-5A23-42AB-88EB-737E196537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{2656AA2E-5A23-42AB-88EB-737E19653781}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{2656AA2E-5A23-42AB-88EB-737E19653781}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{2656AA2E-5A23-42AB-88EB-737E19653781}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{2656AA2E-5A23-42AB-88EB-737E19653781}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{2656AA2E-5A23-42AB-88EB-737E19653781}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