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ED0533-78CF-479B-944A-657959050FAB}">
  <a:tblStyle styleId="{5DED0533-78CF-479B-944A-657959050F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{5DED0533-78CF-479B-944A-657959050FAB}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{5DED0533-78CF-479B-944A-657959050FAB}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{5DED0533-78CF-479B-944A-657959050FAB}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{5DED0533-78CF-479B-944A-657959050FAB}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{5DED0533-78CF-479B-944A-657959050FAB}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