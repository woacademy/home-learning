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42260E-0315-4921-A309-38580B63A4DE}">
  <a:tblStyle styleId="{8B42260E-0315-4921-A309-38580B63A4D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{8B42260E-0315-4921-A309-38580B63A4DE}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{8B42260E-0315-4921-A309-38580B63A4DE}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{8B42260E-0315-4921-A309-38580B63A4DE}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{8B42260E-0315-4921-A309-38580B63A4DE}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{8B42260E-0315-4921-A309-38580B63A4DE}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