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92E5D6-51F0-41A3-8096-6D8E157C5489}">
  <a:tblStyle styleId="{E192E5D6-51F0-41A3-8096-6D8E157C548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{E192E5D6-51F0-41A3-8096-6D8E157C5489}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{E192E5D6-51F0-41A3-8096-6D8E157C5489}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{E192E5D6-51F0-41A3-8096-6D8E157C5489}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{E192E5D6-51F0-41A3-8096-6D8E157C5489}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{E192E5D6-51F0-41A3-8096-6D8E157C5489}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