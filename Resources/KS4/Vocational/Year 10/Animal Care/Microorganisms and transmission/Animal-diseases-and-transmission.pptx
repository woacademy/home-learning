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3DF076-933F-4B36-9339-C11360E24BA8}">
  <a:tblStyle styleId="{233DF076-933F-4B36-9339-C11360E24B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{233DF076-933F-4B36-9339-C11360E24BA8}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{233DF076-933F-4B36-9339-C11360E24BA8}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{233DF076-933F-4B36-9339-C11360E24BA8}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{233DF076-933F-4B36-9339-C11360E24BA8}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{233DF076-933F-4B36-9339-C11360E24BA8}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