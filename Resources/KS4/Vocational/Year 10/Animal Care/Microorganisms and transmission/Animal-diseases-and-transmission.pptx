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6E03C8-7A1F-49CA-AD47-91F54745FCB4}">
  <a:tblStyle styleId="{A86E03C8-7A1F-49CA-AD47-91F54745FC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{A86E03C8-7A1F-49CA-AD47-91F54745FCB4}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{A86E03C8-7A1F-49CA-AD47-91F54745FCB4}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{A86E03C8-7A1F-49CA-AD47-91F54745FCB4}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{A86E03C8-7A1F-49CA-AD47-91F54745FCB4}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{A86E03C8-7A1F-49CA-AD47-91F54745FCB4}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