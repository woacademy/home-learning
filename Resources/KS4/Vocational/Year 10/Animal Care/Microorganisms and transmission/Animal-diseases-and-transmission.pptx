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442316-1E83-409D-9064-39A6929C857B}">
  <a:tblStyle styleId="{2C442316-1E83-409D-9064-39A6929C85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{2C442316-1E83-409D-9064-39A6929C857B}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{2C442316-1E83-409D-9064-39A6929C857B}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{2C442316-1E83-409D-9064-39A6929C857B}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{2C442316-1E83-409D-9064-39A6929C857B}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{2C442316-1E83-409D-9064-39A6929C857B}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