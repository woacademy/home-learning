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A7E95-1EEE-41A4-908E-7C2796844563}">
  <a:tblStyle styleId="{9C7A7E95-1EEE-41A4-908E-7C279684456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{9C7A7E95-1EEE-41A4-908E-7C2796844563}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{9C7A7E95-1EEE-41A4-908E-7C2796844563}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{9C7A7E95-1EEE-41A4-908E-7C2796844563}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{9C7A7E95-1EEE-41A4-908E-7C2796844563}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{9C7A7E95-1EEE-41A4-908E-7C2796844563}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