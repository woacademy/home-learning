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DE99C-36C7-4428-B0D9-ADD1DFD182B0}">
  <a:tblStyle styleId="{E9ADE99C-36C7-4428-B0D9-ADD1DFD182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{E9ADE99C-36C7-4428-B0D9-ADD1DFD182B0}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{E9ADE99C-36C7-4428-B0D9-ADD1DFD182B0}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{E9ADE99C-36C7-4428-B0D9-ADD1DFD182B0}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{E9ADE99C-36C7-4428-B0D9-ADD1DFD182B0}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{E9ADE99C-36C7-4428-B0D9-ADD1DFD182B0}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