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AA49A0-B38E-4957-9CA6-8456D733871D}">
  <a:tblStyle styleId="{5BAA49A0-B38E-4957-9CA6-8456D73387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{5BAA49A0-B38E-4957-9CA6-8456D733871D}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{5BAA49A0-B38E-4957-9CA6-8456D733871D}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{5BAA49A0-B38E-4957-9CA6-8456D733871D}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{5BAA49A0-B38E-4957-9CA6-8456D733871D}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{5BAA49A0-B38E-4957-9CA6-8456D733871D}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