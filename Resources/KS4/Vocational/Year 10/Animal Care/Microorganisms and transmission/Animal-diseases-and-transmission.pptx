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00EDE6-227F-4179-B5E4-D9F76417EC02}">
  <a:tblStyle styleId="{5700EDE6-227F-4179-B5E4-D9F76417EC0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{5700EDE6-227F-4179-B5E4-D9F76417EC02}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{5700EDE6-227F-4179-B5E4-D9F76417EC02}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{5700EDE6-227F-4179-B5E4-D9F76417EC02}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{5700EDE6-227F-4179-B5E4-D9F76417EC02}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{5700EDE6-227F-4179-B5E4-D9F76417EC02}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