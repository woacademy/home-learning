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B725DB-D711-4B30-A78B-868BDF5DD648}">
  <a:tblStyle styleId="{C1B725DB-D711-4B30-A78B-868BDF5DD6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{C1B725DB-D711-4B30-A78B-868BDF5DD648}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{C1B725DB-D711-4B30-A78B-868BDF5DD648}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{C1B725DB-D711-4B30-A78B-868BDF5DD648}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{C1B725DB-D711-4B30-A78B-868BDF5DD648}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{C1B725DB-D711-4B30-A78B-868BDF5DD648}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