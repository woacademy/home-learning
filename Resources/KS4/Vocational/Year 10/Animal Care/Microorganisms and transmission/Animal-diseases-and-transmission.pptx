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C1524-AC47-492F-A2D3-5A852F1BCEE7}">
  <a:tblStyle styleId="{A40C1524-AC47-492F-A2D3-5A852F1BCE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{A40C1524-AC47-492F-A2D3-5A852F1BCEE7}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{A40C1524-AC47-492F-A2D3-5A852F1BCEE7}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{A40C1524-AC47-492F-A2D3-5A852F1BCEE7}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{A40C1524-AC47-492F-A2D3-5A852F1BCEE7}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{A40C1524-AC47-492F-A2D3-5A852F1BCEE7}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