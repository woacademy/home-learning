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F1706F-1AB0-4FC4-BD15-237607D93284}">
  <a:tblStyle styleId="{30F1706F-1AB0-4FC4-BD15-237607D932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{30F1706F-1AB0-4FC4-BD15-237607D93284}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{30F1706F-1AB0-4FC4-BD15-237607D93284}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{30F1706F-1AB0-4FC4-BD15-237607D93284}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{30F1706F-1AB0-4FC4-BD15-237607D93284}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{30F1706F-1AB0-4FC4-BD15-237607D93284}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