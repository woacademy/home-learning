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0E860E-5BE8-40A4-859B-3C58C7B92E59}">
  <a:tblStyle styleId="{0A0E860E-5BE8-40A4-859B-3C58C7B92E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{0A0E860E-5BE8-40A4-859B-3C58C7B92E59}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{0A0E860E-5BE8-40A4-859B-3C58C7B92E59}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{0A0E860E-5BE8-40A4-859B-3C58C7B92E59}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{0A0E860E-5BE8-40A4-859B-3C58C7B92E59}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{0A0E860E-5BE8-40A4-859B-3C58C7B92E59}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