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1D2BE8-2B2E-44DB-ACED-B31E7C21A324}">
  <a:tblStyle styleId="{721D2BE8-2B2E-44DB-ACED-B31E7C21A3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{721D2BE8-2B2E-44DB-ACED-B31E7C21A324}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{721D2BE8-2B2E-44DB-ACED-B31E7C21A324}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{721D2BE8-2B2E-44DB-ACED-B31E7C21A324}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{721D2BE8-2B2E-44DB-ACED-B31E7C21A324}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{721D2BE8-2B2E-44DB-ACED-B31E7C21A324}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