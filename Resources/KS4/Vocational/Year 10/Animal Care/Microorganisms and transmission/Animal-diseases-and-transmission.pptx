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EEBF7-6919-44AF-873C-E8F69B3FA02C}">
  <a:tblStyle styleId="{27CEEBF7-6919-44AF-873C-E8F69B3FA0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{27CEEBF7-6919-44AF-873C-E8F69B3FA02C}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{27CEEBF7-6919-44AF-873C-E8F69B3FA02C}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{27CEEBF7-6919-44AF-873C-E8F69B3FA02C}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{27CEEBF7-6919-44AF-873C-E8F69B3FA02C}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{27CEEBF7-6919-44AF-873C-E8F69B3FA02C}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