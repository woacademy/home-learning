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8304F2-EF6D-4E93-9187-3707836850EA}">
  <a:tblStyle styleId="{588304F2-EF6D-4E93-9187-3707836850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{588304F2-EF6D-4E93-9187-3707836850EA}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{588304F2-EF6D-4E93-9187-3707836850EA}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{588304F2-EF6D-4E93-9187-3707836850EA}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{588304F2-EF6D-4E93-9187-3707836850EA}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{588304F2-EF6D-4E93-9187-3707836850EA}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