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01E220-9945-4BEC-A55A-B21BDD89FCC1}">
  <a:tblStyle styleId="{4D01E220-9945-4BEC-A55A-B21BDD89FC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{4D01E220-9945-4BEC-A55A-B21BDD89FCC1}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{4D01E220-9945-4BEC-A55A-B21BDD89FCC1}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{4D01E220-9945-4BEC-A55A-B21BDD89FCC1}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{4D01E220-9945-4BEC-A55A-B21BDD89FCC1}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{4D01E220-9945-4BEC-A55A-B21BDD89FCC1}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