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C6C2A-837F-47FE-AA8E-392CAFB78EDE}">
  <a:tblStyle styleId="{4F8C6C2A-837F-47FE-AA8E-392CAFB78E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{4F8C6C2A-837F-47FE-AA8E-392CAFB78EDE}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{4F8C6C2A-837F-47FE-AA8E-392CAFB78EDE}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{4F8C6C2A-837F-47FE-AA8E-392CAFB78EDE}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{4F8C6C2A-837F-47FE-AA8E-392CAFB78EDE}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{4F8C6C2A-837F-47FE-AA8E-392CAFB78EDE}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