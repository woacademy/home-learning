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853202-D0DF-4BF6-88CC-0C827F4E822B}">
  <a:tblStyle styleId="{FC853202-D0DF-4BF6-88CC-0C827F4E82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{FC853202-D0DF-4BF6-88CC-0C827F4E822B}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{FC853202-D0DF-4BF6-88CC-0C827F4E822B}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{FC853202-D0DF-4BF6-88CC-0C827F4E822B}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{FC853202-D0DF-4BF6-88CC-0C827F4E822B}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{FC853202-D0DF-4BF6-88CC-0C827F4E822B}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