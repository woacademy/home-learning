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35EB3E-5AD0-458A-A544-ACB9B8295217}">
  <a:tblStyle styleId="{2735EB3E-5AD0-458A-A544-ACB9B829521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{2735EB3E-5AD0-458A-A544-ACB9B8295217}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{2735EB3E-5AD0-458A-A544-ACB9B8295217}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{2735EB3E-5AD0-458A-A544-ACB9B8295217}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{2735EB3E-5AD0-458A-A544-ACB9B8295217}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{2735EB3E-5AD0-458A-A544-ACB9B8295217}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