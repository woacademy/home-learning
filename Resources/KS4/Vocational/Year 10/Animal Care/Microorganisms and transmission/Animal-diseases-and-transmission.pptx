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438B28-8F58-49FF-B86A-690E6BD652DB}">
  <a:tblStyle styleId="{A5438B28-8F58-49FF-B86A-690E6BD652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{A5438B28-8F58-49FF-B86A-690E6BD652DB}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{A5438B28-8F58-49FF-B86A-690E6BD652DB}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{A5438B28-8F58-49FF-B86A-690E6BD652DB}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{A5438B28-8F58-49FF-B86A-690E6BD652DB}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{A5438B28-8F58-49FF-B86A-690E6BD652DB}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