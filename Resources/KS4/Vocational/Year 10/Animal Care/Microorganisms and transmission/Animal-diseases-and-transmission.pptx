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21AB92-6518-4934-80B0-6EAE12A7B9B5}">
  <a:tblStyle styleId="{2621AB92-6518-4934-80B0-6EAE12A7B9B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{2621AB92-6518-4934-80B0-6EAE12A7B9B5}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{2621AB92-6518-4934-80B0-6EAE12A7B9B5}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{2621AB92-6518-4934-80B0-6EAE12A7B9B5}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{2621AB92-6518-4934-80B0-6EAE12A7B9B5}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{2621AB92-6518-4934-80B0-6EAE12A7B9B5}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