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6DBAE8-4277-4F1D-8C8A-C2709DE7F9E6}">
  <a:tblStyle styleId="{E16DBAE8-4277-4F1D-8C8A-C2709DE7F9E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{E16DBAE8-4277-4F1D-8C8A-C2709DE7F9E6}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{E16DBAE8-4277-4F1D-8C8A-C2709DE7F9E6}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{E16DBAE8-4277-4F1D-8C8A-C2709DE7F9E6}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{E16DBAE8-4277-4F1D-8C8A-C2709DE7F9E6}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{E16DBAE8-4277-4F1D-8C8A-C2709DE7F9E6}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