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2B01B0-D7D4-4739-B2FD-BB38E4E0B45E}">
  <a:tblStyle styleId="{E72B01B0-D7D4-4739-B2FD-BB38E4E0B4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{E72B01B0-D7D4-4739-B2FD-BB38E4E0B45E}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{E72B01B0-D7D4-4739-B2FD-BB38E4E0B45E}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{E72B01B0-D7D4-4739-B2FD-BB38E4E0B45E}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{E72B01B0-D7D4-4739-B2FD-BB38E4E0B45E}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{E72B01B0-D7D4-4739-B2FD-BB38E4E0B45E}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