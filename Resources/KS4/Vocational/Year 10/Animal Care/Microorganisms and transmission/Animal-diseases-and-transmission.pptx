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9C7299-7D47-41E3-AD5A-C979D64C29D4}">
  <a:tblStyle styleId="{E69C7299-7D47-41E3-AD5A-C979D64C29D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{E69C7299-7D47-41E3-AD5A-C979D64C29D4}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{E69C7299-7D47-41E3-AD5A-C979D64C29D4}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{E69C7299-7D47-41E3-AD5A-C979D64C29D4}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{E69C7299-7D47-41E3-AD5A-C979D64C29D4}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{E69C7299-7D47-41E3-AD5A-C979D64C29D4}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