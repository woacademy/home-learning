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27F504-04A3-4B40-8BD1-E6E2C275EE04}">
  <a:tblStyle styleId="{C327F504-04A3-4B40-8BD1-E6E2C275EE0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{C327F504-04A3-4B40-8BD1-E6E2C275EE04}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{C327F504-04A3-4B40-8BD1-E6E2C275EE04}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{C327F504-04A3-4B40-8BD1-E6E2C275EE04}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{C327F504-04A3-4B40-8BD1-E6E2C275EE04}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{C327F504-04A3-4B40-8BD1-E6E2C275EE04}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