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199BB0-1BBC-4EF3-9F7C-0E5C1161F646}">
  <a:tblStyle styleId="{2F199BB0-1BBC-4EF3-9F7C-0E5C1161F6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{2F199BB0-1BBC-4EF3-9F7C-0E5C1161F646}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{2F199BB0-1BBC-4EF3-9F7C-0E5C1161F646}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{2F199BB0-1BBC-4EF3-9F7C-0E5C1161F646}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{2F199BB0-1BBC-4EF3-9F7C-0E5C1161F646}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{2F199BB0-1BBC-4EF3-9F7C-0E5C1161F646}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