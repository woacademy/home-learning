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2FFA13-997B-4017-9999-C94592C0A95E}">
  <a:tblStyle styleId="{B52FFA13-997B-4017-9999-C94592C0A95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{B52FFA13-997B-4017-9999-C94592C0A95E}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{B52FFA13-997B-4017-9999-C94592C0A95E}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{B52FFA13-997B-4017-9999-C94592C0A95E}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{B52FFA13-997B-4017-9999-C94592C0A95E}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{B52FFA13-997B-4017-9999-C94592C0A95E}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