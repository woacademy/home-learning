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36BC7A-2EBC-41F0-AD99-A7755337D233}">
  <a:tblStyle styleId="{6736BC7A-2EBC-41F0-AD99-A7755337D23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{6736BC7A-2EBC-41F0-AD99-A7755337D233}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{6736BC7A-2EBC-41F0-AD99-A7755337D233}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{6736BC7A-2EBC-41F0-AD99-A7755337D233}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{6736BC7A-2EBC-41F0-AD99-A7755337D233}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{6736BC7A-2EBC-41F0-AD99-A7755337D233}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