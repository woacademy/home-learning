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92362D-EDD2-4047-88C8-D36D9563AD83}">
  <a:tblStyle styleId="{6992362D-EDD2-4047-88C8-D36D9563AD8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{6992362D-EDD2-4047-88C8-D36D9563AD83}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{6992362D-EDD2-4047-88C8-D36D9563AD83}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{6992362D-EDD2-4047-88C8-D36D9563AD83}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{6992362D-EDD2-4047-88C8-D36D9563AD83}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{6992362D-EDD2-4047-88C8-D36D9563AD83}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