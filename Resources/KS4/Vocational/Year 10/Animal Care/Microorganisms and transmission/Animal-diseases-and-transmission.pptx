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69964B-F3A1-490C-A2F0-8213866A5628}">
  <a:tblStyle styleId="{B069964B-F3A1-490C-A2F0-8213866A56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{B069964B-F3A1-490C-A2F0-8213866A5628}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{B069964B-F3A1-490C-A2F0-8213866A5628}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{B069964B-F3A1-490C-A2F0-8213866A5628}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{B069964B-F3A1-490C-A2F0-8213866A5628}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{B069964B-F3A1-490C-A2F0-8213866A5628}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