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7F973F-6B4E-4394-8394-D67B271F0128}">
  <a:tblStyle styleId="{297F973F-6B4E-4394-8394-D67B271F012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{297F973F-6B4E-4394-8394-D67B271F0128}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{297F973F-6B4E-4394-8394-D67B271F0128}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{297F973F-6B4E-4394-8394-D67B271F0128}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{297F973F-6B4E-4394-8394-D67B271F0128}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{297F973F-6B4E-4394-8394-D67B271F0128}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