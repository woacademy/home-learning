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5AD175-8C52-46F3-8BB2-8B3C3F23AEF2}">
  <a:tblStyle styleId="{855AD175-8C52-46F3-8BB2-8B3C3F23AEF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{855AD175-8C52-46F3-8BB2-8B3C3F23AEF2}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{855AD175-8C52-46F3-8BB2-8B3C3F23AEF2}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{855AD175-8C52-46F3-8BB2-8B3C3F23AEF2}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{855AD175-8C52-46F3-8BB2-8B3C3F23AEF2}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{855AD175-8C52-46F3-8BB2-8B3C3F23AEF2}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