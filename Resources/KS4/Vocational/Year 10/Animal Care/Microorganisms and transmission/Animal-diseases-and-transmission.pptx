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929CD2-8E52-4884-AE14-B4F8B0C318CB}">
  <a:tblStyle styleId="{1B929CD2-8E52-4884-AE14-B4F8B0C318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{1B929CD2-8E52-4884-AE14-B4F8B0C318CB}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{1B929CD2-8E52-4884-AE14-B4F8B0C318CB}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{1B929CD2-8E52-4884-AE14-B4F8B0C318CB}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{1B929CD2-8E52-4884-AE14-B4F8B0C318CB}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{1B929CD2-8E52-4884-AE14-B4F8B0C318CB}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