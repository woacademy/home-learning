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4BB7A9-1998-4FED-B053-F069E47F0074}">
  <a:tblStyle styleId="{2D4BB7A9-1998-4FED-B053-F069E47F007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{2D4BB7A9-1998-4FED-B053-F069E47F0074}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{2D4BB7A9-1998-4FED-B053-F069E47F0074}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{2D4BB7A9-1998-4FED-B053-F069E47F0074}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{2D4BB7A9-1998-4FED-B053-F069E47F0074}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{2D4BB7A9-1998-4FED-B053-F069E47F0074}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