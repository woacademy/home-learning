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0F6BA0-0BF9-4334-A136-3CECA3B1A814}">
  <a:tblStyle styleId="{050F6BA0-0BF9-4334-A136-3CECA3B1A8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{050F6BA0-0BF9-4334-A136-3CECA3B1A814}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{050F6BA0-0BF9-4334-A136-3CECA3B1A814}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{050F6BA0-0BF9-4334-A136-3CECA3B1A814}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{050F6BA0-0BF9-4334-A136-3CECA3B1A814}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{050F6BA0-0BF9-4334-A136-3CECA3B1A814}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