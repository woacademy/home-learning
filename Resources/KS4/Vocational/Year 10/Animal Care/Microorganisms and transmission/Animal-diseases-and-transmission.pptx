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AFD8DD1-D1EF-44AC-8AE0-B32208A4C8E0}">
  <a:tblStyle styleId="{DAFD8DD1-D1EF-44AC-8AE0-B32208A4C8E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{DAFD8DD1-D1EF-44AC-8AE0-B32208A4C8E0}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{DAFD8DD1-D1EF-44AC-8AE0-B32208A4C8E0}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{DAFD8DD1-D1EF-44AC-8AE0-B32208A4C8E0}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{DAFD8DD1-D1EF-44AC-8AE0-B32208A4C8E0}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{DAFD8DD1-D1EF-44AC-8AE0-B32208A4C8E0}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