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B2B2B0-16DA-4FE0-BBA1-8DB9EDBB0772}">
  <a:tblStyle styleId="{00B2B2B0-16DA-4FE0-BBA1-8DB9EDBB077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{00B2B2B0-16DA-4FE0-BBA1-8DB9EDBB0772}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{00B2B2B0-16DA-4FE0-BBA1-8DB9EDBB0772}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{00B2B2B0-16DA-4FE0-BBA1-8DB9EDBB0772}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{00B2B2B0-16DA-4FE0-BBA1-8DB9EDBB0772}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{00B2B2B0-16DA-4FE0-BBA1-8DB9EDBB0772}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