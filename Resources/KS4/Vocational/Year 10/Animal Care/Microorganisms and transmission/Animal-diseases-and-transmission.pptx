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A1B33-6C8F-490E-A56B-F748146D76B2}">
  <a:tblStyle styleId="{926A1B33-6C8F-490E-A56B-F748146D76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{926A1B33-6C8F-490E-A56B-F748146D76B2}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{926A1B33-6C8F-490E-A56B-F748146D76B2}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{926A1B33-6C8F-490E-A56B-F748146D76B2}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{926A1B33-6C8F-490E-A56B-F748146D76B2}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{926A1B33-6C8F-490E-A56B-F748146D76B2}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