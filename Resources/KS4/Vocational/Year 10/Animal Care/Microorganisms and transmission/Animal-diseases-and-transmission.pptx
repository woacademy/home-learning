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7C4AC-C38D-4DEC-8862-5588B218F942}">
  <a:tblStyle styleId="{B237C4AC-C38D-4DEC-8862-5588B218F9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{B237C4AC-C38D-4DEC-8862-5588B218F942}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{B237C4AC-C38D-4DEC-8862-5588B218F942}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{B237C4AC-C38D-4DEC-8862-5588B218F942}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{B237C4AC-C38D-4DEC-8862-5588B218F942}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{B237C4AC-C38D-4DEC-8862-5588B218F942}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