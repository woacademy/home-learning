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92BFCC-4D2E-4B33-87D9-D8C598FA56EC}">
  <a:tblStyle styleId="{A092BFCC-4D2E-4B33-87D9-D8C598FA56E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{A092BFCC-4D2E-4B33-87D9-D8C598FA56EC}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{A092BFCC-4D2E-4B33-87D9-D8C598FA56EC}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{A092BFCC-4D2E-4B33-87D9-D8C598FA56EC}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{A092BFCC-4D2E-4B33-87D9-D8C598FA56EC}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{A092BFCC-4D2E-4B33-87D9-D8C598FA56EC}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