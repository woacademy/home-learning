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53B66B-406F-4BE3-A22A-89250067BC51}">
  <a:tblStyle styleId="{4F53B66B-406F-4BE3-A22A-89250067BC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{4F53B66B-406F-4BE3-A22A-89250067BC51}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{4F53B66B-406F-4BE3-A22A-89250067BC51}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{4F53B66B-406F-4BE3-A22A-89250067BC51}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{4F53B66B-406F-4BE3-A22A-89250067BC51}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{4F53B66B-406F-4BE3-A22A-89250067BC51}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