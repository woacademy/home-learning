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3E9E33-E954-42CC-8609-E6BB6D5FEAA3}">
  <a:tblStyle styleId="{183E9E33-E954-42CC-8609-E6BB6D5FEAA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{183E9E33-E954-42CC-8609-E6BB6D5FEAA3}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{183E9E33-E954-42CC-8609-E6BB6D5FEAA3}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{183E9E33-E954-42CC-8609-E6BB6D5FEAA3}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{183E9E33-E954-42CC-8609-E6BB6D5FEAA3}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{183E9E33-E954-42CC-8609-E6BB6D5FEAA3}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