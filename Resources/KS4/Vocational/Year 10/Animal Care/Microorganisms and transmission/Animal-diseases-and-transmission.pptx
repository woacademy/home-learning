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54EEC3-5B42-42E3-B640-AD6B3177C829}">
  <a:tblStyle styleId="{EE54EEC3-5B42-42E3-B640-AD6B3177C8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{EE54EEC3-5B42-42E3-B640-AD6B3177C829}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{EE54EEC3-5B42-42E3-B640-AD6B3177C829}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{EE54EEC3-5B42-42E3-B640-AD6B3177C829}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{EE54EEC3-5B42-42E3-B640-AD6B3177C829}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{EE54EEC3-5B42-42E3-B640-AD6B3177C829}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