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EECCE1-F125-49F1-98CC-DAFA85E0B240}">
  <a:tblStyle styleId="{FBEECCE1-F125-49F1-98CC-DAFA85E0B2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{FBEECCE1-F125-49F1-98CC-DAFA85E0B240}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{FBEECCE1-F125-49F1-98CC-DAFA85E0B240}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{FBEECCE1-F125-49F1-98CC-DAFA85E0B240}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{FBEECCE1-F125-49F1-98CC-DAFA85E0B240}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{FBEECCE1-F125-49F1-98CC-DAFA85E0B240}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