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353426-D95D-46A5-B3DC-FE20F0ED660C}">
  <a:tblStyle styleId="{DF353426-D95D-46A5-B3DC-FE20F0ED660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{DF353426-D95D-46A5-B3DC-FE20F0ED660C}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{DF353426-D95D-46A5-B3DC-FE20F0ED660C}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{DF353426-D95D-46A5-B3DC-FE20F0ED660C}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{DF353426-D95D-46A5-B3DC-FE20F0ED660C}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{DF353426-D95D-46A5-B3DC-FE20F0ED660C}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