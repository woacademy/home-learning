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B863AF-0B4C-4B0A-9C0B-C82800713DAB}">
  <a:tblStyle styleId="{2BB863AF-0B4C-4B0A-9C0B-C82800713DAB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{2BB863AF-0B4C-4B0A-9C0B-C82800713DAB}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{2BB863AF-0B4C-4B0A-9C0B-C82800713DAB}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{2BB863AF-0B4C-4B0A-9C0B-C82800713DAB}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{2BB863AF-0B4C-4B0A-9C0B-C82800713DAB}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{2BB863AF-0B4C-4B0A-9C0B-C82800713DAB}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