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42703E-CDD4-4D53-9140-D4F0B4E404FC}">
  <a:tblStyle styleId="{F842703E-CDD4-4D53-9140-D4F0B4E404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{F842703E-CDD4-4D53-9140-D4F0B4E404FC}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{F842703E-CDD4-4D53-9140-D4F0B4E404FC}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{F842703E-CDD4-4D53-9140-D4F0B4E404FC}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{F842703E-CDD4-4D53-9140-D4F0B4E404FC}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{F842703E-CDD4-4D53-9140-D4F0B4E404FC}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