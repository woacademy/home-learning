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C0E3B7-E197-4686-B5DC-C0FDE87C1614}">
  <a:tblStyle styleId="{6FC0E3B7-E197-4686-B5DC-C0FDE87C161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{6FC0E3B7-E197-4686-B5DC-C0FDE87C1614}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{6FC0E3B7-E197-4686-B5DC-C0FDE87C1614}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{6FC0E3B7-E197-4686-B5DC-C0FDE87C1614}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{6FC0E3B7-E197-4686-B5DC-C0FDE87C1614}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{6FC0E3B7-E197-4686-B5DC-C0FDE87C1614}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