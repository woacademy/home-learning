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24033A-6764-4F9D-8344-2A5695ECACAF}">
  <a:tblStyle styleId="{9324033A-6764-4F9D-8344-2A5695ECAC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{9324033A-6764-4F9D-8344-2A5695ECACAF}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{9324033A-6764-4F9D-8344-2A5695ECACAF}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{9324033A-6764-4F9D-8344-2A5695ECACAF}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{9324033A-6764-4F9D-8344-2A5695ECACAF}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{9324033A-6764-4F9D-8344-2A5695ECACAF}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