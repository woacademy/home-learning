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BE4B6C9-0EA3-4739-AED9-59F1DBEE4D32}">
  <a:tblStyle styleId="{7BE4B6C9-0EA3-4739-AED9-59F1DBEE4D32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{7BE4B6C9-0EA3-4739-AED9-59F1DBEE4D32}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{7BE4B6C9-0EA3-4739-AED9-59F1DBEE4D32}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{7BE4B6C9-0EA3-4739-AED9-59F1DBEE4D32}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{7BE4B6C9-0EA3-4739-AED9-59F1DBEE4D32}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{7BE4B6C9-0EA3-4739-AED9-59F1DBEE4D32}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