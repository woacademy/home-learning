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48C4A4-82E0-4262-BE1D-E1BF744F8471}">
  <a:tblStyle styleId="{3E48C4A4-82E0-4262-BE1D-E1BF744F847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{3E48C4A4-82E0-4262-BE1D-E1BF744F8471}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{3E48C4A4-82E0-4262-BE1D-E1BF744F8471}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{3E48C4A4-82E0-4262-BE1D-E1BF744F8471}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{3E48C4A4-82E0-4262-BE1D-E1BF744F8471}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{3E48C4A4-82E0-4262-BE1D-E1BF744F8471}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