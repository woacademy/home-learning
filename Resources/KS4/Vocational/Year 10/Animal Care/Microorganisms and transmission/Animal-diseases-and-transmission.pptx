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301AB8-123B-4F2D-A768-4C8207848EAA}">
  <a:tblStyle styleId="{28301AB8-123B-4F2D-A768-4C8207848E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{28301AB8-123B-4F2D-A768-4C8207848EAA}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{28301AB8-123B-4F2D-A768-4C8207848EAA}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{28301AB8-123B-4F2D-A768-4C8207848EAA}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{28301AB8-123B-4F2D-A768-4C8207848EAA}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{28301AB8-123B-4F2D-A768-4C8207848EAA}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