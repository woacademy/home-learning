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7B89B1-3A3C-4DEC-B515-E79F7210E3EC}">
  <a:tblStyle styleId="{557B89B1-3A3C-4DEC-B515-E79F7210E3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{557B89B1-3A3C-4DEC-B515-E79F7210E3EC}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{557B89B1-3A3C-4DEC-B515-E79F7210E3EC}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{557B89B1-3A3C-4DEC-B515-E79F7210E3EC}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{557B89B1-3A3C-4DEC-B515-E79F7210E3EC}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{557B89B1-3A3C-4DEC-B515-E79F7210E3EC}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