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84976E-150B-416C-913E-0FC9AB5CF330}">
  <a:tblStyle styleId="{9084976E-150B-416C-913E-0FC9AB5CF33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{9084976E-150B-416C-913E-0FC9AB5CF330}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{9084976E-150B-416C-913E-0FC9AB5CF330}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{9084976E-150B-416C-913E-0FC9AB5CF330}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{9084976E-150B-416C-913E-0FC9AB5CF330}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{9084976E-150B-416C-913E-0FC9AB5CF330}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