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A20B08-3668-4A05-A917-1CC1208F4EAE}">
  <a:tblStyle styleId="{80A20B08-3668-4A05-A917-1CC1208F4EA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{80A20B08-3668-4A05-A917-1CC1208F4EAE}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{80A20B08-3668-4A05-A917-1CC1208F4EAE}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{80A20B08-3668-4A05-A917-1CC1208F4EAE}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{80A20B08-3668-4A05-A917-1CC1208F4EAE}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{80A20B08-3668-4A05-A917-1CC1208F4EAE}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