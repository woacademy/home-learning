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B0BF00-4F31-4759-9EDB-A5F895317DE5}">
  <a:tblStyle styleId="{80B0BF00-4F31-4759-9EDB-A5F895317D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{80B0BF00-4F31-4759-9EDB-A5F895317DE5}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{80B0BF00-4F31-4759-9EDB-A5F895317DE5}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{80B0BF00-4F31-4759-9EDB-A5F895317DE5}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{80B0BF00-4F31-4759-9EDB-A5F895317DE5}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{80B0BF00-4F31-4759-9EDB-A5F895317DE5}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