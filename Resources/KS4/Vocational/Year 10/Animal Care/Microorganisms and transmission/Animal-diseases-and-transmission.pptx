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A8711C-071F-4C22-BD52-C0D7DDE39164}">
  <a:tblStyle styleId="{49A8711C-071F-4C22-BD52-C0D7DDE391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{49A8711C-071F-4C22-BD52-C0D7DDE39164}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{49A8711C-071F-4C22-BD52-C0D7DDE39164}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{49A8711C-071F-4C22-BD52-C0D7DDE39164}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{49A8711C-071F-4C22-BD52-C0D7DDE39164}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{49A8711C-071F-4C22-BD52-C0D7DDE39164}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