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40C4BE-855A-4A9B-8EED-F5761A2CF638}">
  <a:tblStyle styleId="{5240C4BE-855A-4A9B-8EED-F5761A2CF6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{5240C4BE-855A-4A9B-8EED-F5761A2CF638}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{5240C4BE-855A-4A9B-8EED-F5761A2CF638}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{5240C4BE-855A-4A9B-8EED-F5761A2CF638}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{5240C4BE-855A-4A9B-8EED-F5761A2CF638}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{5240C4BE-855A-4A9B-8EED-F5761A2CF638}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