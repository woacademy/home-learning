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DAECD8-327F-48BC-A92D-9B126A0E53BA}">
  <a:tblStyle styleId="{39DAECD8-327F-48BC-A92D-9B126A0E53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{39DAECD8-327F-48BC-A92D-9B126A0E53BA}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{39DAECD8-327F-48BC-A92D-9B126A0E53BA}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{39DAECD8-327F-48BC-A92D-9B126A0E53BA}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{39DAECD8-327F-48BC-A92D-9B126A0E53BA}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{39DAECD8-327F-48BC-A92D-9B126A0E53BA}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