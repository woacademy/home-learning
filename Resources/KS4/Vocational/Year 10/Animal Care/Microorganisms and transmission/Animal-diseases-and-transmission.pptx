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467FF6-76A7-4E22-85B0-ADDE7B00BCC4}">
  <a:tblStyle styleId="{11467FF6-76A7-4E22-85B0-ADDE7B00BC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{11467FF6-76A7-4E22-85B0-ADDE7B00BCC4}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{11467FF6-76A7-4E22-85B0-ADDE7B00BCC4}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{11467FF6-76A7-4E22-85B0-ADDE7B00BCC4}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{11467FF6-76A7-4E22-85B0-ADDE7B00BCC4}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{11467FF6-76A7-4E22-85B0-ADDE7B00BCC4}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