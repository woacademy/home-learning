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2E2159-F7AC-439C-839D-D07F4D1E9736}">
  <a:tblStyle styleId="{2B2E2159-F7AC-439C-839D-D07F4D1E973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{2B2E2159-F7AC-439C-839D-D07F4D1E9736}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{2B2E2159-F7AC-439C-839D-D07F4D1E9736}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{2B2E2159-F7AC-439C-839D-D07F4D1E9736}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{2B2E2159-F7AC-439C-839D-D07F4D1E9736}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{2B2E2159-F7AC-439C-839D-D07F4D1E9736}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