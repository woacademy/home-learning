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A19D82-419F-48B0-AEBF-AD6566A612F9}">
  <a:tblStyle styleId="{BDA19D82-419F-48B0-AEBF-AD6566A612F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{BDA19D82-419F-48B0-AEBF-AD6566A612F9}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{BDA19D82-419F-48B0-AEBF-AD6566A612F9}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{BDA19D82-419F-48B0-AEBF-AD6566A612F9}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{BDA19D82-419F-48B0-AEBF-AD6566A612F9}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{BDA19D82-419F-48B0-AEBF-AD6566A612F9}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