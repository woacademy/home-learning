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0CD7FB-1E76-4CA1-868C-BE05DA2ABEAC}">
  <a:tblStyle styleId="{A50CD7FB-1E76-4CA1-868C-BE05DA2ABEA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{A50CD7FB-1E76-4CA1-868C-BE05DA2ABEAC}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{A50CD7FB-1E76-4CA1-868C-BE05DA2ABEAC}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{A50CD7FB-1E76-4CA1-868C-BE05DA2ABEAC}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{A50CD7FB-1E76-4CA1-868C-BE05DA2ABEAC}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{A50CD7FB-1E76-4CA1-868C-BE05DA2ABEAC}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