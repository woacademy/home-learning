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0F5EE1-9C07-4E94-94BA-0338B59970E9}">
  <a:tblStyle styleId="{F30F5EE1-9C07-4E94-94BA-0338B59970E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{F30F5EE1-9C07-4E94-94BA-0338B59970E9}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{F30F5EE1-9C07-4E94-94BA-0338B59970E9}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{F30F5EE1-9C07-4E94-94BA-0338B59970E9}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{F30F5EE1-9C07-4E94-94BA-0338B59970E9}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{F30F5EE1-9C07-4E94-94BA-0338B59970E9}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