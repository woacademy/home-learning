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174DC30-A72E-4839-9A80-DB5E7AC0E446}">
  <a:tblStyle styleId="{B174DC30-A72E-4839-9A80-DB5E7AC0E44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{B174DC30-A72E-4839-9A80-DB5E7AC0E446}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{B174DC30-A72E-4839-9A80-DB5E7AC0E446}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{B174DC30-A72E-4839-9A80-DB5E7AC0E446}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{B174DC30-A72E-4839-9A80-DB5E7AC0E446}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{B174DC30-A72E-4839-9A80-DB5E7AC0E446}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