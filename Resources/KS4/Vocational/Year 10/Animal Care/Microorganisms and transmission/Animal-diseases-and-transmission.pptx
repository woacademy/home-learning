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DBBA66-FF3B-4726-A9A0-203FD20773F5}">
  <a:tblStyle styleId="{E9DBBA66-FF3B-4726-A9A0-203FD20773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{E9DBBA66-FF3B-4726-A9A0-203FD20773F5}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{E9DBBA66-FF3B-4726-A9A0-203FD20773F5}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{E9DBBA66-FF3B-4726-A9A0-203FD20773F5}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{E9DBBA66-FF3B-4726-A9A0-203FD20773F5}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{E9DBBA66-FF3B-4726-A9A0-203FD20773F5}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