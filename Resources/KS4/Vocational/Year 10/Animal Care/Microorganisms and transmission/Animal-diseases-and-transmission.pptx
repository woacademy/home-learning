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B29B423E-DDC2-42D9-AB79-3B5D777CE10B}">
  <a:tblStyle styleId="{B29B423E-DDC2-42D9-AB79-3B5D777CE10B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5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3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{B29B423E-DDC2-42D9-AB79-3B5D777CE10B}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{B29B423E-DDC2-42D9-AB79-3B5D777CE10B}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{B29B423E-DDC2-42D9-AB79-3B5D777CE10B}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{B29B423E-DDC2-42D9-AB79-3B5D777CE10B}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{B29B423E-DDC2-42D9-AB79-3B5D777CE10B}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