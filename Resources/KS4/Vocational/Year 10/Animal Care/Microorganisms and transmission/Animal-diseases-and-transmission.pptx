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6B48B3-2D4D-4A04-B709-28CC8E3CB4D4}">
  <a:tblStyle styleId="{386B48B3-2D4D-4A04-B709-28CC8E3CB4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{386B48B3-2D4D-4A04-B709-28CC8E3CB4D4}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{386B48B3-2D4D-4A04-B709-28CC8E3CB4D4}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{386B48B3-2D4D-4A04-B709-28CC8E3CB4D4}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{386B48B3-2D4D-4A04-B709-28CC8E3CB4D4}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{386B48B3-2D4D-4A04-B709-28CC8E3CB4D4}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