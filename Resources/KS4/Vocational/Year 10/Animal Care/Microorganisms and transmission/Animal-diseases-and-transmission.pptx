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6BA85E-E271-4B71-91E7-E49A63121E5D}">
  <a:tblStyle styleId="{606BA85E-E271-4B71-91E7-E49A63121E5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{606BA85E-E271-4B71-91E7-E49A63121E5D}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{606BA85E-E271-4B71-91E7-E49A63121E5D}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{606BA85E-E271-4B71-91E7-E49A63121E5D}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{606BA85E-E271-4B71-91E7-E49A63121E5D}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{606BA85E-E271-4B71-91E7-E49A63121E5D}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