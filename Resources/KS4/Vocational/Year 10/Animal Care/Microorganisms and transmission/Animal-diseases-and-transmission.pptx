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FF73D14-826A-4CD7-AA44-C84A018EAAB5}">
  <a:tblStyle styleId="{7FF73D14-826A-4CD7-AA44-C84A018EAAB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{7FF73D14-826A-4CD7-AA44-C84A018EAAB5}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{7FF73D14-826A-4CD7-AA44-C84A018EAAB5}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{7FF73D14-826A-4CD7-AA44-C84A018EAAB5}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{7FF73D14-826A-4CD7-AA44-C84A018EAAB5}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{7FF73D14-826A-4CD7-AA44-C84A018EAAB5}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