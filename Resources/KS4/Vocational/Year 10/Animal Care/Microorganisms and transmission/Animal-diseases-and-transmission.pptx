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0995E5-F9DF-4F29-B2FF-70D746705E7F}">
  <a:tblStyle styleId="{4B0995E5-F9DF-4F29-B2FF-70D746705E7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{4B0995E5-F9DF-4F29-B2FF-70D746705E7F}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{4B0995E5-F9DF-4F29-B2FF-70D746705E7F}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{4B0995E5-F9DF-4F29-B2FF-70D746705E7F}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{4B0995E5-F9DF-4F29-B2FF-70D746705E7F}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{4B0995E5-F9DF-4F29-B2FF-70D746705E7F}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