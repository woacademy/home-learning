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A2E7B-C9F6-4CEC-80C6-4208EE49D539}">
  <a:tblStyle styleId="{A6AA2E7B-C9F6-4CEC-80C6-4208EE49D5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{A6AA2E7B-C9F6-4CEC-80C6-4208EE49D539}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{A6AA2E7B-C9F6-4CEC-80C6-4208EE49D539}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{A6AA2E7B-C9F6-4CEC-80C6-4208EE49D539}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{A6AA2E7B-C9F6-4CEC-80C6-4208EE49D539}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{A6AA2E7B-C9F6-4CEC-80C6-4208EE49D539}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