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71F660-9C03-4661-9172-46225F9DA424}">
  <a:tblStyle styleId="{A371F660-9C03-4661-9172-46225F9DA42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{A371F660-9C03-4661-9172-46225F9DA424}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{A371F660-9C03-4661-9172-46225F9DA424}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{A371F660-9C03-4661-9172-46225F9DA424}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{A371F660-9C03-4661-9172-46225F9DA424}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{A371F660-9C03-4661-9172-46225F9DA424}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