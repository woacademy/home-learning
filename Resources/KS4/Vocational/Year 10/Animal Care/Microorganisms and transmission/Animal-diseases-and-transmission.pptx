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E8BCE-A822-44CB-A33B-29CC4B2BEBFD}">
  <a:tblStyle styleId="{2E4E8BCE-A822-44CB-A33B-29CC4B2BEB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{2E4E8BCE-A822-44CB-A33B-29CC4B2BEBFD}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{2E4E8BCE-A822-44CB-A33B-29CC4B2BEBFD}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{2E4E8BCE-A822-44CB-A33B-29CC4B2BEBFD}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{2E4E8BCE-A822-44CB-A33B-29CC4B2BEBFD}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{2E4E8BCE-A822-44CB-A33B-29CC4B2BEBFD}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