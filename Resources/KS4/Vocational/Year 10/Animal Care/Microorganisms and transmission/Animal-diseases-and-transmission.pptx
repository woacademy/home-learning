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6C18D9-C9F9-4040-8081-2695100A064D}">
  <a:tblStyle styleId="{3A6C18D9-C9F9-4040-8081-2695100A064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{3A6C18D9-C9F9-4040-8081-2695100A064D}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{3A6C18D9-C9F9-4040-8081-2695100A064D}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{3A6C18D9-C9F9-4040-8081-2695100A064D}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{3A6C18D9-C9F9-4040-8081-2695100A064D}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{3A6C18D9-C9F9-4040-8081-2695100A064D}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