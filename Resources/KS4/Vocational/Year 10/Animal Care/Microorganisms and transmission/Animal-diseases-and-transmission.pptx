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941A63-8589-4A74-AF86-28B0A4156835}">
  <a:tblStyle styleId="{CE941A63-8589-4A74-AF86-28B0A415683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{CE941A63-8589-4A74-AF86-28B0A4156835}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{CE941A63-8589-4A74-AF86-28B0A4156835}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{CE941A63-8589-4A74-AF86-28B0A4156835}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{CE941A63-8589-4A74-AF86-28B0A4156835}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{CE941A63-8589-4A74-AF86-28B0A4156835}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