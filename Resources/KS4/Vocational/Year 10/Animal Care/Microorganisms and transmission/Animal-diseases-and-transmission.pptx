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672D02-4E15-45B6-B64A-DE1C9996B7D4}">
  <a:tblStyle styleId="{44672D02-4E15-45B6-B64A-DE1C9996B7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{44672D02-4E15-45B6-B64A-DE1C9996B7D4}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{44672D02-4E15-45B6-B64A-DE1C9996B7D4}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{44672D02-4E15-45B6-B64A-DE1C9996B7D4}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{44672D02-4E15-45B6-B64A-DE1C9996B7D4}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{44672D02-4E15-45B6-B64A-DE1C9996B7D4}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