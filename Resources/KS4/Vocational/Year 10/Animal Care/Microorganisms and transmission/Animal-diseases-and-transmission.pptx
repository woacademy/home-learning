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9F25E6-9A57-4B2C-B0EC-BC51178EBA10}">
  <a:tblStyle styleId="{529F25E6-9A57-4B2C-B0EC-BC51178EBA1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{529F25E6-9A57-4B2C-B0EC-BC51178EBA10}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{529F25E6-9A57-4B2C-B0EC-BC51178EBA10}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{529F25E6-9A57-4B2C-B0EC-BC51178EBA10}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{529F25E6-9A57-4B2C-B0EC-BC51178EBA10}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{529F25E6-9A57-4B2C-B0EC-BC51178EBA10}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