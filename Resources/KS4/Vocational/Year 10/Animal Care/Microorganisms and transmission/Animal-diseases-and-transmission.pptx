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6F8B2B-224E-4D77-BE1E-1F51C77150A8}">
  <a:tblStyle styleId="{436F8B2B-224E-4D77-BE1E-1F51C77150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{436F8B2B-224E-4D77-BE1E-1F51C77150A8}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{436F8B2B-224E-4D77-BE1E-1F51C77150A8}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{436F8B2B-224E-4D77-BE1E-1F51C77150A8}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{436F8B2B-224E-4D77-BE1E-1F51C77150A8}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{436F8B2B-224E-4D77-BE1E-1F51C77150A8}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