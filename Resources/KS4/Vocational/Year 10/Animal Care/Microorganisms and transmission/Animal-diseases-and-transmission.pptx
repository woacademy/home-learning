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66C134-DCAC-4542-8F34-49CB913E4585}">
  <a:tblStyle styleId="{BD66C134-DCAC-4542-8F34-49CB913E45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{BD66C134-DCAC-4542-8F34-49CB913E4585}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{BD66C134-DCAC-4542-8F34-49CB913E4585}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{BD66C134-DCAC-4542-8F34-49CB913E4585}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{BD66C134-DCAC-4542-8F34-49CB913E4585}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{BD66C134-DCAC-4542-8F34-49CB913E4585}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