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B64EC5A-30FF-4A06-9A1C-9D6275431AF7}">
  <a:tblStyle styleId="{FB64EC5A-30FF-4A06-9A1C-9D6275431AF7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4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{FB64EC5A-30FF-4A06-9A1C-9D6275431AF7}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{FB64EC5A-30FF-4A06-9A1C-9D6275431AF7}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{FB64EC5A-30FF-4A06-9A1C-9D6275431AF7}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{FB64EC5A-30FF-4A06-9A1C-9D6275431AF7}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{FB64EC5A-30FF-4A06-9A1C-9D6275431AF7}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