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56141D-7733-4960-AF0B-FF039F4E6478}">
  <a:tblStyle styleId="{B956141D-7733-4960-AF0B-FF039F4E64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{B956141D-7733-4960-AF0B-FF039F4E6478}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{B956141D-7733-4960-AF0B-FF039F4E6478}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{B956141D-7733-4960-AF0B-FF039F4E6478}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{B956141D-7733-4960-AF0B-FF039F4E6478}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{B956141D-7733-4960-AF0B-FF039F4E6478}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