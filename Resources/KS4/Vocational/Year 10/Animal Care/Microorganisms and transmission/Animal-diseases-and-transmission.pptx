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B6A644-465E-4E49-A242-E59139C3FA91}">
  <a:tblStyle styleId="{BEB6A644-465E-4E49-A242-E59139C3FA9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{BEB6A644-465E-4E49-A242-E59139C3FA91}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{BEB6A644-465E-4E49-A242-E59139C3FA91}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{BEB6A644-465E-4E49-A242-E59139C3FA91}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{BEB6A644-465E-4E49-A242-E59139C3FA91}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{BEB6A644-465E-4E49-A242-E59139C3FA91}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