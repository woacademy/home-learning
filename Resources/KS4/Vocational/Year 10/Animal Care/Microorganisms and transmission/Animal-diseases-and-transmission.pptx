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C9E83-C0E8-4FA9-B4AB-93F2CA1F24BA}">
  <a:tblStyle styleId="{F7FC9E83-C0E8-4FA9-B4AB-93F2CA1F24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{F7FC9E83-C0E8-4FA9-B4AB-93F2CA1F24BA}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{F7FC9E83-C0E8-4FA9-B4AB-93F2CA1F24BA}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{F7FC9E83-C0E8-4FA9-B4AB-93F2CA1F24BA}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{F7FC9E83-C0E8-4FA9-B4AB-93F2CA1F24BA}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{F7FC9E83-C0E8-4FA9-B4AB-93F2CA1F24BA}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