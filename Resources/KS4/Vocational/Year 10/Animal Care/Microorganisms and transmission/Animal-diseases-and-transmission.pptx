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0BA887-4DC2-4F9B-8618-4151A7F569FF}">
  <a:tblStyle styleId="{DB0BA887-4DC2-4F9B-8618-4151A7F569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{DB0BA887-4DC2-4F9B-8618-4151A7F569FF}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{DB0BA887-4DC2-4F9B-8618-4151A7F569FF}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{DB0BA887-4DC2-4F9B-8618-4151A7F569FF}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{DB0BA887-4DC2-4F9B-8618-4151A7F569FF}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{DB0BA887-4DC2-4F9B-8618-4151A7F569FF}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