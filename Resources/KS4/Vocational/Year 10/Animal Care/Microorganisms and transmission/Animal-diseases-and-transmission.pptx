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C97F508-E342-4CEC-9E71-8B710818A1CD}">
  <a:tblStyle styleId="{5C97F508-E342-4CEC-9E71-8B710818A1C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{5C97F508-E342-4CEC-9E71-8B710818A1CD}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{5C97F508-E342-4CEC-9E71-8B710818A1CD}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{5C97F508-E342-4CEC-9E71-8B710818A1CD}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{5C97F508-E342-4CEC-9E71-8B710818A1CD}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{5C97F508-E342-4CEC-9E71-8B710818A1CD}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