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2A9F0A-3EC8-47EA-BA0C-BCAC867BB2D4}">
  <a:tblStyle styleId="{652A9F0A-3EC8-47EA-BA0C-BCAC867BB2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{652A9F0A-3EC8-47EA-BA0C-BCAC867BB2D4}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{652A9F0A-3EC8-47EA-BA0C-BCAC867BB2D4}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{652A9F0A-3EC8-47EA-BA0C-BCAC867BB2D4}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{652A9F0A-3EC8-47EA-BA0C-BCAC867BB2D4}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{652A9F0A-3EC8-47EA-BA0C-BCAC867BB2D4}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