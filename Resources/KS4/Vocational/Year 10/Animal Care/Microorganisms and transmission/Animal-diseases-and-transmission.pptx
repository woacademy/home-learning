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932F08A-4677-4B8F-82A5-CF5148F56402}">
  <a:tblStyle styleId="{2932F08A-4677-4B8F-82A5-CF5148F56402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{2932F08A-4677-4B8F-82A5-CF5148F56402}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{2932F08A-4677-4B8F-82A5-CF5148F56402}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{2932F08A-4677-4B8F-82A5-CF5148F56402}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{2932F08A-4677-4B8F-82A5-CF5148F56402}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{2932F08A-4677-4B8F-82A5-CF5148F56402}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