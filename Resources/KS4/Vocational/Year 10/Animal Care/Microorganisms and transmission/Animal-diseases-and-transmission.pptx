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A0521B-C4B3-42E1-AA40-76974CA63497}">
  <a:tblStyle styleId="{47A0521B-C4B3-42E1-AA40-76974CA6349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{47A0521B-C4B3-42E1-AA40-76974CA63497}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{47A0521B-C4B3-42E1-AA40-76974CA63497}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{47A0521B-C4B3-42E1-AA40-76974CA63497}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{47A0521B-C4B3-42E1-AA40-76974CA63497}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{47A0521B-C4B3-42E1-AA40-76974CA63497}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