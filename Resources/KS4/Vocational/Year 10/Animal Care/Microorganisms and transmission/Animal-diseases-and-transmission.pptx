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44072F-7270-43A1-824A-32DA6DF26282}">
  <a:tblStyle styleId="{B944072F-7270-43A1-824A-32DA6DF2628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{B944072F-7270-43A1-824A-32DA6DF26282}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{B944072F-7270-43A1-824A-32DA6DF26282}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{B944072F-7270-43A1-824A-32DA6DF26282}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{B944072F-7270-43A1-824A-32DA6DF26282}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{B944072F-7270-43A1-824A-32DA6DF26282}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