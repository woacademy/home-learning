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D19AE3-4247-4178-B7A7-E8B1A2F94BD8}">
  <a:tblStyle styleId="{78D19AE3-4247-4178-B7A7-E8B1A2F94B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{78D19AE3-4247-4178-B7A7-E8B1A2F94BD8}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{78D19AE3-4247-4178-B7A7-E8B1A2F94BD8}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{78D19AE3-4247-4178-B7A7-E8B1A2F94BD8}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{78D19AE3-4247-4178-B7A7-E8B1A2F94BD8}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{78D19AE3-4247-4178-B7A7-E8B1A2F94BD8}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