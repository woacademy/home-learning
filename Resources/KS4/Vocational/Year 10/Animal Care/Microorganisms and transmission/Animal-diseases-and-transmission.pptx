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9317A5-0A2E-4206-AC54-E5C2517C99DF}">
  <a:tblStyle styleId="{219317A5-0A2E-4206-AC54-E5C2517C99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{219317A5-0A2E-4206-AC54-E5C2517C99DF}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{219317A5-0A2E-4206-AC54-E5C2517C99DF}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{219317A5-0A2E-4206-AC54-E5C2517C99DF}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{219317A5-0A2E-4206-AC54-E5C2517C99DF}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{219317A5-0A2E-4206-AC54-E5C2517C99DF}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