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173848-3D4C-47F1-B3FB-FF2569F8DA10}">
  <a:tblStyle styleId="{EB173848-3D4C-47F1-B3FB-FF2569F8DA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{EB173848-3D4C-47F1-B3FB-FF2569F8DA10}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{EB173848-3D4C-47F1-B3FB-FF2569F8DA10}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{EB173848-3D4C-47F1-B3FB-FF2569F8DA10}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{EB173848-3D4C-47F1-B3FB-FF2569F8DA10}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{EB173848-3D4C-47F1-B3FB-FF2569F8DA10}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