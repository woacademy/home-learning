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F15337-E2C1-4ABB-BA51-9EF948BEB6BD}">
  <a:tblStyle styleId="{B0F15337-E2C1-4ABB-BA51-9EF948BEB6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{B0F15337-E2C1-4ABB-BA51-9EF948BEB6BD}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{B0F15337-E2C1-4ABB-BA51-9EF948BEB6BD}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{B0F15337-E2C1-4ABB-BA51-9EF948BEB6BD}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{B0F15337-E2C1-4ABB-BA51-9EF948BEB6BD}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{B0F15337-E2C1-4ABB-BA51-9EF948BEB6BD}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