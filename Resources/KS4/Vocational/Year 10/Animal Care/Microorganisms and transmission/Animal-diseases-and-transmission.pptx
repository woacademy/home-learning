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1EB7A-92F7-4B06-A243-643C84D7A2B6}">
  <a:tblStyle styleId="{8F51EB7A-92F7-4B06-A243-643C84D7A2B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{8F51EB7A-92F7-4B06-A243-643C84D7A2B6}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{8F51EB7A-92F7-4B06-A243-643C84D7A2B6}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{8F51EB7A-92F7-4B06-A243-643C84D7A2B6}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{8F51EB7A-92F7-4B06-A243-643C84D7A2B6}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{8F51EB7A-92F7-4B06-A243-643C84D7A2B6}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