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9ABAF1-FD13-41EE-A808-1C1D341AE7A2}">
  <a:tblStyle styleId="{889ABAF1-FD13-41EE-A808-1C1D341AE7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{889ABAF1-FD13-41EE-A808-1C1D341AE7A2}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{889ABAF1-FD13-41EE-A808-1C1D341AE7A2}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{889ABAF1-FD13-41EE-A808-1C1D341AE7A2}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{889ABAF1-FD13-41EE-A808-1C1D341AE7A2}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{889ABAF1-FD13-41EE-A808-1C1D341AE7A2}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