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AE37E9-4140-43A8-8D05-B557D9E19013}">
  <a:tblStyle styleId="{86AE37E9-4140-43A8-8D05-B557D9E190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{86AE37E9-4140-43A8-8D05-B557D9E19013}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{86AE37E9-4140-43A8-8D05-B557D9E19013}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{86AE37E9-4140-43A8-8D05-B557D9E19013}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{86AE37E9-4140-43A8-8D05-B557D9E19013}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{86AE37E9-4140-43A8-8D05-B557D9E19013}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