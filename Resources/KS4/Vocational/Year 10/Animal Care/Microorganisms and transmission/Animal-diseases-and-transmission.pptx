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E27BD-B6DB-4440-92A7-7BA356CFBA06}">
  <a:tblStyle styleId="{261E27BD-B6DB-4440-92A7-7BA356CFBA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{261E27BD-B6DB-4440-92A7-7BA356CFBA06}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{261E27BD-B6DB-4440-92A7-7BA356CFBA06}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{261E27BD-B6DB-4440-92A7-7BA356CFBA06}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{261E27BD-B6DB-4440-92A7-7BA356CFBA06}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{261E27BD-B6DB-4440-92A7-7BA356CFBA06}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