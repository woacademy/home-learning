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B79A3B-EA5F-4270-937F-35F297D143D4}">
  <a:tblStyle styleId="{B5B79A3B-EA5F-4270-937F-35F297D143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{B5B79A3B-EA5F-4270-937F-35F297D143D4}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{B5B79A3B-EA5F-4270-937F-35F297D143D4}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{B5B79A3B-EA5F-4270-937F-35F297D143D4}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{B5B79A3B-EA5F-4270-937F-35F297D143D4}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{B5B79A3B-EA5F-4270-937F-35F297D143D4}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