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2203B-ED0B-4E39-9AF6-219273E8801F}">
  <a:tblStyle styleId="{4692203B-ED0B-4E39-9AF6-219273E880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{4692203B-ED0B-4E39-9AF6-219273E8801F}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{4692203B-ED0B-4E39-9AF6-219273E8801F}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{4692203B-ED0B-4E39-9AF6-219273E8801F}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{4692203B-ED0B-4E39-9AF6-219273E8801F}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{4692203B-ED0B-4E39-9AF6-219273E8801F}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