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B2D806-12E4-4E47-BF40-1A557E470726}">
  <a:tblStyle styleId="{56B2D806-12E4-4E47-BF40-1A557E47072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{56B2D806-12E4-4E47-BF40-1A557E470726}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{56B2D806-12E4-4E47-BF40-1A557E470726}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{56B2D806-12E4-4E47-BF40-1A557E470726}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{56B2D806-12E4-4E47-BF40-1A557E470726}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{56B2D806-12E4-4E47-BF40-1A557E470726}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