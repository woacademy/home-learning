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E9856F-0963-4A96-B06E-5FC6259A8F64}">
  <a:tblStyle styleId="{EAE9856F-0963-4A96-B06E-5FC6259A8F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{EAE9856F-0963-4A96-B06E-5FC6259A8F64}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{EAE9856F-0963-4A96-B06E-5FC6259A8F64}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{EAE9856F-0963-4A96-B06E-5FC6259A8F64}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{EAE9856F-0963-4A96-B06E-5FC6259A8F64}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{EAE9856F-0963-4A96-B06E-5FC6259A8F64}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