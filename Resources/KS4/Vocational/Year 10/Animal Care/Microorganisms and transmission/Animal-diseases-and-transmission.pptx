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FF5F1A-DEDD-426D-B561-21009FAB5CE7}">
  <a:tblStyle styleId="{32FF5F1A-DEDD-426D-B561-21009FAB5C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{32FF5F1A-DEDD-426D-B561-21009FAB5CE7}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{32FF5F1A-DEDD-426D-B561-21009FAB5CE7}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{32FF5F1A-DEDD-426D-B561-21009FAB5CE7}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{32FF5F1A-DEDD-426D-B561-21009FAB5CE7}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{32FF5F1A-DEDD-426D-B561-21009FAB5CE7}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