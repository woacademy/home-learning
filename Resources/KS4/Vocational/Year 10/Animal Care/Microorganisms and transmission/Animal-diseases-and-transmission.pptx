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A441D7-F04C-4A4B-B3D8-365707F41699}">
  <a:tblStyle styleId="{6DA441D7-F04C-4A4B-B3D8-365707F416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{6DA441D7-F04C-4A4B-B3D8-365707F41699}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{6DA441D7-F04C-4A4B-B3D8-365707F41699}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{6DA441D7-F04C-4A4B-B3D8-365707F41699}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{6DA441D7-F04C-4A4B-B3D8-365707F41699}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{6DA441D7-F04C-4A4B-B3D8-365707F41699}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