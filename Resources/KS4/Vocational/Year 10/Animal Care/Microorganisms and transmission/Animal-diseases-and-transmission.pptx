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9408A6-CBC9-4ED9-B879-131D677016FF}">
  <a:tblStyle styleId="{8C9408A6-CBC9-4ED9-B879-131D677016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{8C9408A6-CBC9-4ED9-B879-131D677016FF}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{8C9408A6-CBC9-4ED9-B879-131D677016FF}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{8C9408A6-CBC9-4ED9-B879-131D677016FF}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{8C9408A6-CBC9-4ED9-B879-131D677016FF}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{8C9408A6-CBC9-4ED9-B879-131D677016FF}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