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29C346-F42A-45DA-8B2C-87691F8D30CB}">
  <a:tblStyle styleId="{EF29C346-F42A-45DA-8B2C-87691F8D30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{EF29C346-F42A-45DA-8B2C-87691F8D30CB}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{EF29C346-F42A-45DA-8B2C-87691F8D30CB}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{EF29C346-F42A-45DA-8B2C-87691F8D30CB}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{EF29C346-F42A-45DA-8B2C-87691F8D30CB}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{EF29C346-F42A-45DA-8B2C-87691F8D30CB}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