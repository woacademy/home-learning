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8D94BB-9D60-4A12-8CF2-79C22C860E13}">
  <a:tblStyle styleId="{BA8D94BB-9D60-4A12-8CF2-79C22C860E1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{BA8D94BB-9D60-4A12-8CF2-79C22C860E13}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{BA8D94BB-9D60-4A12-8CF2-79C22C860E13}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{BA8D94BB-9D60-4A12-8CF2-79C22C860E13}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{BA8D94BB-9D60-4A12-8CF2-79C22C860E13}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{BA8D94BB-9D60-4A12-8CF2-79C22C860E13}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