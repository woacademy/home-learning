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AB3D18-1057-42F8-8ADF-E97D2EBD7E70}">
  <a:tblStyle styleId="{3BAB3D18-1057-42F8-8ADF-E97D2EBD7E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{3BAB3D18-1057-42F8-8ADF-E97D2EBD7E70}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{3BAB3D18-1057-42F8-8ADF-E97D2EBD7E70}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{3BAB3D18-1057-42F8-8ADF-E97D2EBD7E70}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{3BAB3D18-1057-42F8-8ADF-E97D2EBD7E70}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{3BAB3D18-1057-42F8-8ADF-E97D2EBD7E70}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