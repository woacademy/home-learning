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AB285-8014-48A9-8A2E-1535359A6BFC}">
  <a:tblStyle styleId="{0B5AB285-8014-48A9-8A2E-1535359A6B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{0B5AB285-8014-48A9-8A2E-1535359A6BFC}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{0B5AB285-8014-48A9-8A2E-1535359A6BFC}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{0B5AB285-8014-48A9-8A2E-1535359A6BFC}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{0B5AB285-8014-48A9-8A2E-1535359A6BFC}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{0B5AB285-8014-48A9-8A2E-1535359A6BFC}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