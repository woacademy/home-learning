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8AAE31-71DE-4524-A33D-B54BB0FB972A}">
  <a:tblStyle styleId="{D18AAE31-71DE-4524-A33D-B54BB0FB97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{D18AAE31-71DE-4524-A33D-B54BB0FB972A}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{D18AAE31-71DE-4524-A33D-B54BB0FB972A}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{D18AAE31-71DE-4524-A33D-B54BB0FB972A}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{D18AAE31-71DE-4524-A33D-B54BB0FB972A}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{D18AAE31-71DE-4524-A33D-B54BB0FB972A}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