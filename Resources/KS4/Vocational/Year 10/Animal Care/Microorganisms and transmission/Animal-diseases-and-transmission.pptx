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5B2444-2255-4B54-B55C-8AE20DF07610}">
  <a:tblStyle styleId="{E25B2444-2255-4B54-B55C-8AE20DF076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{E25B2444-2255-4B54-B55C-8AE20DF07610}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{E25B2444-2255-4B54-B55C-8AE20DF07610}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{E25B2444-2255-4B54-B55C-8AE20DF07610}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{E25B2444-2255-4B54-B55C-8AE20DF07610}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{E25B2444-2255-4B54-B55C-8AE20DF07610}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