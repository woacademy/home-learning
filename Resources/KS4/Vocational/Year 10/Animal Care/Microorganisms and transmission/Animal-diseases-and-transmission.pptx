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E852B0-445D-4E7D-8625-77280158EAF3}">
  <a:tblStyle styleId="{06E852B0-445D-4E7D-8625-77280158EAF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{06E852B0-445D-4E7D-8625-77280158EAF3}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{06E852B0-445D-4E7D-8625-77280158EAF3}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{06E852B0-445D-4E7D-8625-77280158EAF3}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{06E852B0-445D-4E7D-8625-77280158EAF3}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{06E852B0-445D-4E7D-8625-77280158EAF3}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