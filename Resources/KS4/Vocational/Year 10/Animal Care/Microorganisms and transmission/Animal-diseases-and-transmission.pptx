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728FF7-F804-4036-BF78-FCC64719F3A0}">
  <a:tblStyle styleId="{11728FF7-F804-4036-BF78-FCC64719F3A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{11728FF7-F804-4036-BF78-FCC64719F3A0}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{11728FF7-F804-4036-BF78-FCC64719F3A0}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{11728FF7-F804-4036-BF78-FCC64719F3A0}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{11728FF7-F804-4036-BF78-FCC64719F3A0}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{11728FF7-F804-4036-BF78-FCC64719F3A0}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