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7DEFF-BB2F-4708-A6B4-5BD4C6A6A355}">
  <a:tblStyle styleId="{E3E7DEFF-BB2F-4708-A6B4-5BD4C6A6A3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{E3E7DEFF-BB2F-4708-A6B4-5BD4C6A6A355}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{E3E7DEFF-BB2F-4708-A6B4-5BD4C6A6A355}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{E3E7DEFF-BB2F-4708-A6B4-5BD4C6A6A355}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{E3E7DEFF-BB2F-4708-A6B4-5BD4C6A6A355}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{E3E7DEFF-BB2F-4708-A6B4-5BD4C6A6A355}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