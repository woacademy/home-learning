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1B1BDF-7E0A-4942-AE59-E022137E935D}">
  <a:tblStyle styleId="{891B1BDF-7E0A-4942-AE59-E022137E93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{891B1BDF-7E0A-4942-AE59-E022137E935D}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{891B1BDF-7E0A-4942-AE59-E022137E935D}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{891B1BDF-7E0A-4942-AE59-E022137E935D}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{891B1BDF-7E0A-4942-AE59-E022137E935D}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{891B1BDF-7E0A-4942-AE59-E022137E935D}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