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F34407-B8A9-4C1B-B98A-A59FEA10A013}">
  <a:tblStyle styleId="{23F34407-B8A9-4C1B-B98A-A59FEA10A0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{23F34407-B8A9-4C1B-B98A-A59FEA10A013}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{23F34407-B8A9-4C1B-B98A-A59FEA10A013}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{23F34407-B8A9-4C1B-B98A-A59FEA10A013}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{23F34407-B8A9-4C1B-B98A-A59FEA10A013}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{23F34407-B8A9-4C1B-B98A-A59FEA10A013}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