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D09156-3BF9-425F-9634-906984BAC098}">
  <a:tblStyle styleId="{94D09156-3BF9-425F-9634-906984BAC09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{94D09156-3BF9-425F-9634-906984BAC098}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{94D09156-3BF9-425F-9634-906984BAC098}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{94D09156-3BF9-425F-9634-906984BAC098}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{94D09156-3BF9-425F-9634-906984BAC098}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{94D09156-3BF9-425F-9634-906984BAC098}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