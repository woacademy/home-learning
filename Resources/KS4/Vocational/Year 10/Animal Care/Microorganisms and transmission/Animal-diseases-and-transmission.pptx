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4BB46A-6AA3-477C-A73B-4B51F2AC04D8}">
  <a:tblStyle styleId="{044BB46A-6AA3-477C-A73B-4B51F2AC04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{044BB46A-6AA3-477C-A73B-4B51F2AC04D8}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{044BB46A-6AA3-477C-A73B-4B51F2AC04D8}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{044BB46A-6AA3-477C-A73B-4B51F2AC04D8}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{044BB46A-6AA3-477C-A73B-4B51F2AC04D8}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{044BB46A-6AA3-477C-A73B-4B51F2AC04D8}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