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8ACE74-B99A-4AB4-9997-D2586E813179}">
  <a:tblStyle styleId="{D48ACE74-B99A-4AB4-9997-D2586E8131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{D48ACE74-B99A-4AB4-9997-D2586E813179}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{D48ACE74-B99A-4AB4-9997-D2586E813179}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{D48ACE74-B99A-4AB4-9997-D2586E813179}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{D48ACE74-B99A-4AB4-9997-D2586E813179}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{D48ACE74-B99A-4AB4-9997-D2586E813179}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