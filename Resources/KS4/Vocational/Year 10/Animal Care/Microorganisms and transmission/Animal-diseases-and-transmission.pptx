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D70C52-8D7B-43AF-9DFA-8912C5001906}">
  <a:tblStyle styleId="{C4D70C52-8D7B-43AF-9DFA-8912C50019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{C4D70C52-8D7B-43AF-9DFA-8912C5001906}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{C4D70C52-8D7B-43AF-9DFA-8912C5001906}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{C4D70C52-8D7B-43AF-9DFA-8912C5001906}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{C4D70C52-8D7B-43AF-9DFA-8912C5001906}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{C4D70C52-8D7B-43AF-9DFA-8912C5001906}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