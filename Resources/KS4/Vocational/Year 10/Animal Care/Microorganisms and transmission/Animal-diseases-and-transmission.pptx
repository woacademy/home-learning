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1DF7D6-90A5-4D6E-86A4-7908B0B14E73}">
  <a:tblStyle styleId="{941DF7D6-90A5-4D6E-86A4-7908B0B14E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{941DF7D6-90A5-4D6E-86A4-7908B0B14E73}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{941DF7D6-90A5-4D6E-86A4-7908B0B14E73}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{941DF7D6-90A5-4D6E-86A4-7908B0B14E73}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{941DF7D6-90A5-4D6E-86A4-7908B0B14E73}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{941DF7D6-90A5-4D6E-86A4-7908B0B14E73}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