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C09AF8-D241-4CBD-A78B-0FF8E06E29CE}">
  <a:tblStyle styleId="{60C09AF8-D241-4CBD-A78B-0FF8E06E29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{60C09AF8-D241-4CBD-A78B-0FF8E06E29CE}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{60C09AF8-D241-4CBD-A78B-0FF8E06E29CE}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{60C09AF8-D241-4CBD-A78B-0FF8E06E29CE}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{60C09AF8-D241-4CBD-A78B-0FF8E06E29CE}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{60C09AF8-D241-4CBD-A78B-0FF8E06E29CE}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