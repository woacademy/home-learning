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D5800F-D87D-4E21-973F-87F91DEE01CB}">
  <a:tblStyle styleId="{EAD5800F-D87D-4E21-973F-87F91DEE01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{EAD5800F-D87D-4E21-973F-87F91DEE01CB}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{EAD5800F-D87D-4E21-973F-87F91DEE01CB}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{EAD5800F-D87D-4E21-973F-87F91DEE01CB}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{EAD5800F-D87D-4E21-973F-87F91DEE01CB}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{EAD5800F-D87D-4E21-973F-87F91DEE01CB}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