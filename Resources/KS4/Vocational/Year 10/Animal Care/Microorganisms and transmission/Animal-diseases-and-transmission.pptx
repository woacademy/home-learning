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F9E49D-5227-4493-921F-B179FE8109DF}">
  <a:tblStyle styleId="{53F9E49D-5227-4493-921F-B179FE8109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{53F9E49D-5227-4493-921F-B179FE8109DF}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{53F9E49D-5227-4493-921F-B179FE8109DF}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{53F9E49D-5227-4493-921F-B179FE8109DF}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{53F9E49D-5227-4493-921F-B179FE8109DF}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{53F9E49D-5227-4493-921F-B179FE8109DF}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