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D9974E-F79B-4D9F-8D37-602F9D249D23}">
  <a:tblStyle styleId="{9BD9974E-F79B-4D9F-8D37-602F9D249D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{9BD9974E-F79B-4D9F-8D37-602F9D249D23}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{9BD9974E-F79B-4D9F-8D37-602F9D249D23}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{9BD9974E-F79B-4D9F-8D37-602F9D249D23}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{9BD9974E-F79B-4D9F-8D37-602F9D249D23}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{9BD9974E-F79B-4D9F-8D37-602F9D249D23}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