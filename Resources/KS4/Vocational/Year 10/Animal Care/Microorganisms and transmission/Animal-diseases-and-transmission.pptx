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001CD5-9316-42F9-A466-AE08473F8E8A}">
  <a:tblStyle styleId="{D2001CD5-9316-42F9-A466-AE08473F8E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{D2001CD5-9316-42F9-A466-AE08473F8E8A}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{D2001CD5-9316-42F9-A466-AE08473F8E8A}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{D2001CD5-9316-42F9-A466-AE08473F8E8A}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{D2001CD5-9316-42F9-A466-AE08473F8E8A}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{D2001CD5-9316-42F9-A466-AE08473F8E8A}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