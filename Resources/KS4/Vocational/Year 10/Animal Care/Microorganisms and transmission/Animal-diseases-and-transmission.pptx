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163F24-6F5C-4213-8BD0-3002B6356077}">
  <a:tblStyle styleId="{3A163F24-6F5C-4213-8BD0-3002B63560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{3A163F24-6F5C-4213-8BD0-3002B6356077}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{3A163F24-6F5C-4213-8BD0-3002B6356077}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{3A163F24-6F5C-4213-8BD0-3002B6356077}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{3A163F24-6F5C-4213-8BD0-3002B6356077}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{3A163F24-6F5C-4213-8BD0-3002B6356077}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