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B5140F-B911-4D7D-88BB-A4B39EF85696}">
  <a:tblStyle styleId="{AEB5140F-B911-4D7D-88BB-A4B39EF856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{AEB5140F-B911-4D7D-88BB-A4B39EF85696}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{AEB5140F-B911-4D7D-88BB-A4B39EF85696}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{AEB5140F-B911-4D7D-88BB-A4B39EF85696}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{AEB5140F-B911-4D7D-88BB-A4B39EF85696}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{AEB5140F-B911-4D7D-88BB-A4B39EF85696}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