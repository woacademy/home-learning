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FB47B5-C9A6-4AEF-AC20-FF280263D6E0}">
  <a:tblStyle styleId="{55FB47B5-C9A6-4AEF-AC20-FF280263D6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{55FB47B5-C9A6-4AEF-AC20-FF280263D6E0}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{55FB47B5-C9A6-4AEF-AC20-FF280263D6E0}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{55FB47B5-C9A6-4AEF-AC20-FF280263D6E0}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{55FB47B5-C9A6-4AEF-AC20-FF280263D6E0}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{55FB47B5-C9A6-4AEF-AC20-FF280263D6E0}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