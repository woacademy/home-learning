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ED68C8-D4FB-4350-B0CF-A6F0E4057252}">
  <a:tblStyle styleId="{17ED68C8-D4FB-4350-B0CF-A6F0E405725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{17ED68C8-D4FB-4350-B0CF-A6F0E4057252}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{17ED68C8-D4FB-4350-B0CF-A6F0E4057252}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{17ED68C8-D4FB-4350-B0CF-A6F0E4057252}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{17ED68C8-D4FB-4350-B0CF-A6F0E4057252}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{17ED68C8-D4FB-4350-B0CF-A6F0E4057252}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