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AB4A245-3AF9-4858-AC6B-9CC686B89FB6}">
  <a:tblStyle styleId="{EAB4A245-3AF9-4858-AC6B-9CC686B89FB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{EAB4A245-3AF9-4858-AC6B-9CC686B89FB6}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{EAB4A245-3AF9-4858-AC6B-9CC686B89FB6}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{EAB4A245-3AF9-4858-AC6B-9CC686B89FB6}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{EAB4A245-3AF9-4858-AC6B-9CC686B89FB6}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{EAB4A245-3AF9-4858-AC6B-9CC686B89FB6}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