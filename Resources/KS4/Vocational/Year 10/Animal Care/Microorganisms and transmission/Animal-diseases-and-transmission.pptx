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E7C0E2-3933-4FDD-A809-B27FB79AD91F}">
  <a:tblStyle styleId="{FAE7C0E2-3933-4FDD-A809-B27FB79AD91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{FAE7C0E2-3933-4FDD-A809-B27FB79AD91F}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{FAE7C0E2-3933-4FDD-A809-B27FB79AD91F}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{FAE7C0E2-3933-4FDD-A809-B27FB79AD91F}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{FAE7C0E2-3933-4FDD-A809-B27FB79AD91F}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{FAE7C0E2-3933-4FDD-A809-B27FB79AD91F}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