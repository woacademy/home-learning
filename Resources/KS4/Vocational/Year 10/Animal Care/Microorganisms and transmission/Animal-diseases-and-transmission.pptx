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E42F91-65AB-4DDB-9D1F-5CBBA5E98777}">
  <a:tblStyle styleId="{CEE42F91-65AB-4DDB-9D1F-5CBBA5E987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{CEE42F91-65AB-4DDB-9D1F-5CBBA5E98777}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{CEE42F91-65AB-4DDB-9D1F-5CBBA5E98777}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{CEE42F91-65AB-4DDB-9D1F-5CBBA5E98777}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{CEE42F91-65AB-4DDB-9D1F-5CBBA5E98777}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{CEE42F91-65AB-4DDB-9D1F-5CBBA5E98777}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