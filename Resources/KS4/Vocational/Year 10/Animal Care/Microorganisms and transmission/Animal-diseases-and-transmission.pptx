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CBDF782-8C29-46E0-A26B-2F02EA684D5F}">
  <a:tblStyle styleId="{ACBDF782-8C29-46E0-A26B-2F02EA684D5F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4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{ACBDF782-8C29-46E0-A26B-2F02EA684D5F}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{ACBDF782-8C29-46E0-A26B-2F02EA684D5F}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{ACBDF782-8C29-46E0-A26B-2F02EA684D5F}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{ACBDF782-8C29-46E0-A26B-2F02EA684D5F}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{ACBDF782-8C29-46E0-A26B-2F02EA684D5F}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