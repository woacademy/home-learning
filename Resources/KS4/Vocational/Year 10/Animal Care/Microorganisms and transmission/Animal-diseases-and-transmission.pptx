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E9312B-4B7A-408C-9BD2-0004641715CE}">
  <a:tblStyle styleId="{22E9312B-4B7A-408C-9BD2-0004641715C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{22E9312B-4B7A-408C-9BD2-0004641715CE}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{22E9312B-4B7A-408C-9BD2-0004641715CE}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{22E9312B-4B7A-408C-9BD2-0004641715CE}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{22E9312B-4B7A-408C-9BD2-0004641715CE}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{22E9312B-4B7A-408C-9BD2-0004641715CE}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