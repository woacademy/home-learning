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D8ECEA-F86A-4206-AC5C-1FA0D82AAF64}">
  <a:tblStyle styleId="{6DD8ECEA-F86A-4206-AC5C-1FA0D82AAF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{6DD8ECEA-F86A-4206-AC5C-1FA0D82AAF64}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{6DD8ECEA-F86A-4206-AC5C-1FA0D82AAF64}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{6DD8ECEA-F86A-4206-AC5C-1FA0D82AAF64}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{6DD8ECEA-F86A-4206-AC5C-1FA0D82AAF64}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{6DD8ECEA-F86A-4206-AC5C-1FA0D82AAF64}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