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6690F3-B1E1-41D6-9123-B5B5BB92EE2E}">
  <a:tblStyle styleId="{D26690F3-B1E1-41D6-9123-B5B5BB92EE2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{D26690F3-B1E1-41D6-9123-B5B5BB92EE2E}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{D26690F3-B1E1-41D6-9123-B5B5BB92EE2E}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{D26690F3-B1E1-41D6-9123-B5B5BB92EE2E}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{D26690F3-B1E1-41D6-9123-B5B5BB92EE2E}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{D26690F3-B1E1-41D6-9123-B5B5BB92EE2E}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