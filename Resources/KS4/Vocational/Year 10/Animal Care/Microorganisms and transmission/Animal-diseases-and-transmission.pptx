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3C9361-595A-41A2-BCC1-3502DFE641ED}">
  <a:tblStyle styleId="{743C9361-595A-41A2-BCC1-3502DFE641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{743C9361-595A-41A2-BCC1-3502DFE641ED}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{743C9361-595A-41A2-BCC1-3502DFE641ED}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{743C9361-595A-41A2-BCC1-3502DFE641ED}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{743C9361-595A-41A2-BCC1-3502DFE641ED}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{743C9361-595A-41A2-BCC1-3502DFE641ED}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