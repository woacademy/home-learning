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4AE9C7-65CE-4F9C-9ECD-8A2915C98582}">
  <a:tblStyle styleId="{484AE9C7-65CE-4F9C-9ECD-8A2915C985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{484AE9C7-65CE-4F9C-9ECD-8A2915C98582}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{484AE9C7-65CE-4F9C-9ECD-8A2915C98582}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{484AE9C7-65CE-4F9C-9ECD-8A2915C98582}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{484AE9C7-65CE-4F9C-9ECD-8A2915C98582}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{484AE9C7-65CE-4F9C-9ECD-8A2915C98582}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