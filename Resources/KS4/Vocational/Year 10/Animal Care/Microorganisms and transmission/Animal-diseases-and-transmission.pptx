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D21B7E-57BF-462C-B26D-F4B35CD87153}">
  <a:tblStyle styleId="{51D21B7E-57BF-462C-B26D-F4B35CD871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{51D21B7E-57BF-462C-B26D-F4B35CD87153}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{51D21B7E-57BF-462C-B26D-F4B35CD87153}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{51D21B7E-57BF-462C-B26D-F4B35CD87153}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{51D21B7E-57BF-462C-B26D-F4B35CD87153}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{51D21B7E-57BF-462C-B26D-F4B35CD87153}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