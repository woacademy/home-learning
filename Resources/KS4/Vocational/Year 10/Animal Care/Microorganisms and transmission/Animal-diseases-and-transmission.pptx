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DAD1CC-2C53-4E70-8CD5-ECDD2654FFCE}">
  <a:tblStyle styleId="{74DAD1CC-2C53-4E70-8CD5-ECDD2654FF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{74DAD1CC-2C53-4E70-8CD5-ECDD2654FFCE}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{74DAD1CC-2C53-4E70-8CD5-ECDD2654FFCE}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{74DAD1CC-2C53-4E70-8CD5-ECDD2654FFCE}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{74DAD1CC-2C53-4E70-8CD5-ECDD2654FFCE}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{74DAD1CC-2C53-4E70-8CD5-ECDD2654FFCE}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