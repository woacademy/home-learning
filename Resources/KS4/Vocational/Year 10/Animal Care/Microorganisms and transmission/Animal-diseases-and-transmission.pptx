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DE74770-E5D7-4461-8CDD-6D5047383648}">
  <a:tblStyle styleId="{CDE74770-E5D7-4461-8CDD-6D50473836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{CDE74770-E5D7-4461-8CDD-6D5047383648}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{CDE74770-E5D7-4461-8CDD-6D5047383648}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{CDE74770-E5D7-4461-8CDD-6D5047383648}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{CDE74770-E5D7-4461-8CDD-6D5047383648}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{CDE74770-E5D7-4461-8CDD-6D5047383648}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