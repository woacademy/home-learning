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8A4A03-9EB9-4962-ABB9-89AC81909C8D}">
  <a:tblStyle styleId="{4F8A4A03-9EB9-4962-ABB9-89AC81909C8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{4F8A4A03-9EB9-4962-ABB9-89AC81909C8D}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{4F8A4A03-9EB9-4962-ABB9-89AC81909C8D}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{4F8A4A03-9EB9-4962-ABB9-89AC81909C8D}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{4F8A4A03-9EB9-4962-ABB9-89AC81909C8D}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{4F8A4A03-9EB9-4962-ABB9-89AC81909C8D}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