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BE7F8E-5FA1-4E60-A40B-52EB6D4EB385}">
  <a:tblStyle styleId="{1FBE7F8E-5FA1-4E60-A40B-52EB6D4EB38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{1FBE7F8E-5FA1-4E60-A40B-52EB6D4EB385}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{1FBE7F8E-5FA1-4E60-A40B-52EB6D4EB385}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{1FBE7F8E-5FA1-4E60-A40B-52EB6D4EB385}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{1FBE7F8E-5FA1-4E60-A40B-52EB6D4EB385}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{1FBE7F8E-5FA1-4E60-A40B-52EB6D4EB385}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