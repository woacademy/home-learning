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B72AF3-EC21-4699-82B3-4A353B73F9D4}">
  <a:tblStyle styleId="{8DB72AF3-EC21-4699-82B3-4A353B73F9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{8DB72AF3-EC21-4699-82B3-4A353B73F9D4}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{8DB72AF3-EC21-4699-82B3-4A353B73F9D4}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{8DB72AF3-EC21-4699-82B3-4A353B73F9D4}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{8DB72AF3-EC21-4699-82B3-4A353B73F9D4}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{8DB72AF3-EC21-4699-82B3-4A353B73F9D4}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