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F73677-31DD-469E-8AB8-FABB7A914E60}">
  <a:tblStyle styleId="{8CF73677-31DD-469E-8AB8-FABB7A914E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{8CF73677-31DD-469E-8AB8-FABB7A914E60}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{8CF73677-31DD-469E-8AB8-FABB7A914E60}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{8CF73677-31DD-469E-8AB8-FABB7A914E60}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{8CF73677-31DD-469E-8AB8-FABB7A914E60}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{8CF73677-31DD-469E-8AB8-FABB7A914E60}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