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6CDD18-6050-4E8E-A2D4-A71044ECDBC7}">
  <a:tblStyle styleId="{EA6CDD18-6050-4E8E-A2D4-A71044ECDBC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{EA6CDD18-6050-4E8E-A2D4-A71044ECDBC7}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{EA6CDD18-6050-4E8E-A2D4-A71044ECDBC7}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{EA6CDD18-6050-4E8E-A2D4-A71044ECDBC7}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{EA6CDD18-6050-4E8E-A2D4-A71044ECDBC7}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{EA6CDD18-6050-4E8E-A2D4-A71044ECDBC7}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