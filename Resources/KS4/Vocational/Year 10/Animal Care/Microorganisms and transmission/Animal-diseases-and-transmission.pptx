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DE87D0-FB87-413E-A139-AF5E278406F4}">
  <a:tblStyle styleId="{05DE87D0-FB87-413E-A139-AF5E278406F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{05DE87D0-FB87-413E-A139-AF5E278406F4}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{05DE87D0-FB87-413E-A139-AF5E278406F4}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{05DE87D0-FB87-413E-A139-AF5E278406F4}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{05DE87D0-FB87-413E-A139-AF5E278406F4}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{05DE87D0-FB87-413E-A139-AF5E278406F4}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