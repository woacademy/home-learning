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A70F59-7226-4B95-9802-AC15B28F8B33}">
  <a:tblStyle styleId="{6DA70F59-7226-4B95-9802-AC15B28F8B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{6DA70F59-7226-4B95-9802-AC15B28F8B33}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{6DA70F59-7226-4B95-9802-AC15B28F8B33}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{6DA70F59-7226-4B95-9802-AC15B28F8B33}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{6DA70F59-7226-4B95-9802-AC15B28F8B33}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{6DA70F59-7226-4B95-9802-AC15B28F8B33}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