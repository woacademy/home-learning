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0DCF74-ACE1-4475-8220-5B42405022C1}">
  <a:tblStyle styleId="{B70DCF74-ACE1-4475-8220-5B42405022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{B70DCF74-ACE1-4475-8220-5B42405022C1}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{B70DCF74-ACE1-4475-8220-5B42405022C1}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{B70DCF74-ACE1-4475-8220-5B42405022C1}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{B70DCF74-ACE1-4475-8220-5B42405022C1}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{B70DCF74-ACE1-4475-8220-5B42405022C1}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