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C2E407-4E16-4801-87EB-CCB1A8B9EAEA}">
  <a:tblStyle styleId="{11C2E407-4E16-4801-87EB-CCB1A8B9EAE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{11C2E407-4E16-4801-87EB-CCB1A8B9EAEA}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{11C2E407-4E16-4801-87EB-CCB1A8B9EAEA}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{11C2E407-4E16-4801-87EB-CCB1A8B9EAEA}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{11C2E407-4E16-4801-87EB-CCB1A8B9EAEA}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{11C2E407-4E16-4801-87EB-CCB1A8B9EAEA}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