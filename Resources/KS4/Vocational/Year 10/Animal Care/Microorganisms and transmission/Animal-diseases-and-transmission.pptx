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FBECD3-EE59-40AD-BBE8-3A89A836E9E4}">
  <a:tblStyle styleId="{ACFBECD3-EE59-40AD-BBE8-3A89A836E9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{ACFBECD3-EE59-40AD-BBE8-3A89A836E9E4}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{ACFBECD3-EE59-40AD-BBE8-3A89A836E9E4}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{ACFBECD3-EE59-40AD-BBE8-3A89A836E9E4}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{ACFBECD3-EE59-40AD-BBE8-3A89A836E9E4}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{ACFBECD3-EE59-40AD-BBE8-3A89A836E9E4}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