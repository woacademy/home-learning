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7BBDBBC-4D27-4049-86F8-B601E3BD71BF}">
  <a:tblStyle styleId="{37BBDBBC-4D27-4049-86F8-B601E3BD71B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{37BBDBBC-4D27-4049-86F8-B601E3BD71BF}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{37BBDBBC-4D27-4049-86F8-B601E3BD71BF}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{37BBDBBC-4D27-4049-86F8-B601E3BD71BF}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{37BBDBBC-4D27-4049-86F8-B601E3BD71BF}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{37BBDBBC-4D27-4049-86F8-B601E3BD71BF}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