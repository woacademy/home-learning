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49471A2-684B-4A68-BD60-8CA06249B868}">
  <a:tblStyle styleId="{149471A2-684B-4A68-BD60-8CA06249B86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{149471A2-684B-4A68-BD60-8CA06249B868}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{149471A2-684B-4A68-BD60-8CA06249B868}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{149471A2-684B-4A68-BD60-8CA06249B868}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{149471A2-684B-4A68-BD60-8CA06249B868}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{149471A2-684B-4A68-BD60-8CA06249B868}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