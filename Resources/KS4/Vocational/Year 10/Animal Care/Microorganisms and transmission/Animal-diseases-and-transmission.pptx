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946FD0-037B-4E0D-9BB0-1F5369114FF4}">
  <a:tblStyle styleId="{8F946FD0-037B-4E0D-9BB0-1F5369114F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{8F946FD0-037B-4E0D-9BB0-1F5369114FF4}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{8F946FD0-037B-4E0D-9BB0-1F5369114FF4}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{8F946FD0-037B-4E0D-9BB0-1F5369114FF4}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{8F946FD0-037B-4E0D-9BB0-1F5369114FF4}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{8F946FD0-037B-4E0D-9BB0-1F5369114FF4}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