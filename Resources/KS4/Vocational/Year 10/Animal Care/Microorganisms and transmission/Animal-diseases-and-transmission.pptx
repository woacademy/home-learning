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E3D19B-03FE-4333-A0B2-88E387623B55}">
  <a:tblStyle styleId="{21E3D19B-03FE-4333-A0B2-88E387623B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{21E3D19B-03FE-4333-A0B2-88E387623B55}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{21E3D19B-03FE-4333-A0B2-88E387623B55}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{21E3D19B-03FE-4333-A0B2-88E387623B55}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{21E3D19B-03FE-4333-A0B2-88E387623B55}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{21E3D19B-03FE-4333-A0B2-88E387623B55}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