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005E41-A4F2-45F5-87C7-2A5F31FC3069}">
  <a:tblStyle styleId="{90005E41-A4F2-45F5-87C7-2A5F31FC306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{90005E41-A4F2-45F5-87C7-2A5F31FC3069}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{90005E41-A4F2-45F5-87C7-2A5F31FC3069}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{90005E41-A4F2-45F5-87C7-2A5F31FC3069}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{90005E41-A4F2-45F5-87C7-2A5F31FC3069}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{90005E41-A4F2-45F5-87C7-2A5F31FC3069}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