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41364B-0230-4058-A1BC-E3D2744C15E5}">
  <a:tblStyle styleId="{F341364B-0230-4058-A1BC-E3D2744C15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{F341364B-0230-4058-A1BC-E3D2744C15E5}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{F341364B-0230-4058-A1BC-E3D2744C15E5}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{F341364B-0230-4058-A1BC-E3D2744C15E5}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{F341364B-0230-4058-A1BC-E3D2744C15E5}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{F341364B-0230-4058-A1BC-E3D2744C15E5}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