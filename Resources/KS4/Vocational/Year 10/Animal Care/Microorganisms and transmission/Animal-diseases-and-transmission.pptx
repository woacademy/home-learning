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06E9AF-C75E-45A6-BCDE-165014C31DD7}">
  <a:tblStyle styleId="{1F06E9AF-C75E-45A6-BCDE-165014C31DD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{1F06E9AF-C75E-45A6-BCDE-165014C31DD7}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{1F06E9AF-C75E-45A6-BCDE-165014C31DD7}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{1F06E9AF-C75E-45A6-BCDE-165014C31DD7}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{1F06E9AF-C75E-45A6-BCDE-165014C31DD7}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{1F06E9AF-C75E-45A6-BCDE-165014C31DD7}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