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3CD7D1-8C94-4B41-ACD7-169D59919EB6}">
  <a:tblStyle styleId="{083CD7D1-8C94-4B41-ACD7-169D59919EB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{083CD7D1-8C94-4B41-ACD7-169D59919EB6}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{083CD7D1-8C94-4B41-ACD7-169D59919EB6}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{083CD7D1-8C94-4B41-ACD7-169D59919EB6}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{083CD7D1-8C94-4B41-ACD7-169D59919EB6}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{083CD7D1-8C94-4B41-ACD7-169D59919EB6}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