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5D6C8F-D45F-45AD-B859-1AAFEC2B83A7}">
  <a:tblStyle styleId="{F25D6C8F-D45F-45AD-B859-1AAFEC2B83A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{F25D6C8F-D45F-45AD-B859-1AAFEC2B83A7}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{F25D6C8F-D45F-45AD-B859-1AAFEC2B83A7}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{F25D6C8F-D45F-45AD-B859-1AAFEC2B83A7}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{F25D6C8F-D45F-45AD-B859-1AAFEC2B83A7}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{F25D6C8F-D45F-45AD-B859-1AAFEC2B83A7}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