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BDA1C5-5754-4A14-B4FA-2CD0BCF3EC69}">
  <a:tblStyle styleId="{F0BDA1C5-5754-4A14-B4FA-2CD0BCF3EC6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{F0BDA1C5-5754-4A14-B4FA-2CD0BCF3EC69}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{F0BDA1C5-5754-4A14-B4FA-2CD0BCF3EC69}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{F0BDA1C5-5754-4A14-B4FA-2CD0BCF3EC69}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{F0BDA1C5-5754-4A14-B4FA-2CD0BCF3EC69}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{F0BDA1C5-5754-4A14-B4FA-2CD0BCF3EC69}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