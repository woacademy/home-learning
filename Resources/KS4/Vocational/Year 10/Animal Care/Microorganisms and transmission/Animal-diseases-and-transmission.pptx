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E3C0B7-44A6-4165-8B0C-E1747ED22C9E}">
  <a:tblStyle styleId="{FBE3C0B7-44A6-4165-8B0C-E1747ED22C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{FBE3C0B7-44A6-4165-8B0C-E1747ED22C9E}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{FBE3C0B7-44A6-4165-8B0C-E1747ED22C9E}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{FBE3C0B7-44A6-4165-8B0C-E1747ED22C9E}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{FBE3C0B7-44A6-4165-8B0C-E1747ED22C9E}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{FBE3C0B7-44A6-4165-8B0C-E1747ED22C9E}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