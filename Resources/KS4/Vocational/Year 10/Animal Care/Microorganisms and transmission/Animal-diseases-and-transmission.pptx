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B38C08-9A1F-45E9-AEF3-5DA281A5AF51}">
  <a:tblStyle styleId="{E2B38C08-9A1F-45E9-AEF3-5DA281A5AF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{E2B38C08-9A1F-45E9-AEF3-5DA281A5AF51}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{E2B38C08-9A1F-45E9-AEF3-5DA281A5AF51}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{E2B38C08-9A1F-45E9-AEF3-5DA281A5AF51}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{E2B38C08-9A1F-45E9-AEF3-5DA281A5AF51}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{E2B38C08-9A1F-45E9-AEF3-5DA281A5AF51}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