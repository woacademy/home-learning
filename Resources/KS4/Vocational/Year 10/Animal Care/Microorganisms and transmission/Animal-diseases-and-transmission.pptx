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590526-FD05-45D8-B2CB-8235A905F3F9}">
  <a:tblStyle styleId="{E3590526-FD05-45D8-B2CB-8235A905F3F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{E3590526-FD05-45D8-B2CB-8235A905F3F9}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{E3590526-FD05-45D8-B2CB-8235A905F3F9}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{E3590526-FD05-45D8-B2CB-8235A905F3F9}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{E3590526-FD05-45D8-B2CB-8235A905F3F9}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{E3590526-FD05-45D8-B2CB-8235A905F3F9}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