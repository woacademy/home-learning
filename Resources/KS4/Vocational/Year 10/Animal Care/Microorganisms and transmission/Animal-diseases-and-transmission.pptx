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2E0C2D-30C4-402E-93D5-2966BDBB6F1E}">
  <a:tblStyle styleId="{162E0C2D-30C4-402E-93D5-2966BDBB6F1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{162E0C2D-30C4-402E-93D5-2966BDBB6F1E}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{162E0C2D-30C4-402E-93D5-2966BDBB6F1E}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{162E0C2D-30C4-402E-93D5-2966BDBB6F1E}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{162E0C2D-30C4-402E-93D5-2966BDBB6F1E}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{162E0C2D-30C4-402E-93D5-2966BDBB6F1E}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