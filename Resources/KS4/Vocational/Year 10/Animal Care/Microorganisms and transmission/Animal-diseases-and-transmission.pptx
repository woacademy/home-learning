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27E910-B9E6-45D7-A3A4-195052AFC1E7}">
  <a:tblStyle styleId="{7227E910-B9E6-45D7-A3A4-195052AFC1E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{7227E910-B9E6-45D7-A3A4-195052AFC1E7}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{7227E910-B9E6-45D7-A3A4-195052AFC1E7}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{7227E910-B9E6-45D7-A3A4-195052AFC1E7}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{7227E910-B9E6-45D7-A3A4-195052AFC1E7}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{7227E910-B9E6-45D7-A3A4-195052AFC1E7}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