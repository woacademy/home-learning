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A5AB61-CED1-4AB8-8D60-7485E203E7C4}">
  <a:tblStyle styleId="{E8A5AB61-CED1-4AB8-8D60-7485E203E7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{E8A5AB61-CED1-4AB8-8D60-7485E203E7C4}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{E8A5AB61-CED1-4AB8-8D60-7485E203E7C4}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{E8A5AB61-CED1-4AB8-8D60-7485E203E7C4}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{E8A5AB61-CED1-4AB8-8D60-7485E203E7C4}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{E8A5AB61-CED1-4AB8-8D60-7485E203E7C4}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