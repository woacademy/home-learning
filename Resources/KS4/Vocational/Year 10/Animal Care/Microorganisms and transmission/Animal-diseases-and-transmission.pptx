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362FFB-4B27-4A0F-8809-E996D89A6D11}">
  <a:tblStyle styleId="{04362FFB-4B27-4A0F-8809-E996D89A6D1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{04362FFB-4B27-4A0F-8809-E996D89A6D11}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{04362FFB-4B27-4A0F-8809-E996D89A6D11}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{04362FFB-4B27-4A0F-8809-E996D89A6D11}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{04362FFB-4B27-4A0F-8809-E996D89A6D11}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{04362FFB-4B27-4A0F-8809-E996D89A6D11}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