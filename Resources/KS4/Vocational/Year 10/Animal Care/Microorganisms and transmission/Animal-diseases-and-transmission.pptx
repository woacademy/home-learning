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2ECB3A-A726-4005-9CEA-F2F4E935ED2C}">
  <a:tblStyle styleId="{692ECB3A-A726-4005-9CEA-F2F4E935ED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{692ECB3A-A726-4005-9CEA-F2F4E935ED2C}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{692ECB3A-A726-4005-9CEA-F2F4E935ED2C}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{692ECB3A-A726-4005-9CEA-F2F4E935ED2C}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{692ECB3A-A726-4005-9CEA-F2F4E935ED2C}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{692ECB3A-A726-4005-9CEA-F2F4E935ED2C}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