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CBAB20-4AB2-4CD7-AF6F-5DB290EF3F8B}">
  <a:tblStyle styleId="{02CBAB20-4AB2-4CD7-AF6F-5DB290EF3F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{02CBAB20-4AB2-4CD7-AF6F-5DB290EF3F8B}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{02CBAB20-4AB2-4CD7-AF6F-5DB290EF3F8B}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{02CBAB20-4AB2-4CD7-AF6F-5DB290EF3F8B}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{02CBAB20-4AB2-4CD7-AF6F-5DB290EF3F8B}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{02CBAB20-4AB2-4CD7-AF6F-5DB290EF3F8B}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