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097E8-3EC7-4592-85A3-6968C06FA687}">
  <a:tblStyle styleId="{8F4097E8-3EC7-4592-85A3-6968C06FA6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{8F4097E8-3EC7-4592-85A3-6968C06FA687}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{8F4097E8-3EC7-4592-85A3-6968C06FA687}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{8F4097E8-3EC7-4592-85A3-6968C06FA687}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{8F4097E8-3EC7-4592-85A3-6968C06FA687}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{8F4097E8-3EC7-4592-85A3-6968C06FA687}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