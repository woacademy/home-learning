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91BCF9-8084-45A1-ACA2-0EC84953E238}">
  <a:tblStyle styleId="{FA91BCF9-8084-45A1-ACA2-0EC84953E2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{FA91BCF9-8084-45A1-ACA2-0EC84953E238}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{FA91BCF9-8084-45A1-ACA2-0EC84953E238}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{FA91BCF9-8084-45A1-ACA2-0EC84953E238}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{FA91BCF9-8084-45A1-ACA2-0EC84953E238}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{FA91BCF9-8084-45A1-ACA2-0EC84953E238}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