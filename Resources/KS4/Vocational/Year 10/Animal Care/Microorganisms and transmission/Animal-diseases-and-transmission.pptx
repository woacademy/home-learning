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DEC10C-0968-4B11-B909-3D2FE4DDFEFB}">
  <a:tblStyle styleId="{6DDEC10C-0968-4B11-B909-3D2FE4DDFEF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{6DDEC10C-0968-4B11-B909-3D2FE4DDFEFB}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{6DDEC10C-0968-4B11-B909-3D2FE4DDFEFB}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{6DDEC10C-0968-4B11-B909-3D2FE4DDFEFB}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{6DDEC10C-0968-4B11-B909-3D2FE4DDFEFB}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{6DDEC10C-0968-4B11-B909-3D2FE4DDFEFB}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