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4C0934-8AB7-4BC7-9C4B-21853E452DA3}">
  <a:tblStyle styleId="{494C0934-8AB7-4BC7-9C4B-21853E452DA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{494C0934-8AB7-4BC7-9C4B-21853E452DA3}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{494C0934-8AB7-4BC7-9C4B-21853E452DA3}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{494C0934-8AB7-4BC7-9C4B-21853E452DA3}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{494C0934-8AB7-4BC7-9C4B-21853E452DA3}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{494C0934-8AB7-4BC7-9C4B-21853E452DA3}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