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55C37-716B-4EDF-90DB-94E4B847F93E}">
  <a:tblStyle styleId="{4F355C37-716B-4EDF-90DB-94E4B847F9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{4F355C37-716B-4EDF-90DB-94E4B847F93E}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{4F355C37-716B-4EDF-90DB-94E4B847F93E}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{4F355C37-716B-4EDF-90DB-94E4B847F93E}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{4F355C37-716B-4EDF-90DB-94E4B847F93E}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{4F355C37-716B-4EDF-90DB-94E4B847F93E}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