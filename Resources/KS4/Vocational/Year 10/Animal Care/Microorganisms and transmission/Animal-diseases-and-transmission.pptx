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2BA58C-512F-4745-9A67-C668BB13E9D8}">
  <a:tblStyle styleId="{302BA58C-512F-4745-9A67-C668BB13E9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{302BA58C-512F-4745-9A67-C668BB13E9D8}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{302BA58C-512F-4745-9A67-C668BB13E9D8}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{302BA58C-512F-4745-9A67-C668BB13E9D8}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{302BA58C-512F-4745-9A67-C668BB13E9D8}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{302BA58C-512F-4745-9A67-C668BB13E9D8}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