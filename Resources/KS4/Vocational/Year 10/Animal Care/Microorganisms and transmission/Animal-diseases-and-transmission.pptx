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B405D-7F17-464F-B45F-4D9061EEBDE3}">
  <a:tblStyle styleId="{235B405D-7F17-464F-B45F-4D9061EEBD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{235B405D-7F17-464F-B45F-4D9061EEBDE3}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{235B405D-7F17-464F-B45F-4D9061EEBDE3}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{235B405D-7F17-464F-B45F-4D9061EEBDE3}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{235B405D-7F17-464F-B45F-4D9061EEBDE3}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{235B405D-7F17-464F-B45F-4D9061EEBDE3}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