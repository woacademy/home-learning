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B2DDFB-8A9A-4FF8-8A6E-E1B1F727BB67}">
  <a:tblStyle styleId="{11B2DDFB-8A9A-4FF8-8A6E-E1B1F727BB6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{11B2DDFB-8A9A-4FF8-8A6E-E1B1F727BB67}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{11B2DDFB-8A9A-4FF8-8A6E-E1B1F727BB67}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{11B2DDFB-8A9A-4FF8-8A6E-E1B1F727BB67}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{11B2DDFB-8A9A-4FF8-8A6E-E1B1F727BB67}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{11B2DDFB-8A9A-4FF8-8A6E-E1B1F727BB67}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