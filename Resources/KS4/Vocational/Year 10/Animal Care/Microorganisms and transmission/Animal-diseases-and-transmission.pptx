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2F68C8-0625-43B5-B39F-B0E6BCE97DF6}">
  <a:tblStyle styleId="{BA2F68C8-0625-43B5-B39F-B0E6BCE97DF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{BA2F68C8-0625-43B5-B39F-B0E6BCE97DF6}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{BA2F68C8-0625-43B5-B39F-B0E6BCE97DF6}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{BA2F68C8-0625-43B5-B39F-B0E6BCE97DF6}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{BA2F68C8-0625-43B5-B39F-B0E6BCE97DF6}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{BA2F68C8-0625-43B5-B39F-B0E6BCE97DF6}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