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50601C-0126-4A04-BDAB-7CB68FDCC68F}">
  <a:tblStyle styleId="{9A50601C-0126-4A04-BDAB-7CB68FDCC6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{9A50601C-0126-4A04-BDAB-7CB68FDCC68F}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{9A50601C-0126-4A04-BDAB-7CB68FDCC68F}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{9A50601C-0126-4A04-BDAB-7CB68FDCC68F}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{9A50601C-0126-4A04-BDAB-7CB68FDCC68F}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{9A50601C-0126-4A04-BDAB-7CB68FDCC68F}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