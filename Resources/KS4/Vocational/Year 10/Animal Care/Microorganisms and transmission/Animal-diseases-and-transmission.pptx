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D4F2B7-31B6-4A67-BAEF-AC73A00C1E26}">
  <a:tblStyle styleId="{38D4F2B7-31B6-4A67-BAEF-AC73A00C1E2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{38D4F2B7-31B6-4A67-BAEF-AC73A00C1E26}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{38D4F2B7-31B6-4A67-BAEF-AC73A00C1E26}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{38D4F2B7-31B6-4A67-BAEF-AC73A00C1E26}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{38D4F2B7-31B6-4A67-BAEF-AC73A00C1E26}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{38D4F2B7-31B6-4A67-BAEF-AC73A00C1E26}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