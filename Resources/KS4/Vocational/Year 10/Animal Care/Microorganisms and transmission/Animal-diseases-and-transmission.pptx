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228475-C14D-402D-B607-B6C1B89EF096}">
  <a:tblStyle styleId="{7C228475-C14D-402D-B607-B6C1B89EF0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{7C228475-C14D-402D-B607-B6C1B89EF096}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{7C228475-C14D-402D-B607-B6C1B89EF096}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{7C228475-C14D-402D-B607-B6C1B89EF096}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{7C228475-C14D-402D-B607-B6C1B89EF096}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{7C228475-C14D-402D-B607-B6C1B89EF096}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