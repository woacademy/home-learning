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918906-4643-48C9-BBED-10D45B9D5301}">
  <a:tblStyle styleId="{15918906-4643-48C9-BBED-10D45B9D53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{15918906-4643-48C9-BBED-10D45B9D5301}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{15918906-4643-48C9-BBED-10D45B9D5301}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{15918906-4643-48C9-BBED-10D45B9D5301}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{15918906-4643-48C9-BBED-10D45B9D5301}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{15918906-4643-48C9-BBED-10D45B9D5301}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