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8A57E-8BD8-4F4B-92C2-3EA4ACC1BDFC}">
  <a:tblStyle styleId="{F998A57E-8BD8-4F4B-92C2-3EA4ACC1BD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{F998A57E-8BD8-4F4B-92C2-3EA4ACC1BDFC}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{F998A57E-8BD8-4F4B-92C2-3EA4ACC1BDFC}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{F998A57E-8BD8-4F4B-92C2-3EA4ACC1BDFC}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{F998A57E-8BD8-4F4B-92C2-3EA4ACC1BDFC}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{F998A57E-8BD8-4F4B-92C2-3EA4ACC1BDFC}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