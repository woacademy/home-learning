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5703BF-4832-4E98-A4CF-639807AAAE77}">
  <a:tblStyle styleId="{E65703BF-4832-4E98-A4CF-639807AAAE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{E65703BF-4832-4E98-A4CF-639807AAAE77}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{E65703BF-4832-4E98-A4CF-639807AAAE77}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{E65703BF-4832-4E98-A4CF-639807AAAE77}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{E65703BF-4832-4E98-A4CF-639807AAAE77}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{E65703BF-4832-4E98-A4CF-639807AAAE77}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