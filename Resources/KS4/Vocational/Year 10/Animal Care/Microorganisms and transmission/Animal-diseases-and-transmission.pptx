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43D4334-936B-41E5-87F6-5AA9A3E6717E}">
  <a:tblStyle styleId="{343D4334-936B-41E5-87F6-5AA9A3E6717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{343D4334-936B-41E5-87F6-5AA9A3E6717E}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{343D4334-936B-41E5-87F6-5AA9A3E6717E}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{343D4334-936B-41E5-87F6-5AA9A3E6717E}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{343D4334-936B-41E5-87F6-5AA9A3E6717E}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{343D4334-936B-41E5-87F6-5AA9A3E6717E}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