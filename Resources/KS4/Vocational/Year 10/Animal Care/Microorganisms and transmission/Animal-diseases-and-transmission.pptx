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1C9BF3-F1D7-4832-A670-752F00F9DF0A}">
  <a:tblStyle styleId="{BC1C9BF3-F1D7-4832-A670-752F00F9DF0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{BC1C9BF3-F1D7-4832-A670-752F00F9DF0A}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{BC1C9BF3-F1D7-4832-A670-752F00F9DF0A}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{BC1C9BF3-F1D7-4832-A670-752F00F9DF0A}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{BC1C9BF3-F1D7-4832-A670-752F00F9DF0A}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{BC1C9BF3-F1D7-4832-A670-752F00F9DF0A}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