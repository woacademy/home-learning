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FB5E02-64CE-458F-AC58-D750F9BCE37E}">
  <a:tblStyle styleId="{87FB5E02-64CE-458F-AC58-D750F9BCE3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{87FB5E02-64CE-458F-AC58-D750F9BCE37E}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{87FB5E02-64CE-458F-AC58-D750F9BCE37E}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{87FB5E02-64CE-458F-AC58-D750F9BCE37E}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{87FB5E02-64CE-458F-AC58-D750F9BCE37E}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{87FB5E02-64CE-458F-AC58-D750F9BCE37E}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