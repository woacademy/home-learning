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6F461-CD4F-4571-9F7C-E240EAD16641}">
  <a:tblStyle styleId="{73E6F461-CD4F-4571-9F7C-E240EAD166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{73E6F461-CD4F-4571-9F7C-E240EAD16641}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{73E6F461-CD4F-4571-9F7C-E240EAD16641}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{73E6F461-CD4F-4571-9F7C-E240EAD16641}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{73E6F461-CD4F-4571-9F7C-E240EAD16641}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{73E6F461-CD4F-4571-9F7C-E240EAD16641}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