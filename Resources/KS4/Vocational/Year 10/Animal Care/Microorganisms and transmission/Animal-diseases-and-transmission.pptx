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9C9D21-2AF2-4C81-88A7-A7F262941486}">
  <a:tblStyle styleId="{3F9C9D21-2AF2-4C81-88A7-A7F2629414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{3F9C9D21-2AF2-4C81-88A7-A7F262941486}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{3F9C9D21-2AF2-4C81-88A7-A7F262941486}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{3F9C9D21-2AF2-4C81-88A7-A7F262941486}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{3F9C9D21-2AF2-4C81-88A7-A7F262941486}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{3F9C9D21-2AF2-4C81-88A7-A7F262941486}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