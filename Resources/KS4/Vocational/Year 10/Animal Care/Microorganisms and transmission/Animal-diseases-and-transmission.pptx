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E9F9B-1EF5-4821-8C39-FD4FE6C08130}">
  <a:tblStyle styleId="{A43E9F9B-1EF5-4821-8C39-FD4FE6C081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{A43E9F9B-1EF5-4821-8C39-FD4FE6C08130}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{A43E9F9B-1EF5-4821-8C39-FD4FE6C08130}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{A43E9F9B-1EF5-4821-8C39-FD4FE6C08130}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{A43E9F9B-1EF5-4821-8C39-FD4FE6C08130}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{A43E9F9B-1EF5-4821-8C39-FD4FE6C08130}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