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5F2AF3-2FCF-436E-B17F-F01DCAB38BAF}">
  <a:tblStyle styleId="{AC5F2AF3-2FCF-436E-B17F-F01DCAB38B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{AC5F2AF3-2FCF-436E-B17F-F01DCAB38BAF}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{AC5F2AF3-2FCF-436E-B17F-F01DCAB38BAF}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{AC5F2AF3-2FCF-436E-B17F-F01DCAB38BAF}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{AC5F2AF3-2FCF-436E-B17F-F01DCAB38BAF}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{AC5F2AF3-2FCF-436E-B17F-F01DCAB38BAF}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