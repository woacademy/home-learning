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AAABFA-9836-4F22-93A3-621B79B0C03F}">
  <a:tblStyle styleId="{DBAAABFA-9836-4F22-93A3-621B79B0C0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{DBAAABFA-9836-4F22-93A3-621B79B0C03F}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{DBAAABFA-9836-4F22-93A3-621B79B0C03F}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{DBAAABFA-9836-4F22-93A3-621B79B0C03F}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{DBAAABFA-9836-4F22-93A3-621B79B0C03F}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{DBAAABFA-9836-4F22-93A3-621B79B0C03F}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