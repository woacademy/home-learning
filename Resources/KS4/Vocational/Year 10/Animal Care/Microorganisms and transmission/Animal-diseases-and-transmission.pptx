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8DDFCB-5037-4332-B217-784AC90C8A18}">
  <a:tblStyle styleId="{B58DDFCB-5037-4332-B217-784AC90C8A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{B58DDFCB-5037-4332-B217-784AC90C8A18}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{B58DDFCB-5037-4332-B217-784AC90C8A18}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{B58DDFCB-5037-4332-B217-784AC90C8A18}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{B58DDFCB-5037-4332-B217-784AC90C8A18}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{B58DDFCB-5037-4332-B217-784AC90C8A18}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