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98AF3C-7F2C-4816-88B8-646794C5B65B}">
  <a:tblStyle styleId="{E998AF3C-7F2C-4816-88B8-646794C5B6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{E998AF3C-7F2C-4816-88B8-646794C5B65B}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{E998AF3C-7F2C-4816-88B8-646794C5B65B}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{E998AF3C-7F2C-4816-88B8-646794C5B65B}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{E998AF3C-7F2C-4816-88B8-646794C5B65B}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{E998AF3C-7F2C-4816-88B8-646794C5B65B}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