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A9DED4-9A2E-44C9-A3C5-1701C264D972}">
  <a:tblStyle styleId="{88A9DED4-9A2E-44C9-A3C5-1701C264D9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{88A9DED4-9A2E-44C9-A3C5-1701C264D972}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{88A9DED4-9A2E-44C9-A3C5-1701C264D972}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{88A9DED4-9A2E-44C9-A3C5-1701C264D972}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{88A9DED4-9A2E-44C9-A3C5-1701C264D972}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{88A9DED4-9A2E-44C9-A3C5-1701C264D972}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