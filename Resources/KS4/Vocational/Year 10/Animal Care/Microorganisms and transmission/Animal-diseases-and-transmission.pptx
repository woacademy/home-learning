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A1A441-AFBE-47E0-928B-100ADAC6F426}">
  <a:tblStyle styleId="{F9A1A441-AFBE-47E0-928B-100ADAC6F4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{F9A1A441-AFBE-47E0-928B-100ADAC6F426}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{F9A1A441-AFBE-47E0-928B-100ADAC6F426}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{F9A1A441-AFBE-47E0-928B-100ADAC6F426}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{F9A1A441-AFBE-47E0-928B-100ADAC6F426}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{F9A1A441-AFBE-47E0-928B-100ADAC6F426}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