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906D9F-3C4E-4F9A-9FD9-8BB7967C83A6}">
  <a:tblStyle styleId="{10906D9F-3C4E-4F9A-9FD9-8BB7967C83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{10906D9F-3C4E-4F9A-9FD9-8BB7967C83A6}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{10906D9F-3C4E-4F9A-9FD9-8BB7967C83A6}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{10906D9F-3C4E-4F9A-9FD9-8BB7967C83A6}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{10906D9F-3C4E-4F9A-9FD9-8BB7967C83A6}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{10906D9F-3C4E-4F9A-9FD9-8BB7967C83A6}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