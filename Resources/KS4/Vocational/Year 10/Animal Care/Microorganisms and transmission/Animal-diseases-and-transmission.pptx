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B4A2D7-AE03-47AB-B95B-01AD9BA043A3}">
  <a:tblStyle styleId="{06B4A2D7-AE03-47AB-B95B-01AD9BA043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{06B4A2D7-AE03-47AB-B95B-01AD9BA043A3}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{06B4A2D7-AE03-47AB-B95B-01AD9BA043A3}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{06B4A2D7-AE03-47AB-B95B-01AD9BA043A3}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{06B4A2D7-AE03-47AB-B95B-01AD9BA043A3}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{06B4A2D7-AE03-47AB-B95B-01AD9BA043A3}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