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F69D4F-DC05-4804-B11F-7E62AB51798D}">
  <a:tblStyle styleId="{0FF69D4F-DC05-4804-B11F-7E62AB5179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{0FF69D4F-DC05-4804-B11F-7E62AB51798D}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{0FF69D4F-DC05-4804-B11F-7E62AB51798D}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{0FF69D4F-DC05-4804-B11F-7E62AB51798D}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{0FF69D4F-DC05-4804-B11F-7E62AB51798D}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{0FF69D4F-DC05-4804-B11F-7E62AB51798D}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