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86C75E-638B-4022-BC8B-3DB04D77933C}">
  <a:tblStyle styleId="{EC86C75E-638B-4022-BC8B-3DB04D7793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{EC86C75E-638B-4022-BC8B-3DB04D77933C}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{EC86C75E-638B-4022-BC8B-3DB04D77933C}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{EC86C75E-638B-4022-BC8B-3DB04D77933C}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{EC86C75E-638B-4022-BC8B-3DB04D77933C}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{EC86C75E-638B-4022-BC8B-3DB04D77933C}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