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5406A1-A14D-42B9-B420-D7ACCA4A3A18}">
  <a:tblStyle styleId="{B05406A1-A14D-42B9-B420-D7ACCA4A3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{B05406A1-A14D-42B9-B420-D7ACCA4A3A18}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{B05406A1-A14D-42B9-B420-D7ACCA4A3A18}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{B05406A1-A14D-42B9-B420-D7ACCA4A3A18}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{B05406A1-A14D-42B9-B420-D7ACCA4A3A18}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{B05406A1-A14D-42B9-B420-D7ACCA4A3A18}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