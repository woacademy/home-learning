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E79FDF-3BF9-4877-9718-126E161FF082}">
  <a:tblStyle styleId="{E6E79FDF-3BF9-4877-9718-126E161FF08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{E6E79FDF-3BF9-4877-9718-126E161FF082}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{E6E79FDF-3BF9-4877-9718-126E161FF082}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{E6E79FDF-3BF9-4877-9718-126E161FF082}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{E6E79FDF-3BF9-4877-9718-126E161FF082}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{E6E79FDF-3BF9-4877-9718-126E161FF082}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