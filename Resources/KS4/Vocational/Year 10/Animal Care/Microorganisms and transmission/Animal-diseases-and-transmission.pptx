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33037C-D203-44E2-87C5-63C4CD98EC17}">
  <a:tblStyle styleId="{B533037C-D203-44E2-87C5-63C4CD98EC1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{B533037C-D203-44E2-87C5-63C4CD98EC17}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{B533037C-D203-44E2-87C5-63C4CD98EC17}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{B533037C-D203-44E2-87C5-63C4CD98EC17}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{B533037C-D203-44E2-87C5-63C4CD98EC17}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{B533037C-D203-44E2-87C5-63C4CD98EC17}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