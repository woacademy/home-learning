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206755-0B2F-4166-BAC7-F9A704C70A2D}">
  <a:tblStyle styleId="{54206755-0B2F-4166-BAC7-F9A704C70A2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{54206755-0B2F-4166-BAC7-F9A704C70A2D}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{54206755-0B2F-4166-BAC7-F9A704C70A2D}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{54206755-0B2F-4166-BAC7-F9A704C70A2D}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{54206755-0B2F-4166-BAC7-F9A704C70A2D}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{54206755-0B2F-4166-BAC7-F9A704C70A2D}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