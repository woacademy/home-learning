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F8B0BC-1B7C-441B-BD37-9AF9A84055D8}">
  <a:tblStyle styleId="{ECF8B0BC-1B7C-441B-BD37-9AF9A84055D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{ECF8B0BC-1B7C-441B-BD37-9AF9A84055D8}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{ECF8B0BC-1B7C-441B-BD37-9AF9A84055D8}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{ECF8B0BC-1B7C-441B-BD37-9AF9A84055D8}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{ECF8B0BC-1B7C-441B-BD37-9AF9A84055D8}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{ECF8B0BC-1B7C-441B-BD37-9AF9A84055D8}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