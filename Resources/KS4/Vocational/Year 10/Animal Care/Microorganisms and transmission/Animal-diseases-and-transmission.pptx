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6813E9-445E-4E5D-929F-AA152BA8FA6E}">
  <a:tblStyle styleId="{B36813E9-445E-4E5D-929F-AA152BA8FA6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{B36813E9-445E-4E5D-929F-AA152BA8FA6E}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{B36813E9-445E-4E5D-929F-AA152BA8FA6E}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{B36813E9-445E-4E5D-929F-AA152BA8FA6E}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{B36813E9-445E-4E5D-929F-AA152BA8FA6E}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{B36813E9-445E-4E5D-929F-AA152BA8FA6E}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