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BD03E-CCA0-4B78-B686-930875EAD54B}">
  <a:tblStyle styleId="{21CBD03E-CCA0-4B78-B686-930875EAD5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{21CBD03E-CCA0-4B78-B686-930875EAD54B}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{21CBD03E-CCA0-4B78-B686-930875EAD54B}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{21CBD03E-CCA0-4B78-B686-930875EAD54B}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{21CBD03E-CCA0-4B78-B686-930875EAD54B}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{21CBD03E-CCA0-4B78-B686-930875EAD54B}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