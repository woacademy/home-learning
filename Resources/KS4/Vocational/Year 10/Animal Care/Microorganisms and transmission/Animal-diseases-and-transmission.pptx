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DA87EA-A00D-4A97-B8F1-81BC831AED59}">
  <a:tblStyle styleId="{26DA87EA-A00D-4A97-B8F1-81BC831AED5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{26DA87EA-A00D-4A97-B8F1-81BC831AED59}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{26DA87EA-A00D-4A97-B8F1-81BC831AED59}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{26DA87EA-A00D-4A97-B8F1-81BC831AED59}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{26DA87EA-A00D-4A97-B8F1-81BC831AED59}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{26DA87EA-A00D-4A97-B8F1-81BC831AED59}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