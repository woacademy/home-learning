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856D6A-7EE0-43CE-8342-0982AB053164}">
  <a:tblStyle styleId="{35856D6A-7EE0-43CE-8342-0982AB05316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{35856D6A-7EE0-43CE-8342-0982AB053164}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{35856D6A-7EE0-43CE-8342-0982AB053164}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{35856D6A-7EE0-43CE-8342-0982AB053164}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{35856D6A-7EE0-43CE-8342-0982AB053164}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{35856D6A-7EE0-43CE-8342-0982AB053164}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