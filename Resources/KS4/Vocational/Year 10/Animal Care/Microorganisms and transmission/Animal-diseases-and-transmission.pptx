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82AD2A8-339B-48A4-B009-FC087ED15CE9}">
  <a:tblStyle styleId="{882AD2A8-339B-48A4-B009-FC087ED15CE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{882AD2A8-339B-48A4-B009-FC087ED15CE9}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{882AD2A8-339B-48A4-B009-FC087ED15CE9}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{882AD2A8-339B-48A4-B009-FC087ED15CE9}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{882AD2A8-339B-48A4-B009-FC087ED15CE9}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{882AD2A8-339B-48A4-B009-FC087ED15CE9}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