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7568B3-E12C-48CC-883F-E5D6102597E0}">
  <a:tblStyle styleId="{557568B3-E12C-48CC-883F-E5D6102597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{557568B3-E12C-48CC-883F-E5D6102597E0}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{557568B3-E12C-48CC-883F-E5D6102597E0}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{557568B3-E12C-48CC-883F-E5D6102597E0}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{557568B3-E12C-48CC-883F-E5D6102597E0}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{557568B3-E12C-48CC-883F-E5D6102597E0}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