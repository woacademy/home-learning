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8A67BF-C01E-49A8-9F03-FC5ACEB8D4F8}">
  <a:tblStyle styleId="{A68A67BF-C01E-49A8-9F03-FC5ACEB8D4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{A68A67BF-C01E-49A8-9F03-FC5ACEB8D4F8}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{A68A67BF-C01E-49A8-9F03-FC5ACEB8D4F8}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{A68A67BF-C01E-49A8-9F03-FC5ACEB8D4F8}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{A68A67BF-C01E-49A8-9F03-FC5ACEB8D4F8}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{A68A67BF-C01E-49A8-9F03-FC5ACEB8D4F8}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