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ABC1DE-6251-4006-AE3E-95126AD0B102}">
  <a:tblStyle styleId="{E4ABC1DE-6251-4006-AE3E-95126AD0B1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{E4ABC1DE-6251-4006-AE3E-95126AD0B102}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{E4ABC1DE-6251-4006-AE3E-95126AD0B102}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{E4ABC1DE-6251-4006-AE3E-95126AD0B102}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{E4ABC1DE-6251-4006-AE3E-95126AD0B102}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{E4ABC1DE-6251-4006-AE3E-95126AD0B102}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