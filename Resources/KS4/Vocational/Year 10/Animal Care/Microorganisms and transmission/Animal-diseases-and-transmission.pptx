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E62B78-E482-4A40-AAEA-4C56A2EE912C}">
  <a:tblStyle styleId="{41E62B78-E482-4A40-AAEA-4C56A2EE91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{41E62B78-E482-4A40-AAEA-4C56A2EE912C}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{41E62B78-E482-4A40-AAEA-4C56A2EE912C}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{41E62B78-E482-4A40-AAEA-4C56A2EE912C}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{41E62B78-E482-4A40-AAEA-4C56A2EE912C}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{41E62B78-E482-4A40-AAEA-4C56A2EE912C}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