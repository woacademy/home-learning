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7E52C1-76CC-46DA-9CED-3256CB17F59A}">
  <a:tblStyle styleId="{597E52C1-76CC-46DA-9CED-3256CB17F59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{597E52C1-76CC-46DA-9CED-3256CB17F59A}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{597E52C1-76CC-46DA-9CED-3256CB17F59A}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{597E52C1-76CC-46DA-9CED-3256CB17F59A}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{597E52C1-76CC-46DA-9CED-3256CB17F59A}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{597E52C1-76CC-46DA-9CED-3256CB17F59A}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