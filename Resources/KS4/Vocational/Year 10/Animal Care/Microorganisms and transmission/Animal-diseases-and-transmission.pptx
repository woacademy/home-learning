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C0F5FF-CA67-449F-9A1E-756114E5787B}">
  <a:tblStyle styleId="{83C0F5FF-CA67-449F-9A1E-756114E578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{83C0F5FF-CA67-449F-9A1E-756114E5787B}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{83C0F5FF-CA67-449F-9A1E-756114E5787B}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{83C0F5FF-CA67-449F-9A1E-756114E5787B}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{83C0F5FF-CA67-449F-9A1E-756114E5787B}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{83C0F5FF-CA67-449F-9A1E-756114E5787B}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