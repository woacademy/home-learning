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3DAF55-0077-4C8D-8E87-0930C560872F}">
  <a:tblStyle styleId="{773DAF55-0077-4C8D-8E87-0930C560872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{773DAF55-0077-4C8D-8E87-0930C560872F}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{773DAF55-0077-4C8D-8E87-0930C560872F}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{773DAF55-0077-4C8D-8E87-0930C560872F}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{773DAF55-0077-4C8D-8E87-0930C560872F}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{773DAF55-0077-4C8D-8E87-0930C560872F}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