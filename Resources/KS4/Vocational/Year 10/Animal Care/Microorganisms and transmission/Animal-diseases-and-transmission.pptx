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2DFB9-A86A-465F-A25D-3BC5C9931197}">
  <a:tblStyle styleId="{58D2DFB9-A86A-465F-A25D-3BC5C99311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{58D2DFB9-A86A-465F-A25D-3BC5C9931197}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{58D2DFB9-A86A-465F-A25D-3BC5C9931197}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{58D2DFB9-A86A-465F-A25D-3BC5C9931197}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{58D2DFB9-A86A-465F-A25D-3BC5C9931197}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{58D2DFB9-A86A-465F-A25D-3BC5C9931197}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