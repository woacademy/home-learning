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273F56-5F11-4CC9-B578-6E62DFDFEA24}">
  <a:tblStyle styleId="{EA273F56-5F11-4CC9-B578-6E62DFDFEA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{EA273F56-5F11-4CC9-B578-6E62DFDFEA24}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{EA273F56-5F11-4CC9-B578-6E62DFDFEA24}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{EA273F56-5F11-4CC9-B578-6E62DFDFEA24}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{EA273F56-5F11-4CC9-B578-6E62DFDFEA24}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{EA273F56-5F11-4CC9-B578-6E62DFDFEA24}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