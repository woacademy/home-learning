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CF2DDE7-B82E-48B1-AAF6-BB12A6C33C2B}">
  <a:tblStyle styleId="{5CF2DDE7-B82E-48B1-AAF6-BB12A6C33C2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{5CF2DDE7-B82E-48B1-AAF6-BB12A6C33C2B}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{5CF2DDE7-B82E-48B1-AAF6-BB12A6C33C2B}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{5CF2DDE7-B82E-48B1-AAF6-BB12A6C33C2B}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{5CF2DDE7-B82E-48B1-AAF6-BB12A6C33C2B}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{5CF2DDE7-B82E-48B1-AAF6-BB12A6C33C2B}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