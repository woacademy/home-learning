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2A76B6-E6BA-4403-9B11-667F9AE801A3}">
  <a:tblStyle styleId="{0A2A76B6-E6BA-4403-9B11-667F9AE801A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{0A2A76B6-E6BA-4403-9B11-667F9AE801A3}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{0A2A76B6-E6BA-4403-9B11-667F9AE801A3}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{0A2A76B6-E6BA-4403-9B11-667F9AE801A3}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{0A2A76B6-E6BA-4403-9B11-667F9AE801A3}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{0A2A76B6-E6BA-4403-9B11-667F9AE801A3}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