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52859C-2D2F-4FDC-A476-FBBC7917A70E}">
  <a:tblStyle styleId="{0852859C-2D2F-4FDC-A476-FBBC7917A7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{0852859C-2D2F-4FDC-A476-FBBC7917A70E}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{0852859C-2D2F-4FDC-A476-FBBC7917A70E}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{0852859C-2D2F-4FDC-A476-FBBC7917A70E}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{0852859C-2D2F-4FDC-A476-FBBC7917A70E}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{0852859C-2D2F-4FDC-A476-FBBC7917A70E}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