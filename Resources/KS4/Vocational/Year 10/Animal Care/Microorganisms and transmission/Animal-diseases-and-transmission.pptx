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114D19-32C2-4CAC-AC4D-64479E58C035}">
  <a:tblStyle styleId="{0B114D19-32C2-4CAC-AC4D-64479E58C03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{0B114D19-32C2-4CAC-AC4D-64479E58C035}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{0B114D19-32C2-4CAC-AC4D-64479E58C035}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{0B114D19-32C2-4CAC-AC4D-64479E58C035}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{0B114D19-32C2-4CAC-AC4D-64479E58C035}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{0B114D19-32C2-4CAC-AC4D-64479E58C035}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