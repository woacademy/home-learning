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953002-5286-4DE3-8E50-1A2FF50CFA76}">
  <a:tblStyle styleId="{35953002-5286-4DE3-8E50-1A2FF50CFA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{35953002-5286-4DE3-8E50-1A2FF50CFA76}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{35953002-5286-4DE3-8E50-1A2FF50CFA76}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{35953002-5286-4DE3-8E50-1A2FF50CFA76}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{35953002-5286-4DE3-8E50-1A2FF50CFA76}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{35953002-5286-4DE3-8E50-1A2FF50CFA76}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