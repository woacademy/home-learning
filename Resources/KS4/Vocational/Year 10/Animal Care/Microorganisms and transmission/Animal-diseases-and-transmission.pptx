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05FD29-C35E-47DC-97A3-A0DC0000FDFF}">
  <a:tblStyle styleId="{7B05FD29-C35E-47DC-97A3-A0DC0000FDF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{7B05FD29-C35E-47DC-97A3-A0DC0000FDFF}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{7B05FD29-C35E-47DC-97A3-A0DC0000FDFF}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{7B05FD29-C35E-47DC-97A3-A0DC0000FDFF}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{7B05FD29-C35E-47DC-97A3-A0DC0000FDFF}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{7B05FD29-C35E-47DC-97A3-A0DC0000FDFF}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