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D2EB340-D438-414F-A6EC-03E3407C92D9}">
  <a:tblStyle styleId="{5D2EB340-D438-414F-A6EC-03E3407C92D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{5D2EB340-D438-414F-A6EC-03E3407C92D9}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{5D2EB340-D438-414F-A6EC-03E3407C92D9}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{5D2EB340-D438-414F-A6EC-03E3407C92D9}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{5D2EB340-D438-414F-A6EC-03E3407C92D9}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{5D2EB340-D438-414F-A6EC-03E3407C92D9}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