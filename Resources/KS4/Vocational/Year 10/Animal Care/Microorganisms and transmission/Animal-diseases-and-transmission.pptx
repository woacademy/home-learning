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F033D-DC84-4B46-8532-04698700A5FD}">
  <a:tblStyle styleId="{46DF033D-DC84-4B46-8532-04698700A5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{46DF033D-DC84-4B46-8532-04698700A5FD}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{46DF033D-DC84-4B46-8532-04698700A5FD}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{46DF033D-DC84-4B46-8532-04698700A5FD}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{46DF033D-DC84-4B46-8532-04698700A5FD}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{46DF033D-DC84-4B46-8532-04698700A5FD}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