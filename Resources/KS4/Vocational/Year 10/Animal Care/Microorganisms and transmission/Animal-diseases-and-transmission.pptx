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DB0E68-3921-44ED-8AF7-B00FB26B8248}">
  <a:tblStyle styleId="{6FDB0E68-3921-44ED-8AF7-B00FB26B82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{6FDB0E68-3921-44ED-8AF7-B00FB26B8248}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{6FDB0E68-3921-44ED-8AF7-B00FB26B8248}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{6FDB0E68-3921-44ED-8AF7-B00FB26B8248}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{6FDB0E68-3921-44ED-8AF7-B00FB26B8248}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{6FDB0E68-3921-44ED-8AF7-B00FB26B8248}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