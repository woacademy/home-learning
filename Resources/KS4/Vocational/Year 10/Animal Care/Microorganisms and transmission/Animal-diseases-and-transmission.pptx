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B0EAD7-11DC-4153-8BE0-EDF8FEC82D2F}">
  <a:tblStyle styleId="{AAB0EAD7-11DC-4153-8BE0-EDF8FEC82D2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{AAB0EAD7-11DC-4153-8BE0-EDF8FEC82D2F}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{AAB0EAD7-11DC-4153-8BE0-EDF8FEC82D2F}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{AAB0EAD7-11DC-4153-8BE0-EDF8FEC82D2F}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{AAB0EAD7-11DC-4153-8BE0-EDF8FEC82D2F}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{AAB0EAD7-11DC-4153-8BE0-EDF8FEC82D2F}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