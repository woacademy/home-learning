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8A79C6-D809-44AB-9C23-DCBE35BC2049}">
  <a:tblStyle styleId="{958A79C6-D809-44AB-9C23-DCBE35BC204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{958A79C6-D809-44AB-9C23-DCBE35BC2049}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{958A79C6-D809-44AB-9C23-DCBE35BC2049}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{958A79C6-D809-44AB-9C23-DCBE35BC2049}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{958A79C6-D809-44AB-9C23-DCBE35BC2049}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{958A79C6-D809-44AB-9C23-DCBE35BC2049}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