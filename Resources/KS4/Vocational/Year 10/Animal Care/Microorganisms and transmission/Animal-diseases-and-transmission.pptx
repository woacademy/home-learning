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EA19CD-F26A-41E8-B708-B1569F2CA026}">
  <a:tblStyle styleId="{05EA19CD-F26A-41E8-B708-B1569F2CA0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{05EA19CD-F26A-41E8-B708-B1569F2CA026}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{05EA19CD-F26A-41E8-B708-B1569F2CA026}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{05EA19CD-F26A-41E8-B708-B1569F2CA026}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{05EA19CD-F26A-41E8-B708-B1569F2CA026}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{05EA19CD-F26A-41E8-B708-B1569F2CA026}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