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6AAB0F-0972-46EE-A6AE-C37D619F805A}">
  <a:tblStyle styleId="{F26AAB0F-0972-46EE-A6AE-C37D619F80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{F26AAB0F-0972-46EE-A6AE-C37D619F805A}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{F26AAB0F-0972-46EE-A6AE-C37D619F805A}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{F26AAB0F-0972-46EE-A6AE-C37D619F805A}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{F26AAB0F-0972-46EE-A6AE-C37D619F805A}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{F26AAB0F-0972-46EE-A6AE-C37D619F805A}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