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DAD837-C5B0-4B74-B516-F1F57656E4F5}">
  <a:tblStyle styleId="{1CDAD837-C5B0-4B74-B516-F1F57656E4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{1CDAD837-C5B0-4B74-B516-F1F57656E4F5}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{1CDAD837-C5B0-4B74-B516-F1F57656E4F5}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{1CDAD837-C5B0-4B74-B516-F1F57656E4F5}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{1CDAD837-C5B0-4B74-B516-F1F57656E4F5}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{1CDAD837-C5B0-4B74-B516-F1F57656E4F5}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