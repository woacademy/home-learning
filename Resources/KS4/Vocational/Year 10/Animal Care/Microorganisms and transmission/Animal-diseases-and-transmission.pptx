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73BF1A7-C315-4012-8F5B-33E54464D26E}">
  <a:tblStyle styleId="{D73BF1A7-C315-4012-8F5B-33E54464D26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{D73BF1A7-C315-4012-8F5B-33E54464D26E}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{D73BF1A7-C315-4012-8F5B-33E54464D26E}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{D73BF1A7-C315-4012-8F5B-33E54464D26E}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{D73BF1A7-C315-4012-8F5B-33E54464D26E}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{D73BF1A7-C315-4012-8F5B-33E54464D26E}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