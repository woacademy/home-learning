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64A536-D824-48A7-A5F3-6A940236212B}">
  <a:tblStyle styleId="{3C64A536-D824-48A7-A5F3-6A94023621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{3C64A536-D824-48A7-A5F3-6A940236212B}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{3C64A536-D824-48A7-A5F3-6A940236212B}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{3C64A536-D824-48A7-A5F3-6A940236212B}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{3C64A536-D824-48A7-A5F3-6A940236212B}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{3C64A536-D824-48A7-A5F3-6A940236212B}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