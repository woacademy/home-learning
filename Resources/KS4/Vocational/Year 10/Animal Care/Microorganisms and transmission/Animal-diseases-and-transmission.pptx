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FD8B7D-6BE6-4C03-A806-F8B11C19A137}">
  <a:tblStyle styleId="{FFFD8B7D-6BE6-4C03-A806-F8B11C19A13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{FFFD8B7D-6BE6-4C03-A806-F8B11C19A137}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{FFFD8B7D-6BE6-4C03-A806-F8B11C19A137}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{FFFD8B7D-6BE6-4C03-A806-F8B11C19A137}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{FFFD8B7D-6BE6-4C03-A806-F8B11C19A137}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{FFFD8B7D-6BE6-4C03-A806-F8B11C19A137}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