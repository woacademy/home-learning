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8DF1BF-8C1D-4682-A8AD-85707372FA2E}">
  <a:tblStyle styleId="{258DF1BF-8C1D-4682-A8AD-85707372FA2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{258DF1BF-8C1D-4682-A8AD-85707372FA2E}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{258DF1BF-8C1D-4682-A8AD-85707372FA2E}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{258DF1BF-8C1D-4682-A8AD-85707372FA2E}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{258DF1BF-8C1D-4682-A8AD-85707372FA2E}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{258DF1BF-8C1D-4682-A8AD-85707372FA2E}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