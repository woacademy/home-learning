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3BE40-F9AC-4019-9B47-4780F3F801BD}">
  <a:tblStyle styleId="{50B3BE40-F9AC-4019-9B47-4780F3F801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{50B3BE40-F9AC-4019-9B47-4780F3F801BD}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{50B3BE40-F9AC-4019-9B47-4780F3F801BD}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{50B3BE40-F9AC-4019-9B47-4780F3F801BD}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{50B3BE40-F9AC-4019-9B47-4780F3F801BD}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{50B3BE40-F9AC-4019-9B47-4780F3F801BD}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