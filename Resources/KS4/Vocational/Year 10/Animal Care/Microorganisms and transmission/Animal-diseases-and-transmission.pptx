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82C022-F537-4BA7-A792-A80473ED73D4}">
  <a:tblStyle styleId="{9C82C022-F537-4BA7-A792-A80473ED73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{9C82C022-F537-4BA7-A792-A80473ED73D4}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{9C82C022-F537-4BA7-A792-A80473ED73D4}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{9C82C022-F537-4BA7-A792-A80473ED73D4}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{9C82C022-F537-4BA7-A792-A80473ED73D4}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{9C82C022-F537-4BA7-A792-A80473ED73D4}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