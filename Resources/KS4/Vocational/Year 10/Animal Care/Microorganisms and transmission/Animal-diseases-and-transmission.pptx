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25A53E-DDDC-43F4-9686-82593F8B2299}">
  <a:tblStyle styleId="{EB25A53E-DDDC-43F4-9686-82593F8B22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{EB25A53E-DDDC-43F4-9686-82593F8B2299}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{EB25A53E-DDDC-43F4-9686-82593F8B2299}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{EB25A53E-DDDC-43F4-9686-82593F8B2299}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{EB25A53E-DDDC-43F4-9686-82593F8B2299}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{EB25A53E-DDDC-43F4-9686-82593F8B2299}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