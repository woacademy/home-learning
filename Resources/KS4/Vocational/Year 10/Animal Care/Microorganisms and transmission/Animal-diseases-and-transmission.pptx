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3FF8BA-D59C-4B13-901A-5647E3009733}">
  <a:tblStyle styleId="{043FF8BA-D59C-4B13-901A-5647E300973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{043FF8BA-D59C-4B13-901A-5647E3009733}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{043FF8BA-D59C-4B13-901A-5647E3009733}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{043FF8BA-D59C-4B13-901A-5647E3009733}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{043FF8BA-D59C-4B13-901A-5647E3009733}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{043FF8BA-D59C-4B13-901A-5647E3009733}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