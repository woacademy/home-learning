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E11FC0-F9AB-4124-A460-F09B6182902B}">
  <a:tblStyle styleId="{1AE11FC0-F9AB-4124-A460-F09B618290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{1AE11FC0-F9AB-4124-A460-F09B6182902B}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{1AE11FC0-F9AB-4124-A460-F09B6182902B}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{1AE11FC0-F9AB-4124-A460-F09B6182902B}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{1AE11FC0-F9AB-4124-A460-F09B6182902B}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{1AE11FC0-F9AB-4124-A460-F09B6182902B}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