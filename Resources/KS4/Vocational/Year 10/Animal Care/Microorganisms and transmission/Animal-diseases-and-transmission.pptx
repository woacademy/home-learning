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A3AE02-06E0-41D1-830D-5F868799E1B8}">
  <a:tblStyle styleId="{F9A3AE02-06E0-41D1-830D-5F868799E1B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{F9A3AE02-06E0-41D1-830D-5F868799E1B8}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{F9A3AE02-06E0-41D1-830D-5F868799E1B8}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{F9A3AE02-06E0-41D1-830D-5F868799E1B8}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{F9A3AE02-06E0-41D1-830D-5F868799E1B8}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{F9A3AE02-06E0-41D1-830D-5F868799E1B8}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