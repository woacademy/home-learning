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AFB10F-11E7-485E-B722-69EB26759948}">
  <a:tblStyle styleId="{E6AFB10F-11E7-485E-B722-69EB267599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{E6AFB10F-11E7-485E-B722-69EB26759948}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{E6AFB10F-11E7-485E-B722-69EB26759948}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{E6AFB10F-11E7-485E-B722-69EB26759948}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{E6AFB10F-11E7-485E-B722-69EB26759948}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{E6AFB10F-11E7-485E-B722-69EB26759948}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