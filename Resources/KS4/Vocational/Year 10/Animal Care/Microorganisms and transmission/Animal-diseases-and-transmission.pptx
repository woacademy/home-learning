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B3DF12-A777-4381-A796-E9F6008165E6}">
  <a:tblStyle styleId="{7BB3DF12-A777-4381-A796-E9F6008165E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{7BB3DF12-A777-4381-A796-E9F6008165E6}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{7BB3DF12-A777-4381-A796-E9F6008165E6}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{7BB3DF12-A777-4381-A796-E9F6008165E6}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{7BB3DF12-A777-4381-A796-E9F6008165E6}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{7BB3DF12-A777-4381-A796-E9F6008165E6}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