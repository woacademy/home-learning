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E654FF-474B-494B-A342-E078F401BE6D}">
  <a:tblStyle styleId="{6CE654FF-474B-494B-A342-E078F401BE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{6CE654FF-474B-494B-A342-E078F401BE6D}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{6CE654FF-474B-494B-A342-E078F401BE6D}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{6CE654FF-474B-494B-A342-E078F401BE6D}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{6CE654FF-474B-494B-A342-E078F401BE6D}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{6CE654FF-474B-494B-A342-E078F401BE6D}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