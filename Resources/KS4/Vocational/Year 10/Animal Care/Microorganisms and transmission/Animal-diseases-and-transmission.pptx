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298CFF-BD41-4DA4-B0AF-70E7FA6A6045}">
  <a:tblStyle styleId="{5F298CFF-BD41-4DA4-B0AF-70E7FA6A60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{5F298CFF-BD41-4DA4-B0AF-70E7FA6A6045}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{5F298CFF-BD41-4DA4-B0AF-70E7FA6A6045}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{5F298CFF-BD41-4DA4-B0AF-70E7FA6A6045}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{5F298CFF-BD41-4DA4-B0AF-70E7FA6A6045}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{5F298CFF-BD41-4DA4-B0AF-70E7FA6A6045}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