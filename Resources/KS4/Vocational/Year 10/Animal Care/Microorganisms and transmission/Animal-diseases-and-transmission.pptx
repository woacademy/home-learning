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CCB50F-9809-44E9-8BC3-AA58512249F3}">
  <a:tblStyle styleId="{46CCB50F-9809-44E9-8BC3-AA58512249F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{46CCB50F-9809-44E9-8BC3-AA58512249F3}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{46CCB50F-9809-44E9-8BC3-AA58512249F3}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{46CCB50F-9809-44E9-8BC3-AA58512249F3}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{46CCB50F-9809-44E9-8BC3-AA58512249F3}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{46CCB50F-9809-44E9-8BC3-AA58512249F3}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