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FED596-77EE-461C-A720-6ADD1865B553}">
  <a:tblStyle styleId="{E5FED596-77EE-461C-A720-6ADD1865B55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{E5FED596-77EE-461C-A720-6ADD1865B553}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{E5FED596-77EE-461C-A720-6ADD1865B553}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{E5FED596-77EE-461C-A720-6ADD1865B553}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{E5FED596-77EE-461C-A720-6ADD1865B553}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{E5FED596-77EE-461C-A720-6ADD1865B553}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