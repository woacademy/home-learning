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7B8562-F373-4588-A9E8-60E3B32AF5EB}">
  <a:tblStyle styleId="{E17B8562-F373-4588-A9E8-60E3B32AF5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{E17B8562-F373-4588-A9E8-60E3B32AF5EB}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{E17B8562-F373-4588-A9E8-60E3B32AF5EB}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{E17B8562-F373-4588-A9E8-60E3B32AF5EB}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{E17B8562-F373-4588-A9E8-60E3B32AF5EB}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{E17B8562-F373-4588-A9E8-60E3B32AF5EB}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