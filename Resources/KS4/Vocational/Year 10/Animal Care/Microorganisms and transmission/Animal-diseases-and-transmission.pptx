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61486-510A-42EB-BCA3-806631BEB4E9}">
  <a:tblStyle styleId="{1D161486-510A-42EB-BCA3-806631BEB4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{1D161486-510A-42EB-BCA3-806631BEB4E9}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{1D161486-510A-42EB-BCA3-806631BEB4E9}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{1D161486-510A-42EB-BCA3-806631BEB4E9}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{1D161486-510A-42EB-BCA3-806631BEB4E9}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{1D161486-510A-42EB-BCA3-806631BEB4E9}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