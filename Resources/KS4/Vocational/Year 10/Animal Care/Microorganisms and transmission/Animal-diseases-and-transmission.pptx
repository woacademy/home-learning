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9B3771-C0A5-4901-BA88-444BF510B743}">
  <a:tblStyle styleId="{889B3771-C0A5-4901-BA88-444BF510B74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{889B3771-C0A5-4901-BA88-444BF510B743}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{889B3771-C0A5-4901-BA88-444BF510B743}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{889B3771-C0A5-4901-BA88-444BF510B743}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{889B3771-C0A5-4901-BA88-444BF510B743}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{889B3771-C0A5-4901-BA88-444BF510B743}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