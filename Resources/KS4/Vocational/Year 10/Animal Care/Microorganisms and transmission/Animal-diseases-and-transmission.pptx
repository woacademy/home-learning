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721F03-B293-41B2-8EF7-A1E598A58CDE}">
  <a:tblStyle styleId="{44721F03-B293-41B2-8EF7-A1E598A58C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{44721F03-B293-41B2-8EF7-A1E598A58CDE}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{44721F03-B293-41B2-8EF7-A1E598A58CDE}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{44721F03-B293-41B2-8EF7-A1E598A58CDE}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{44721F03-B293-41B2-8EF7-A1E598A58CDE}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{44721F03-B293-41B2-8EF7-A1E598A58CDE}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