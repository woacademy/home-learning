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8C91A0-400D-4691-BF99-FB19E7695FDA}">
  <a:tblStyle styleId="{7C8C91A0-400D-4691-BF99-FB19E7695FD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{7C8C91A0-400D-4691-BF99-FB19E7695FDA}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{7C8C91A0-400D-4691-BF99-FB19E7695FDA}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{7C8C91A0-400D-4691-BF99-FB19E7695FDA}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{7C8C91A0-400D-4691-BF99-FB19E7695FDA}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{7C8C91A0-400D-4691-BF99-FB19E7695FDA}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