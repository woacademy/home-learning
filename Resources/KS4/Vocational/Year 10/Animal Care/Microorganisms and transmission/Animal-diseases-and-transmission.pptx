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ACCAF4-B952-4504-8A97-8ECC946674C7}">
  <a:tblStyle styleId="{CDACCAF4-B952-4504-8A97-8ECC946674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{CDACCAF4-B952-4504-8A97-8ECC946674C7}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{CDACCAF4-B952-4504-8A97-8ECC946674C7}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{CDACCAF4-B952-4504-8A97-8ECC946674C7}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{CDACCAF4-B952-4504-8A97-8ECC946674C7}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{CDACCAF4-B952-4504-8A97-8ECC946674C7}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