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B937A4-11E0-4EEB-8177-060794290766}">
  <a:tblStyle styleId="{FDB937A4-11E0-4EEB-8177-0607942907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{FDB937A4-11E0-4EEB-8177-060794290766}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{FDB937A4-11E0-4EEB-8177-060794290766}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{FDB937A4-11E0-4EEB-8177-060794290766}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{FDB937A4-11E0-4EEB-8177-060794290766}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{FDB937A4-11E0-4EEB-8177-060794290766}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