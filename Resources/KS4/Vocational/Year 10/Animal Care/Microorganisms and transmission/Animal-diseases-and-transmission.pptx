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E5B5E4-4212-46FD-81F0-82DD841AE45A}">
  <a:tblStyle styleId="{77E5B5E4-4212-46FD-81F0-82DD841AE4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{77E5B5E4-4212-46FD-81F0-82DD841AE45A}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{77E5B5E4-4212-46FD-81F0-82DD841AE45A}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{77E5B5E4-4212-46FD-81F0-82DD841AE45A}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{77E5B5E4-4212-46FD-81F0-82DD841AE45A}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{77E5B5E4-4212-46FD-81F0-82DD841AE45A}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