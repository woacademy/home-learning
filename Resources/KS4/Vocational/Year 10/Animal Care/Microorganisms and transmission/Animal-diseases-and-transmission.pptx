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A47F5E-B3FC-4A08-88B1-FFA0975ACBBA}">
  <a:tblStyle styleId="{F1A47F5E-B3FC-4A08-88B1-FFA0975ACB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{F1A47F5E-B3FC-4A08-88B1-FFA0975ACBBA}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{F1A47F5E-B3FC-4A08-88B1-FFA0975ACBBA}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{F1A47F5E-B3FC-4A08-88B1-FFA0975ACBBA}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{F1A47F5E-B3FC-4A08-88B1-FFA0975ACBBA}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{F1A47F5E-B3FC-4A08-88B1-FFA0975ACBBA}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