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9C3F74-D716-4F0E-9D17-69D64C6A1113}">
  <a:tblStyle styleId="{C39C3F74-D716-4F0E-9D17-69D64C6A111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{C39C3F74-D716-4F0E-9D17-69D64C6A1113}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{C39C3F74-D716-4F0E-9D17-69D64C6A1113}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{C39C3F74-D716-4F0E-9D17-69D64C6A1113}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{C39C3F74-D716-4F0E-9D17-69D64C6A1113}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{C39C3F74-D716-4F0E-9D17-69D64C6A1113}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