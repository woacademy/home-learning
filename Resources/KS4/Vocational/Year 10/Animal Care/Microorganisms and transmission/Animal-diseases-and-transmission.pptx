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E7C3AE-E395-426B-B07A-B2BFB3794E81}">
  <a:tblStyle styleId="{CCE7C3AE-E395-426B-B07A-B2BFB3794E8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{CCE7C3AE-E395-426B-B07A-B2BFB3794E81}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{CCE7C3AE-E395-426B-B07A-B2BFB3794E81}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{CCE7C3AE-E395-426B-B07A-B2BFB3794E81}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{CCE7C3AE-E395-426B-B07A-B2BFB3794E81}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{CCE7C3AE-E395-426B-B07A-B2BFB3794E81}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