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7E7C6-A470-4F2A-B23F-ADF766D216ED}">
  <a:tblStyle styleId="{D657E7C6-A470-4F2A-B23F-ADF766D216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{D657E7C6-A470-4F2A-B23F-ADF766D216ED}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{D657E7C6-A470-4F2A-B23F-ADF766D216ED}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{D657E7C6-A470-4F2A-B23F-ADF766D216ED}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{D657E7C6-A470-4F2A-B23F-ADF766D216ED}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{D657E7C6-A470-4F2A-B23F-ADF766D216ED}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