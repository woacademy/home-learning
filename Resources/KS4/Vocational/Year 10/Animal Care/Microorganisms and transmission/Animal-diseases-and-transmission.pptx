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233FF6-2621-42B6-96F2-7481EA19FD97}">
  <a:tblStyle styleId="{89233FF6-2621-42B6-96F2-7481EA19FD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{89233FF6-2621-42B6-96F2-7481EA19FD97}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{89233FF6-2621-42B6-96F2-7481EA19FD97}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{89233FF6-2621-42B6-96F2-7481EA19FD97}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{89233FF6-2621-42B6-96F2-7481EA19FD97}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{89233FF6-2621-42B6-96F2-7481EA19FD97}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