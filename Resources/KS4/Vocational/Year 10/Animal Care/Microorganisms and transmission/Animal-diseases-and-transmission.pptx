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C7CDD6-88B7-4F3B-B786-321A28E34C9F}">
  <a:tblStyle styleId="{13C7CDD6-88B7-4F3B-B786-321A28E34C9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{13C7CDD6-88B7-4F3B-B786-321A28E34C9F}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{13C7CDD6-88B7-4F3B-B786-321A28E34C9F}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{13C7CDD6-88B7-4F3B-B786-321A28E34C9F}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{13C7CDD6-88B7-4F3B-B786-321A28E34C9F}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{13C7CDD6-88B7-4F3B-B786-321A28E34C9F}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