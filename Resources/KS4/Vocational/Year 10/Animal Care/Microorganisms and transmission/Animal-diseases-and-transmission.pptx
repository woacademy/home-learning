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4138C-58B9-4DBD-9C15-ED8AA86F5B5B}">
  <a:tblStyle styleId="{D274138C-58B9-4DBD-9C15-ED8AA86F5B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{D274138C-58B9-4DBD-9C15-ED8AA86F5B5B}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{D274138C-58B9-4DBD-9C15-ED8AA86F5B5B}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{D274138C-58B9-4DBD-9C15-ED8AA86F5B5B}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{D274138C-58B9-4DBD-9C15-ED8AA86F5B5B}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{D274138C-58B9-4DBD-9C15-ED8AA86F5B5B}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