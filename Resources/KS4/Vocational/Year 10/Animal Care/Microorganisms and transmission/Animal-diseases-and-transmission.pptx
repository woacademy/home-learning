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80213C-6312-4F84-8E75-E76096E115AD}">
  <a:tblStyle styleId="{8080213C-6312-4F84-8E75-E76096E115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{8080213C-6312-4F84-8E75-E76096E115AD}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{8080213C-6312-4F84-8E75-E76096E115AD}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{8080213C-6312-4F84-8E75-E76096E115AD}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{8080213C-6312-4F84-8E75-E76096E115AD}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{8080213C-6312-4F84-8E75-E76096E115AD}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