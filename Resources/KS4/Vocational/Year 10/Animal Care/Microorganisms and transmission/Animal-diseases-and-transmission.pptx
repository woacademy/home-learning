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8F2E1E-69C3-4BC7-88F0-16B3A46C1246}">
  <a:tblStyle styleId="{038F2E1E-69C3-4BC7-88F0-16B3A46C124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{038F2E1E-69C3-4BC7-88F0-16B3A46C1246}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{038F2E1E-69C3-4BC7-88F0-16B3A46C1246}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{038F2E1E-69C3-4BC7-88F0-16B3A46C1246}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{038F2E1E-69C3-4BC7-88F0-16B3A46C1246}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{038F2E1E-69C3-4BC7-88F0-16B3A46C1246}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