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9106DE-02B0-4A68-BDE3-F56081CA1ACD}">
  <a:tblStyle styleId="{F99106DE-02B0-4A68-BDE3-F56081CA1AC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{F99106DE-02B0-4A68-BDE3-F56081CA1ACD}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{F99106DE-02B0-4A68-BDE3-F56081CA1ACD}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{F99106DE-02B0-4A68-BDE3-F56081CA1ACD}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{F99106DE-02B0-4A68-BDE3-F56081CA1ACD}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{F99106DE-02B0-4A68-BDE3-F56081CA1ACD}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