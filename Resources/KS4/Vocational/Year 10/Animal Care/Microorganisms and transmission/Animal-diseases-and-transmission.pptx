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058BAD-9440-4383-808C-B305AD378558}">
  <a:tblStyle styleId="{61058BAD-9440-4383-808C-B305AD3785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{61058BAD-9440-4383-808C-B305AD378558}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{61058BAD-9440-4383-808C-B305AD378558}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{61058BAD-9440-4383-808C-B305AD378558}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{61058BAD-9440-4383-808C-B305AD378558}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{61058BAD-9440-4383-808C-B305AD378558}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