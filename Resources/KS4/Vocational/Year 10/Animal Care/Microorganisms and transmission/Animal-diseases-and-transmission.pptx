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EA1BE38-3DC7-43C5-AB99-43A9F0B82A31}">
  <a:tblStyle styleId="{EEA1BE38-3DC7-43C5-AB99-43A9F0B82A31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{EEA1BE38-3DC7-43C5-AB99-43A9F0B82A31}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{EEA1BE38-3DC7-43C5-AB99-43A9F0B82A31}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{EEA1BE38-3DC7-43C5-AB99-43A9F0B82A31}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{EEA1BE38-3DC7-43C5-AB99-43A9F0B82A31}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{EEA1BE38-3DC7-43C5-AB99-43A9F0B82A31}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