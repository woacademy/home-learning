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F9EBFF-58EE-4745-9B3E-372DE6F11B4E}">
  <a:tblStyle styleId="{6BF9EBFF-58EE-4745-9B3E-372DE6F11B4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{6BF9EBFF-58EE-4745-9B3E-372DE6F11B4E}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{6BF9EBFF-58EE-4745-9B3E-372DE6F11B4E}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{6BF9EBFF-58EE-4745-9B3E-372DE6F11B4E}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{6BF9EBFF-58EE-4745-9B3E-372DE6F11B4E}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{6BF9EBFF-58EE-4745-9B3E-372DE6F11B4E}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