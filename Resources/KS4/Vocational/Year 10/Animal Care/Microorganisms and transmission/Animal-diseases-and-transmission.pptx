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42128D-4AB7-43C6-845F-0C02EA9339EC}">
  <a:tblStyle styleId="{BD42128D-4AB7-43C6-845F-0C02EA9339E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{BD42128D-4AB7-43C6-845F-0C02EA9339EC}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{BD42128D-4AB7-43C6-845F-0C02EA9339EC}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{BD42128D-4AB7-43C6-845F-0C02EA9339EC}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{BD42128D-4AB7-43C6-845F-0C02EA9339EC}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{BD42128D-4AB7-43C6-845F-0C02EA9339EC}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