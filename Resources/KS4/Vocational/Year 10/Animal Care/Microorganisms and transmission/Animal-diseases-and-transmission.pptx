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339215-767D-4977-B84C-79939275FA74}">
  <a:tblStyle styleId="{B4339215-767D-4977-B84C-79939275FA7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{B4339215-767D-4977-B84C-79939275FA74}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{B4339215-767D-4977-B84C-79939275FA74}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{B4339215-767D-4977-B84C-79939275FA74}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{B4339215-767D-4977-B84C-79939275FA74}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{B4339215-767D-4977-B84C-79939275FA74}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