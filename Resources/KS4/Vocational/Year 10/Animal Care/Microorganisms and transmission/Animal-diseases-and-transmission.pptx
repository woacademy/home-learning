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56E9A-2368-467F-ADB0-D9DB5659D427}">
  <a:tblStyle styleId="{B1056E9A-2368-467F-ADB0-D9DB5659D4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{B1056E9A-2368-467F-ADB0-D9DB5659D427}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{B1056E9A-2368-467F-ADB0-D9DB5659D427}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{B1056E9A-2368-467F-ADB0-D9DB5659D427}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{B1056E9A-2368-467F-ADB0-D9DB5659D427}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{B1056E9A-2368-467F-ADB0-D9DB5659D427}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