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AECD7D-E12C-45BA-B054-38FB742179FC}">
  <a:tblStyle styleId="{54AECD7D-E12C-45BA-B054-38FB742179F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{54AECD7D-E12C-45BA-B054-38FB742179FC}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{54AECD7D-E12C-45BA-B054-38FB742179FC}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{54AECD7D-E12C-45BA-B054-38FB742179FC}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{54AECD7D-E12C-45BA-B054-38FB742179FC}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{54AECD7D-E12C-45BA-B054-38FB742179FC}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