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7CEAB7-E219-479E-9DD3-EFD5ECC3F149}">
  <a:tblStyle styleId="{F07CEAB7-E219-479E-9DD3-EFD5ECC3F1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{F07CEAB7-E219-479E-9DD3-EFD5ECC3F149}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{F07CEAB7-E219-479E-9DD3-EFD5ECC3F149}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{F07CEAB7-E219-479E-9DD3-EFD5ECC3F149}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{F07CEAB7-E219-479E-9DD3-EFD5ECC3F149}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{F07CEAB7-E219-479E-9DD3-EFD5ECC3F149}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