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985EC1-30B1-4998-AE9C-A6CD7129369E}">
  <a:tblStyle styleId="{FF985EC1-30B1-4998-AE9C-A6CD712936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{FF985EC1-30B1-4998-AE9C-A6CD7129369E}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{FF985EC1-30B1-4998-AE9C-A6CD7129369E}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{FF985EC1-30B1-4998-AE9C-A6CD7129369E}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{FF985EC1-30B1-4998-AE9C-A6CD7129369E}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{FF985EC1-30B1-4998-AE9C-A6CD7129369E}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