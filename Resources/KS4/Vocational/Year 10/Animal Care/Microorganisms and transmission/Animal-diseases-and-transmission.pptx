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7C7AB9-DFA9-42C0-9E28-86A7F46554C7}">
  <a:tblStyle styleId="{477C7AB9-DFA9-42C0-9E28-86A7F46554C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{477C7AB9-DFA9-42C0-9E28-86A7F46554C7}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{477C7AB9-DFA9-42C0-9E28-86A7F46554C7}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{477C7AB9-DFA9-42C0-9E28-86A7F46554C7}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{477C7AB9-DFA9-42C0-9E28-86A7F46554C7}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{477C7AB9-DFA9-42C0-9E28-86A7F46554C7}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