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6B6DDF-E867-4FF3-8D38-95922AB88A72}">
  <a:tblStyle styleId="{246B6DDF-E867-4FF3-8D38-95922AB88A7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{246B6DDF-E867-4FF3-8D38-95922AB88A72}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{246B6DDF-E867-4FF3-8D38-95922AB88A72}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{246B6DDF-E867-4FF3-8D38-95922AB88A72}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{246B6DDF-E867-4FF3-8D38-95922AB88A72}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{246B6DDF-E867-4FF3-8D38-95922AB88A72}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