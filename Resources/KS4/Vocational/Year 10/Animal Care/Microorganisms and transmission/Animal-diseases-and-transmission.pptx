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01E0A3-FE60-443B-B53E-CE74D0811C3A}">
  <a:tblStyle styleId="{8D01E0A3-FE60-443B-B53E-CE74D0811C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{8D01E0A3-FE60-443B-B53E-CE74D0811C3A}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{8D01E0A3-FE60-443B-B53E-CE74D0811C3A}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{8D01E0A3-FE60-443B-B53E-CE74D0811C3A}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{8D01E0A3-FE60-443B-B53E-CE74D0811C3A}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{8D01E0A3-FE60-443B-B53E-CE74D0811C3A}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