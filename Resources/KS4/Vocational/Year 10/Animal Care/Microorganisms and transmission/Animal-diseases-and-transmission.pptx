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35D30A-D22B-41EF-A51D-CD39F39089A4}">
  <a:tblStyle styleId="{A035D30A-D22B-41EF-A51D-CD39F39089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{A035D30A-D22B-41EF-A51D-CD39F39089A4}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{A035D30A-D22B-41EF-A51D-CD39F39089A4}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{A035D30A-D22B-41EF-A51D-CD39F39089A4}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{A035D30A-D22B-41EF-A51D-CD39F39089A4}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{A035D30A-D22B-41EF-A51D-CD39F39089A4}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