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8675C9-6A1A-4476-BBB0-4B4D4507D898}">
  <a:tblStyle styleId="{7E8675C9-6A1A-4476-BBB0-4B4D4507D8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{7E8675C9-6A1A-4476-BBB0-4B4D4507D898}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{7E8675C9-6A1A-4476-BBB0-4B4D4507D898}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{7E8675C9-6A1A-4476-BBB0-4B4D4507D898}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{7E8675C9-6A1A-4476-BBB0-4B4D4507D898}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{7E8675C9-6A1A-4476-BBB0-4B4D4507D898}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