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D0B335-595F-4B1C-90B8-D09753E652B0}">
  <a:tblStyle styleId="{A7D0B335-595F-4B1C-90B8-D09753E652B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{A7D0B335-595F-4B1C-90B8-D09753E652B0}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{A7D0B335-595F-4B1C-90B8-D09753E652B0}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{A7D0B335-595F-4B1C-90B8-D09753E652B0}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{A7D0B335-595F-4B1C-90B8-D09753E652B0}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{A7D0B335-595F-4B1C-90B8-D09753E652B0}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