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7948E81-FA86-464E-8550-6C34056F58FA}">
  <a:tblStyle styleId="{87948E81-FA86-464E-8550-6C34056F58F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{87948E81-FA86-464E-8550-6C34056F58FA}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{87948E81-FA86-464E-8550-6C34056F58FA}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{87948E81-FA86-464E-8550-6C34056F58FA}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{87948E81-FA86-464E-8550-6C34056F58FA}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{87948E81-FA86-464E-8550-6C34056F58FA}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