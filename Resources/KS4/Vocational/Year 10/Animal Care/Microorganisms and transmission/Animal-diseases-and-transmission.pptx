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3D74A-5FC8-432D-81B9-424DC60CE3E9}">
  <a:tblStyle styleId="{DEE3D74A-5FC8-432D-81B9-424DC60CE3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{DEE3D74A-5FC8-432D-81B9-424DC60CE3E9}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{DEE3D74A-5FC8-432D-81B9-424DC60CE3E9}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{DEE3D74A-5FC8-432D-81B9-424DC60CE3E9}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{DEE3D74A-5FC8-432D-81B9-424DC60CE3E9}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{DEE3D74A-5FC8-432D-81B9-424DC60CE3E9}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