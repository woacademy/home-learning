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C1C295-F60C-4FFA-9254-EE42E063035B}">
  <a:tblStyle styleId="{F2C1C295-F60C-4FFA-9254-EE42E06303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{F2C1C295-F60C-4FFA-9254-EE42E063035B}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{F2C1C295-F60C-4FFA-9254-EE42E063035B}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{F2C1C295-F60C-4FFA-9254-EE42E063035B}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{F2C1C295-F60C-4FFA-9254-EE42E063035B}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{F2C1C295-F60C-4FFA-9254-EE42E063035B}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