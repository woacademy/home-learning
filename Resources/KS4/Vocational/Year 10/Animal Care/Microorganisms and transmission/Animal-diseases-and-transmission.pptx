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5A326-454A-4B3A-908E-D6E5E2568E30}">
  <a:tblStyle styleId="{B855A326-454A-4B3A-908E-D6E5E2568E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{B855A326-454A-4B3A-908E-D6E5E2568E30}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{B855A326-454A-4B3A-908E-D6E5E2568E30}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{B855A326-454A-4B3A-908E-D6E5E2568E30}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{B855A326-454A-4B3A-908E-D6E5E2568E30}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{B855A326-454A-4B3A-908E-D6E5E2568E30}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