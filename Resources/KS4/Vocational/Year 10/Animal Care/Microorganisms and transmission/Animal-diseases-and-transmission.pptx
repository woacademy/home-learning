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5CBD4A-E914-4065-893E-A975C77863E7}">
  <a:tblStyle styleId="{405CBD4A-E914-4065-893E-A975C77863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{405CBD4A-E914-4065-893E-A975C77863E7}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{405CBD4A-E914-4065-893E-A975C77863E7}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{405CBD4A-E914-4065-893E-A975C77863E7}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{405CBD4A-E914-4065-893E-A975C77863E7}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{405CBD4A-E914-4065-893E-A975C77863E7}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