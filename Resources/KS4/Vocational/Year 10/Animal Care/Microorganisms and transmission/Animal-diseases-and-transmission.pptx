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9CF6BB-3025-4865-AE71-5C21A964CFDB}">
  <a:tblStyle styleId="{A69CF6BB-3025-4865-AE71-5C21A964CFD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{A69CF6BB-3025-4865-AE71-5C21A964CFDB}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{A69CF6BB-3025-4865-AE71-5C21A964CFDB}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{A69CF6BB-3025-4865-AE71-5C21A964CFDB}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{A69CF6BB-3025-4865-AE71-5C21A964CFDB}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{A69CF6BB-3025-4865-AE71-5C21A964CFDB}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