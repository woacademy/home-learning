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0C6638-4C5B-4701-85EB-71CFEF2B34C0}">
  <a:tblStyle styleId="{B80C6638-4C5B-4701-85EB-71CFEF2B34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{B80C6638-4C5B-4701-85EB-71CFEF2B34C0}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{B80C6638-4C5B-4701-85EB-71CFEF2B34C0}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{B80C6638-4C5B-4701-85EB-71CFEF2B34C0}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{B80C6638-4C5B-4701-85EB-71CFEF2B34C0}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{B80C6638-4C5B-4701-85EB-71CFEF2B34C0}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