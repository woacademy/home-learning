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38948D-8444-4A28-9240-0E144D3FEB72}">
  <a:tblStyle styleId="{5B38948D-8444-4A28-9240-0E144D3FEB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{5B38948D-8444-4A28-9240-0E144D3FEB72}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{5B38948D-8444-4A28-9240-0E144D3FEB72}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{5B38948D-8444-4A28-9240-0E144D3FEB72}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{5B38948D-8444-4A28-9240-0E144D3FEB72}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{5B38948D-8444-4A28-9240-0E144D3FEB72}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