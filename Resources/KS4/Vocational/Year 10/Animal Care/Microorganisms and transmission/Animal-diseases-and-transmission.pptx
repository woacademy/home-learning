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0F342-096A-46DE-B9BD-D8DC97558A57}">
  <a:tblStyle styleId="{DC00F342-096A-46DE-B9BD-D8DC97558A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{DC00F342-096A-46DE-B9BD-D8DC97558A57}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{DC00F342-096A-46DE-B9BD-D8DC97558A57}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{DC00F342-096A-46DE-B9BD-D8DC97558A57}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{DC00F342-096A-46DE-B9BD-D8DC97558A57}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{DC00F342-096A-46DE-B9BD-D8DC97558A57}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