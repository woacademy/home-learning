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C4B727C-5A47-4152-A348-5088DDD3205B}">
  <a:tblStyle styleId="{4C4B727C-5A47-4152-A348-5088DDD320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{4C4B727C-5A47-4152-A348-5088DDD3205B}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{4C4B727C-5A47-4152-A348-5088DDD3205B}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{4C4B727C-5A47-4152-A348-5088DDD3205B}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{4C4B727C-5A47-4152-A348-5088DDD3205B}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{4C4B727C-5A47-4152-A348-5088DDD3205B}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