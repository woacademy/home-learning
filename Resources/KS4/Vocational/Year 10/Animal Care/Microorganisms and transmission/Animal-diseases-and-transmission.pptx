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BFC045-29FF-411C-818E-5AF8694983C1}">
  <a:tblStyle styleId="{33BFC045-29FF-411C-818E-5AF8694983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{33BFC045-29FF-411C-818E-5AF8694983C1}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{33BFC045-29FF-411C-818E-5AF8694983C1}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{33BFC045-29FF-411C-818E-5AF8694983C1}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{33BFC045-29FF-411C-818E-5AF8694983C1}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{33BFC045-29FF-411C-818E-5AF8694983C1}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