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A440EE-DA74-47F2-9138-D0BD2188D6EE}">
  <a:tblStyle styleId="{AEA440EE-DA74-47F2-9138-D0BD2188D6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{AEA440EE-DA74-47F2-9138-D0BD2188D6EE}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{AEA440EE-DA74-47F2-9138-D0BD2188D6EE}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{AEA440EE-DA74-47F2-9138-D0BD2188D6EE}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{AEA440EE-DA74-47F2-9138-D0BD2188D6EE}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{AEA440EE-DA74-47F2-9138-D0BD2188D6EE}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