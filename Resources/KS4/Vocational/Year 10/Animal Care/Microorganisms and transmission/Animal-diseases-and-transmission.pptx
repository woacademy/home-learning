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8BDF9-C2AF-442E-8489-4716D3CE4B1B}">
  <a:tblStyle styleId="{07B8BDF9-C2AF-442E-8489-4716D3CE4B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{07B8BDF9-C2AF-442E-8489-4716D3CE4B1B}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{07B8BDF9-C2AF-442E-8489-4716D3CE4B1B}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{07B8BDF9-C2AF-442E-8489-4716D3CE4B1B}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{07B8BDF9-C2AF-442E-8489-4716D3CE4B1B}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{07B8BDF9-C2AF-442E-8489-4716D3CE4B1B}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