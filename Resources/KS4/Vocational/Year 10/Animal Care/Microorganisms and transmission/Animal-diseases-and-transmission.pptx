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7365E8-D2F4-44F1-9EF1-B6E351C062DF}">
  <a:tblStyle styleId="{777365E8-D2F4-44F1-9EF1-B6E351C062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{777365E8-D2F4-44F1-9EF1-B6E351C062DF}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{777365E8-D2F4-44F1-9EF1-B6E351C062DF}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{777365E8-D2F4-44F1-9EF1-B6E351C062DF}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{777365E8-D2F4-44F1-9EF1-B6E351C062DF}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{777365E8-D2F4-44F1-9EF1-B6E351C062DF}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