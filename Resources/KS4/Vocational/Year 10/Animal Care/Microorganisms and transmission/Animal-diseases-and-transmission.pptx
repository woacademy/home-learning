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D50381-8D37-41F4-9725-6DD1A5213168}">
  <a:tblStyle styleId="{EFD50381-8D37-41F4-9725-6DD1A52131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{EFD50381-8D37-41F4-9725-6DD1A5213168}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{EFD50381-8D37-41F4-9725-6DD1A5213168}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{EFD50381-8D37-41F4-9725-6DD1A5213168}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{EFD50381-8D37-41F4-9725-6DD1A5213168}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{EFD50381-8D37-41F4-9725-6DD1A5213168}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