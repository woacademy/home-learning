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F8C187-7312-46B1-A44C-30A3A5F19B18}">
  <a:tblStyle styleId="{8AF8C187-7312-46B1-A44C-30A3A5F19B1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{8AF8C187-7312-46B1-A44C-30A3A5F19B18}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{8AF8C187-7312-46B1-A44C-30A3A5F19B18}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{8AF8C187-7312-46B1-A44C-30A3A5F19B18}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{8AF8C187-7312-46B1-A44C-30A3A5F19B18}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{8AF8C187-7312-46B1-A44C-30A3A5F19B18}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