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09DCC9-A568-487C-93EF-C607A4A43FA6}">
  <a:tblStyle styleId="{2D09DCC9-A568-487C-93EF-C607A4A43F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{2D09DCC9-A568-487C-93EF-C607A4A43FA6}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{2D09DCC9-A568-487C-93EF-C607A4A43FA6}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{2D09DCC9-A568-487C-93EF-C607A4A43FA6}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{2D09DCC9-A568-487C-93EF-C607A4A43FA6}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{2D09DCC9-A568-487C-93EF-C607A4A43FA6}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