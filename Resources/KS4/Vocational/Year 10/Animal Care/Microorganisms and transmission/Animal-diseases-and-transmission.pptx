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DB4836-CC9C-4CBA-96D9-855F66FF3480}">
  <a:tblStyle styleId="{72DB4836-CC9C-4CBA-96D9-855F66FF34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{72DB4836-CC9C-4CBA-96D9-855F66FF3480}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{72DB4836-CC9C-4CBA-96D9-855F66FF3480}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{72DB4836-CC9C-4CBA-96D9-855F66FF3480}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{72DB4836-CC9C-4CBA-96D9-855F66FF3480}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{72DB4836-CC9C-4CBA-96D9-855F66FF3480}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