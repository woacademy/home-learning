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849C24-3028-4C94-9A2D-98E7ABB2E377}">
  <a:tblStyle styleId="{4A849C24-3028-4C94-9A2D-98E7ABB2E37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{4A849C24-3028-4C94-9A2D-98E7ABB2E377}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{4A849C24-3028-4C94-9A2D-98E7ABB2E377}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{4A849C24-3028-4C94-9A2D-98E7ABB2E377}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{4A849C24-3028-4C94-9A2D-98E7ABB2E377}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{4A849C24-3028-4C94-9A2D-98E7ABB2E377}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