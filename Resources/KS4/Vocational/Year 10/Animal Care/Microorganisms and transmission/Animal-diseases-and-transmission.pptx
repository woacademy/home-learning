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79CBFF7-5996-4AAA-A646-FB9958284B3A}">
  <a:tblStyle styleId="{579CBFF7-5996-4AAA-A646-FB9958284B3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{579CBFF7-5996-4AAA-A646-FB9958284B3A}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{579CBFF7-5996-4AAA-A646-FB9958284B3A}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{579CBFF7-5996-4AAA-A646-FB9958284B3A}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{579CBFF7-5996-4AAA-A646-FB9958284B3A}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{579CBFF7-5996-4AAA-A646-FB9958284B3A}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