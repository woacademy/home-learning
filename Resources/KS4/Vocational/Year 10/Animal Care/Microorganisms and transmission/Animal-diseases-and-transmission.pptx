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31E6E6-8EF8-4741-A457-D7E3D16EE3F2}">
  <a:tblStyle styleId="{9731E6E6-8EF8-4741-A457-D7E3D16EE3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{9731E6E6-8EF8-4741-A457-D7E3D16EE3F2}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{9731E6E6-8EF8-4741-A457-D7E3D16EE3F2}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{9731E6E6-8EF8-4741-A457-D7E3D16EE3F2}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{9731E6E6-8EF8-4741-A457-D7E3D16EE3F2}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{9731E6E6-8EF8-4741-A457-D7E3D16EE3F2}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