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B81975-3F57-4DC1-87E7-DCC2ED5DA3EE}">
  <a:tblStyle styleId="{FFB81975-3F57-4DC1-87E7-DCC2ED5DA3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{FFB81975-3F57-4DC1-87E7-DCC2ED5DA3EE}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{FFB81975-3F57-4DC1-87E7-DCC2ED5DA3EE}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{FFB81975-3F57-4DC1-87E7-DCC2ED5DA3EE}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{FFB81975-3F57-4DC1-87E7-DCC2ED5DA3EE}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{FFB81975-3F57-4DC1-87E7-DCC2ED5DA3EE}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