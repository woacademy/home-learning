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082F1-2530-4404-82FC-1CE8892084F8}">
  <a:tblStyle styleId="{CB4082F1-2530-4404-82FC-1CE8892084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{CB4082F1-2530-4404-82FC-1CE8892084F8}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{CB4082F1-2530-4404-82FC-1CE8892084F8}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{CB4082F1-2530-4404-82FC-1CE8892084F8}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{CB4082F1-2530-4404-82FC-1CE8892084F8}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{CB4082F1-2530-4404-82FC-1CE8892084F8}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