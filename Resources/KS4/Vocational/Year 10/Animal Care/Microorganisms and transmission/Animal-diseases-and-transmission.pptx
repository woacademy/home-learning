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2E2F8E-A092-4163-A75F-DEC8095A7DE2}">
  <a:tblStyle styleId="{C52E2F8E-A092-4163-A75F-DEC8095A7D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{C52E2F8E-A092-4163-A75F-DEC8095A7DE2}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{C52E2F8E-A092-4163-A75F-DEC8095A7DE2}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{C52E2F8E-A092-4163-A75F-DEC8095A7DE2}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{C52E2F8E-A092-4163-A75F-DEC8095A7DE2}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{C52E2F8E-A092-4163-A75F-DEC8095A7DE2}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