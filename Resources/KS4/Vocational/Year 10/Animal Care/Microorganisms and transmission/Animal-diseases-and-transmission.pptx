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A563D5-8633-4ED3-83E8-F5B9E96B1C97}">
  <a:tblStyle styleId="{A9A563D5-8633-4ED3-83E8-F5B9E96B1C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{A9A563D5-8633-4ED3-83E8-F5B9E96B1C97}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{A9A563D5-8633-4ED3-83E8-F5B9E96B1C97}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{A9A563D5-8633-4ED3-83E8-F5B9E96B1C97}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{A9A563D5-8633-4ED3-83E8-F5B9E96B1C97}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{A9A563D5-8633-4ED3-83E8-F5B9E96B1C97}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