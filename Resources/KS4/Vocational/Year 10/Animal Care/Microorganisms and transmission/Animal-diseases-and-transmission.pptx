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28071-EB34-4A1B-8D19-B1000B42E683}">
  <a:tblStyle styleId="{26428071-EB34-4A1B-8D19-B1000B42E6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{26428071-EB34-4A1B-8D19-B1000B42E683}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{26428071-EB34-4A1B-8D19-B1000B42E683}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{26428071-EB34-4A1B-8D19-B1000B42E683}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{26428071-EB34-4A1B-8D19-B1000B42E683}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{26428071-EB34-4A1B-8D19-B1000B42E683}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