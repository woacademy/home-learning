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4938B-9814-4479-ADAC-F97211858305}">
  <a:tblStyle styleId="{3794938B-9814-4479-ADAC-F972118583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{3794938B-9814-4479-ADAC-F97211858305}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{3794938B-9814-4479-ADAC-F97211858305}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{3794938B-9814-4479-ADAC-F97211858305}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{3794938B-9814-4479-ADAC-F97211858305}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{3794938B-9814-4479-ADAC-F97211858305}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