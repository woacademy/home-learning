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884313-53FB-4A6C-B0A2-262C3204A61F}">
  <a:tblStyle styleId="{50884313-53FB-4A6C-B0A2-262C3204A61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{50884313-53FB-4A6C-B0A2-262C3204A61F}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{50884313-53FB-4A6C-B0A2-262C3204A61F}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{50884313-53FB-4A6C-B0A2-262C3204A61F}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{50884313-53FB-4A6C-B0A2-262C3204A61F}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{50884313-53FB-4A6C-B0A2-262C3204A61F}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