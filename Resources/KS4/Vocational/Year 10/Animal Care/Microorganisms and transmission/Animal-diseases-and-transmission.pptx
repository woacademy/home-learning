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C20EA0-B037-418F-AEA9-7C6809E032B1}">
  <a:tblStyle styleId="{35C20EA0-B037-418F-AEA9-7C6809E032B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{35C20EA0-B037-418F-AEA9-7C6809E032B1}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{35C20EA0-B037-418F-AEA9-7C6809E032B1}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{35C20EA0-B037-418F-AEA9-7C6809E032B1}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{35C20EA0-B037-418F-AEA9-7C6809E032B1}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{35C20EA0-B037-418F-AEA9-7C6809E032B1}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