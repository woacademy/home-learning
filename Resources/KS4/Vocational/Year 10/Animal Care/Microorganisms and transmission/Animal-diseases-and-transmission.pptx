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5B475D-E779-483F-878B-BCE7D9E7F2E7}">
  <a:tblStyle styleId="{315B475D-E779-483F-878B-BCE7D9E7F2E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{315B475D-E779-483F-878B-BCE7D9E7F2E7}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{315B475D-E779-483F-878B-BCE7D9E7F2E7}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{315B475D-E779-483F-878B-BCE7D9E7F2E7}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{315B475D-E779-483F-878B-BCE7D9E7F2E7}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{315B475D-E779-483F-878B-BCE7D9E7F2E7}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