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07905E-2689-4FCD-B1D5-8B4A8D9DE1F0}">
  <a:tblStyle styleId="{DF07905E-2689-4FCD-B1D5-8B4A8D9DE1F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{DF07905E-2689-4FCD-B1D5-8B4A8D9DE1F0}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{DF07905E-2689-4FCD-B1D5-8B4A8D9DE1F0}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{DF07905E-2689-4FCD-B1D5-8B4A8D9DE1F0}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{DF07905E-2689-4FCD-B1D5-8B4A8D9DE1F0}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{DF07905E-2689-4FCD-B1D5-8B4A8D9DE1F0}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