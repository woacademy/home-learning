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7DC24A-EFC6-454D-B6C0-6743C810B35C}">
  <a:tblStyle styleId="{5E7DC24A-EFC6-454D-B6C0-6743C810B3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{5E7DC24A-EFC6-454D-B6C0-6743C810B35C}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{5E7DC24A-EFC6-454D-B6C0-6743C810B35C}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{5E7DC24A-EFC6-454D-B6C0-6743C810B35C}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{5E7DC24A-EFC6-454D-B6C0-6743C810B35C}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{5E7DC24A-EFC6-454D-B6C0-6743C810B35C}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