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193DE-7566-4459-946E-66285558D655}">
  <a:tblStyle styleId="{915193DE-7566-4459-946E-66285558D6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{915193DE-7566-4459-946E-66285558D655}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{915193DE-7566-4459-946E-66285558D655}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{915193DE-7566-4459-946E-66285558D655}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{915193DE-7566-4459-946E-66285558D655}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{915193DE-7566-4459-946E-66285558D655}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