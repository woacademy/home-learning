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C88536-E95E-4AE5-9EDF-63D45470E89E}">
  <a:tblStyle styleId="{62C88536-E95E-4AE5-9EDF-63D45470E8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{62C88536-E95E-4AE5-9EDF-63D45470E89E}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{62C88536-E95E-4AE5-9EDF-63D45470E89E}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{62C88536-E95E-4AE5-9EDF-63D45470E89E}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{62C88536-E95E-4AE5-9EDF-63D45470E89E}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{62C88536-E95E-4AE5-9EDF-63D45470E89E}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