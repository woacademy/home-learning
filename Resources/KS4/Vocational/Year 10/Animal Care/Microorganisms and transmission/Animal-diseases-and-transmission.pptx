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775248-65CE-4F29-A211-78F5742763A8}">
  <a:tblStyle styleId="{8D775248-65CE-4F29-A211-78F5742763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{8D775248-65CE-4F29-A211-78F5742763A8}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{8D775248-65CE-4F29-A211-78F5742763A8}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{8D775248-65CE-4F29-A211-78F5742763A8}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{8D775248-65CE-4F29-A211-78F5742763A8}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{8D775248-65CE-4F29-A211-78F5742763A8}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