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B07B2F-DA64-43BE-B42F-39078F26E6CE}">
  <a:tblStyle styleId="{8DB07B2F-DA64-43BE-B42F-39078F26E6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{8DB07B2F-DA64-43BE-B42F-39078F26E6CE}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{8DB07B2F-DA64-43BE-B42F-39078F26E6CE}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{8DB07B2F-DA64-43BE-B42F-39078F26E6CE}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{8DB07B2F-DA64-43BE-B42F-39078F26E6CE}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{8DB07B2F-DA64-43BE-B42F-39078F26E6CE}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