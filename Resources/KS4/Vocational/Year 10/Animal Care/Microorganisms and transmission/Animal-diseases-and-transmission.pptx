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71289F-7476-4826-833C-DD450300A29A}">
  <a:tblStyle styleId="{6371289F-7476-4826-833C-DD450300A2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{6371289F-7476-4826-833C-DD450300A29A}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{6371289F-7476-4826-833C-DD450300A29A}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{6371289F-7476-4826-833C-DD450300A29A}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{6371289F-7476-4826-833C-DD450300A29A}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{6371289F-7476-4826-833C-DD450300A29A}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