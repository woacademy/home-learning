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0B49E5-D050-4F2C-9D44-D91EF7D7A902}">
  <a:tblStyle styleId="{280B49E5-D050-4F2C-9D44-D91EF7D7A9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{280B49E5-D050-4F2C-9D44-D91EF7D7A902}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{280B49E5-D050-4F2C-9D44-D91EF7D7A902}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{280B49E5-D050-4F2C-9D44-D91EF7D7A902}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{280B49E5-D050-4F2C-9D44-D91EF7D7A902}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{280B49E5-D050-4F2C-9D44-D91EF7D7A902}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