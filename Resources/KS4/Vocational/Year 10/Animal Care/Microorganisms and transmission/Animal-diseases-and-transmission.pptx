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B12FC4-D14C-42A5-A9ED-E85AF7AC8751}">
  <a:tblStyle styleId="{73B12FC4-D14C-42A5-A9ED-E85AF7AC87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{73B12FC4-D14C-42A5-A9ED-E85AF7AC8751}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{73B12FC4-D14C-42A5-A9ED-E85AF7AC8751}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{73B12FC4-D14C-42A5-A9ED-E85AF7AC8751}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{73B12FC4-D14C-42A5-A9ED-E85AF7AC8751}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{73B12FC4-D14C-42A5-A9ED-E85AF7AC8751}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