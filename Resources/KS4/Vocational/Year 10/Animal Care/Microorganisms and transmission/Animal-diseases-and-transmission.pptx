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66FB196-FD45-4A16-BD45-0D7845C96202}">
  <a:tblStyle styleId="{F66FB196-FD45-4A16-BD45-0D7845C96202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{F66FB196-FD45-4A16-BD45-0D7845C96202}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{F66FB196-FD45-4A16-BD45-0D7845C96202}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{F66FB196-FD45-4A16-BD45-0D7845C96202}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{F66FB196-FD45-4A16-BD45-0D7845C96202}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{F66FB196-FD45-4A16-BD45-0D7845C96202}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