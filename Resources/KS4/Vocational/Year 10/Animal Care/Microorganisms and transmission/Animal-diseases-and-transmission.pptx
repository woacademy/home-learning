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90B258-60E3-4221-AF7E-C2E989D2F124}">
  <a:tblStyle styleId="{8590B258-60E3-4221-AF7E-C2E989D2F1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{8590B258-60E3-4221-AF7E-C2E989D2F124}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{8590B258-60E3-4221-AF7E-C2E989D2F124}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{8590B258-60E3-4221-AF7E-C2E989D2F124}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{8590B258-60E3-4221-AF7E-C2E989D2F124}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{8590B258-60E3-4221-AF7E-C2E989D2F124}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