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8779B4-A82B-4184-B576-095C103B73CC}">
  <a:tblStyle styleId="{2D8779B4-A82B-4184-B576-095C103B73C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{2D8779B4-A82B-4184-B576-095C103B73CC}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{2D8779B4-A82B-4184-B576-095C103B73CC}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{2D8779B4-A82B-4184-B576-095C103B73CC}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{2D8779B4-A82B-4184-B576-095C103B73CC}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{2D8779B4-A82B-4184-B576-095C103B73CC}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