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5ED00A-A885-4503-8855-F9FE87A71FD5}">
  <a:tblStyle styleId="{175ED00A-A885-4503-8855-F9FE87A71F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{175ED00A-A885-4503-8855-F9FE87A71FD5}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{175ED00A-A885-4503-8855-F9FE87A71FD5}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{175ED00A-A885-4503-8855-F9FE87A71FD5}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{175ED00A-A885-4503-8855-F9FE87A71FD5}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{175ED00A-A885-4503-8855-F9FE87A71FD5}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