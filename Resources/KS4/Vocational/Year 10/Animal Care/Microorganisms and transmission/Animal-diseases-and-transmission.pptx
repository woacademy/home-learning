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407CCF-13D2-4B9F-A969-589CF115401E}">
  <a:tblStyle styleId="{79407CCF-13D2-4B9F-A969-589CF11540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{79407CCF-13D2-4B9F-A969-589CF115401E}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{79407CCF-13D2-4B9F-A969-589CF115401E}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{79407CCF-13D2-4B9F-A969-589CF115401E}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{79407CCF-13D2-4B9F-A969-589CF115401E}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{79407CCF-13D2-4B9F-A969-589CF115401E}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