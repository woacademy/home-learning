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0D628A-FF0C-4E85-A422-2B76ACCF6D24}">
  <a:tblStyle styleId="{2B0D628A-FF0C-4E85-A422-2B76ACCF6D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{2B0D628A-FF0C-4E85-A422-2B76ACCF6D24}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{2B0D628A-FF0C-4E85-A422-2B76ACCF6D24}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{2B0D628A-FF0C-4E85-A422-2B76ACCF6D24}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{2B0D628A-FF0C-4E85-A422-2B76ACCF6D24}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{2B0D628A-FF0C-4E85-A422-2B76ACCF6D24}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