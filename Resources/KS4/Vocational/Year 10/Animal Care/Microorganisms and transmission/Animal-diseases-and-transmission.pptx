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24B01D-FDF0-4D6F-9750-153FC229C674}">
  <a:tblStyle styleId="{9D24B01D-FDF0-4D6F-9750-153FC229C6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{9D24B01D-FDF0-4D6F-9750-153FC229C674}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{9D24B01D-FDF0-4D6F-9750-153FC229C674}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{9D24B01D-FDF0-4D6F-9750-153FC229C674}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{9D24B01D-FDF0-4D6F-9750-153FC229C674}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{9D24B01D-FDF0-4D6F-9750-153FC229C674}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