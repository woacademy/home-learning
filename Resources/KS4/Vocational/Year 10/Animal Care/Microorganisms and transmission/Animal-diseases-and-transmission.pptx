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EBDF83-AA23-40B4-B194-B7A860FC4205}">
  <a:tblStyle styleId="{D7EBDF83-AA23-40B4-B194-B7A860FC42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{D7EBDF83-AA23-40B4-B194-B7A860FC4205}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{D7EBDF83-AA23-40B4-B194-B7A860FC4205}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{D7EBDF83-AA23-40B4-B194-B7A860FC4205}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{D7EBDF83-AA23-40B4-B194-B7A860FC4205}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{D7EBDF83-AA23-40B4-B194-B7A860FC4205}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