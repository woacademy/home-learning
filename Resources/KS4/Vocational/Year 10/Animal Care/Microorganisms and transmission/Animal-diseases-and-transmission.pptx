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8C89AB-435F-4BF4-B09B-320954A25FED}">
  <a:tblStyle styleId="{518C89AB-435F-4BF4-B09B-320954A25F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{518C89AB-435F-4BF4-B09B-320954A25FED}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{518C89AB-435F-4BF4-B09B-320954A25FED}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{518C89AB-435F-4BF4-B09B-320954A25FED}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{518C89AB-435F-4BF4-B09B-320954A25FED}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{518C89AB-435F-4BF4-B09B-320954A25FED}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