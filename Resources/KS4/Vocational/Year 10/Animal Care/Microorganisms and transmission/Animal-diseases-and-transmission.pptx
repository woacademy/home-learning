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80108C-1A69-42B1-A4AA-A88AA92BA6B7}">
  <a:tblStyle styleId="{8E80108C-1A69-42B1-A4AA-A88AA92BA6B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{8E80108C-1A69-42B1-A4AA-A88AA92BA6B7}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{8E80108C-1A69-42B1-A4AA-A88AA92BA6B7}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{8E80108C-1A69-42B1-A4AA-A88AA92BA6B7}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{8E80108C-1A69-42B1-A4AA-A88AA92BA6B7}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{8E80108C-1A69-42B1-A4AA-A88AA92BA6B7}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