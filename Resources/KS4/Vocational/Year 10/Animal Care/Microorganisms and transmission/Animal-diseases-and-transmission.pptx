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BACE19-B2B5-486F-86DA-D0A0BF69B3DF}">
  <a:tblStyle styleId="{55BACE19-B2B5-486F-86DA-D0A0BF69B3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{55BACE19-B2B5-486F-86DA-D0A0BF69B3DF}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{55BACE19-B2B5-486F-86DA-D0A0BF69B3DF}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{55BACE19-B2B5-486F-86DA-D0A0BF69B3DF}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{55BACE19-B2B5-486F-86DA-D0A0BF69B3DF}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{55BACE19-B2B5-486F-86DA-D0A0BF69B3DF}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