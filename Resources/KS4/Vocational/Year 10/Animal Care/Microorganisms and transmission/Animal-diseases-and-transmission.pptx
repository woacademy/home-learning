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AC446B-B690-40E2-B809-B36C969A6896}">
  <a:tblStyle styleId="{A6AC446B-B690-40E2-B809-B36C969A689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{A6AC446B-B690-40E2-B809-B36C969A6896}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{A6AC446B-B690-40E2-B809-B36C969A6896}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{A6AC446B-B690-40E2-B809-B36C969A6896}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{A6AC446B-B690-40E2-B809-B36C969A6896}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{A6AC446B-B690-40E2-B809-B36C969A6896}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