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866BDB-79A8-491E-BB49-0167F3C0989E}">
  <a:tblStyle styleId="{C9866BDB-79A8-491E-BB49-0167F3C098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{C9866BDB-79A8-491E-BB49-0167F3C0989E}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{C9866BDB-79A8-491E-BB49-0167F3C0989E}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{C9866BDB-79A8-491E-BB49-0167F3C0989E}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{C9866BDB-79A8-491E-BB49-0167F3C0989E}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{C9866BDB-79A8-491E-BB49-0167F3C0989E}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