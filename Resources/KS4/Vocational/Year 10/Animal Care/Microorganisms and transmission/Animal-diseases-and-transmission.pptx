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53E4CF-B586-4F56-A286-04209CAEA635}">
  <a:tblStyle styleId="{4053E4CF-B586-4F56-A286-04209CAEA63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{4053E4CF-B586-4F56-A286-04209CAEA635}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{4053E4CF-B586-4F56-A286-04209CAEA635}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{4053E4CF-B586-4F56-A286-04209CAEA635}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{4053E4CF-B586-4F56-A286-04209CAEA635}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{4053E4CF-B586-4F56-A286-04209CAEA635}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