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BFDD00-36A8-40D0-B923-36856621B030}">
  <a:tblStyle styleId="{9BBFDD00-36A8-40D0-B923-36856621B0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{9BBFDD00-36A8-40D0-B923-36856621B030}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{9BBFDD00-36A8-40D0-B923-36856621B030}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{9BBFDD00-36A8-40D0-B923-36856621B030}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{9BBFDD00-36A8-40D0-B923-36856621B030}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{9BBFDD00-36A8-40D0-B923-36856621B030}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