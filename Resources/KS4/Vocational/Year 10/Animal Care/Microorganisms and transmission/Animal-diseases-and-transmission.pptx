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55DC0-871B-4714-B06F-FC68001AE217}">
  <a:tblStyle styleId="{43D55DC0-871B-4714-B06F-FC68001AE2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{43D55DC0-871B-4714-B06F-FC68001AE217}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{43D55DC0-871B-4714-B06F-FC68001AE217}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{43D55DC0-871B-4714-B06F-FC68001AE217}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{43D55DC0-871B-4714-B06F-FC68001AE217}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{43D55DC0-871B-4714-B06F-FC68001AE217}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