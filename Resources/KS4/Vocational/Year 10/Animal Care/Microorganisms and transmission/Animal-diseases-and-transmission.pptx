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F48AEE5-830A-4414-A5A7-34C2F44392A6}">
  <a:tblStyle styleId="{1F48AEE5-830A-4414-A5A7-34C2F44392A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{1F48AEE5-830A-4414-A5A7-34C2F44392A6}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{1F48AEE5-830A-4414-A5A7-34C2F44392A6}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{1F48AEE5-830A-4414-A5A7-34C2F44392A6}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{1F48AEE5-830A-4414-A5A7-34C2F44392A6}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{1F48AEE5-830A-4414-A5A7-34C2F44392A6}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