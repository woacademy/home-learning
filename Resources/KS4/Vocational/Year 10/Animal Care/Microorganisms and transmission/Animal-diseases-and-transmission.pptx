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3C4D6C-FE30-454E-BEC2-DA09AA6D0CEC}">
  <a:tblStyle styleId="{AF3C4D6C-FE30-454E-BEC2-DA09AA6D0CE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{AF3C4D6C-FE30-454E-BEC2-DA09AA6D0CEC}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{AF3C4D6C-FE30-454E-BEC2-DA09AA6D0CEC}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{AF3C4D6C-FE30-454E-BEC2-DA09AA6D0CEC}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{AF3C4D6C-FE30-454E-BEC2-DA09AA6D0CEC}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{AF3C4D6C-FE30-454E-BEC2-DA09AA6D0CEC}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