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CC058B-5E42-4C39-B785-80C53C5329AE}">
  <a:tblStyle styleId="{43CC058B-5E42-4C39-B785-80C53C5329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{43CC058B-5E42-4C39-B785-80C53C5329AE}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{43CC058B-5E42-4C39-B785-80C53C5329AE}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{43CC058B-5E42-4C39-B785-80C53C5329AE}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{43CC058B-5E42-4C39-B785-80C53C5329AE}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{43CC058B-5E42-4C39-B785-80C53C5329AE}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