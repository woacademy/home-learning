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03FF3-1FFC-4FD0-A231-6C9F1B2179A5}">
  <a:tblStyle styleId="{1D403FF3-1FFC-4FD0-A231-6C9F1B2179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{1D403FF3-1FFC-4FD0-A231-6C9F1B2179A5}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{1D403FF3-1FFC-4FD0-A231-6C9F1B2179A5}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{1D403FF3-1FFC-4FD0-A231-6C9F1B2179A5}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{1D403FF3-1FFC-4FD0-A231-6C9F1B2179A5}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{1D403FF3-1FFC-4FD0-A231-6C9F1B2179A5}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