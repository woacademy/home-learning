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6D8234-7231-4BDA-8450-C6927021745A}">
  <a:tblStyle styleId="{E46D8234-7231-4BDA-8450-C692702174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{E46D8234-7231-4BDA-8450-C6927021745A}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{E46D8234-7231-4BDA-8450-C6927021745A}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{E46D8234-7231-4BDA-8450-C6927021745A}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{E46D8234-7231-4BDA-8450-C6927021745A}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{E46D8234-7231-4BDA-8450-C6927021745A}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