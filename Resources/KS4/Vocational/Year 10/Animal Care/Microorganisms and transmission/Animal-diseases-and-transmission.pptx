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B3736C-4685-4A50-ABD9-738BCFDAB173}">
  <a:tblStyle styleId="{83B3736C-4685-4A50-ABD9-738BCFDAB17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{83B3736C-4685-4A50-ABD9-738BCFDAB173}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{83B3736C-4685-4A50-ABD9-738BCFDAB173}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{83B3736C-4685-4A50-ABD9-738BCFDAB173}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{83B3736C-4685-4A50-ABD9-738BCFDAB173}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{83B3736C-4685-4A50-ABD9-738BCFDAB173}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