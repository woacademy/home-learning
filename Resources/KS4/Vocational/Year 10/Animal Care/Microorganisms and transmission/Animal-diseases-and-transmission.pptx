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7E790E-F7B7-449A-AAB0-B92CD20DDCA7}">
  <a:tblStyle styleId="{387E790E-F7B7-449A-AAB0-B92CD20DDCA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{387E790E-F7B7-449A-AAB0-B92CD20DDCA7}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{387E790E-F7B7-449A-AAB0-B92CD20DDCA7}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{387E790E-F7B7-449A-AAB0-B92CD20DDCA7}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{387E790E-F7B7-449A-AAB0-B92CD20DDCA7}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{387E790E-F7B7-449A-AAB0-B92CD20DDCA7}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