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576A983-682B-4477-A665-E25FE3C426EA}">
  <a:tblStyle styleId="{A576A983-682B-4477-A665-E25FE3C426E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{A576A983-682B-4477-A665-E25FE3C426EA}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{A576A983-682B-4477-A665-E25FE3C426EA}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{A576A983-682B-4477-A665-E25FE3C426EA}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{A576A983-682B-4477-A665-E25FE3C426EA}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{A576A983-682B-4477-A665-E25FE3C426EA}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