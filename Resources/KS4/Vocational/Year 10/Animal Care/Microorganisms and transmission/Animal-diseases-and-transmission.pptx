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7A1DBE-E450-4BCE-B489-D17321E2AC6F}">
  <a:tblStyle styleId="{1F7A1DBE-E450-4BCE-B489-D17321E2AC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{1F7A1DBE-E450-4BCE-B489-D17321E2AC6F}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{1F7A1DBE-E450-4BCE-B489-D17321E2AC6F}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{1F7A1DBE-E450-4BCE-B489-D17321E2AC6F}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{1F7A1DBE-E450-4BCE-B489-D17321E2AC6F}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{1F7A1DBE-E450-4BCE-B489-D17321E2AC6F}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