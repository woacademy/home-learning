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EAD61C-1732-46FC-82F2-71A064182C20}">
  <a:tblStyle styleId="{95EAD61C-1732-46FC-82F2-71A064182C2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{95EAD61C-1732-46FC-82F2-71A064182C20}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{95EAD61C-1732-46FC-82F2-71A064182C20}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{95EAD61C-1732-46FC-82F2-71A064182C20}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{95EAD61C-1732-46FC-82F2-71A064182C20}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{95EAD61C-1732-46FC-82F2-71A064182C20}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