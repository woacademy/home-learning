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F1840D-CF99-4C97-84F2-518F20A30FDE}">
  <a:tblStyle styleId="{76F1840D-CF99-4C97-84F2-518F20A30F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{76F1840D-CF99-4C97-84F2-518F20A30FDE}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{76F1840D-CF99-4C97-84F2-518F20A30FDE}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{76F1840D-CF99-4C97-84F2-518F20A30FDE}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{76F1840D-CF99-4C97-84F2-518F20A30FDE}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{76F1840D-CF99-4C97-84F2-518F20A30FDE}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