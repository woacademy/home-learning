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323814-6870-45B3-BD6E-D9714ACE0854}">
  <a:tblStyle styleId="{FC323814-6870-45B3-BD6E-D9714ACE085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{FC323814-6870-45B3-BD6E-D9714ACE0854}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{FC323814-6870-45B3-BD6E-D9714ACE0854}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{FC323814-6870-45B3-BD6E-D9714ACE0854}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{FC323814-6870-45B3-BD6E-D9714ACE0854}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{FC323814-6870-45B3-BD6E-D9714ACE0854}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