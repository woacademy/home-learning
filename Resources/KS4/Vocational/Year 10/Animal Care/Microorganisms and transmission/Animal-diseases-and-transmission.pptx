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BF43FE-206B-49AE-8FCF-E3F19F313451}">
  <a:tblStyle styleId="{10BF43FE-206B-49AE-8FCF-E3F19F3134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{10BF43FE-206B-49AE-8FCF-E3F19F313451}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{10BF43FE-206B-49AE-8FCF-E3F19F313451}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{10BF43FE-206B-49AE-8FCF-E3F19F313451}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{10BF43FE-206B-49AE-8FCF-E3F19F313451}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{10BF43FE-206B-49AE-8FCF-E3F19F313451}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