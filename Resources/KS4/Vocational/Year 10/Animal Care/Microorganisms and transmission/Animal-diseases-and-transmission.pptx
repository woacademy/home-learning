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367F9E-9365-4214-93AD-C19159F45438}">
  <a:tblStyle styleId="{54367F9E-9365-4214-93AD-C19159F4543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{54367F9E-9365-4214-93AD-C19159F45438}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{54367F9E-9365-4214-93AD-C19159F45438}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{54367F9E-9365-4214-93AD-C19159F45438}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{54367F9E-9365-4214-93AD-C19159F45438}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{54367F9E-9365-4214-93AD-C19159F45438}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