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C043085-7DC1-47EF-BF27-D718CBCC5B51}">
  <a:tblStyle styleId="{EC043085-7DC1-47EF-BF27-D718CBCC5B51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{EC043085-7DC1-47EF-BF27-D718CBCC5B51}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{EC043085-7DC1-47EF-BF27-D718CBCC5B51}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{EC043085-7DC1-47EF-BF27-D718CBCC5B51}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{EC043085-7DC1-47EF-BF27-D718CBCC5B51}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{EC043085-7DC1-47EF-BF27-D718CBCC5B51}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