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7F19D-C31A-4ABE-9BF1-1E56E6921B7D}">
  <a:tblStyle styleId="{4F77F19D-C31A-4ABE-9BF1-1E56E6921B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{4F77F19D-C31A-4ABE-9BF1-1E56E6921B7D}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{4F77F19D-C31A-4ABE-9BF1-1E56E6921B7D}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{4F77F19D-C31A-4ABE-9BF1-1E56E6921B7D}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{4F77F19D-C31A-4ABE-9BF1-1E56E6921B7D}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{4F77F19D-C31A-4ABE-9BF1-1E56E6921B7D}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