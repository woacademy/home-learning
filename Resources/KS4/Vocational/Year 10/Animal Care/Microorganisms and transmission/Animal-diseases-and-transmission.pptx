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7DFC3CF-5529-4164-A246-684CA37FC8F4}">
  <a:tblStyle styleId="{17DFC3CF-5529-4164-A246-684CA37FC8F4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{17DFC3CF-5529-4164-A246-684CA37FC8F4}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{17DFC3CF-5529-4164-A246-684CA37FC8F4}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{17DFC3CF-5529-4164-A246-684CA37FC8F4}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{17DFC3CF-5529-4164-A246-684CA37FC8F4}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{17DFC3CF-5529-4164-A246-684CA37FC8F4}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