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CC1034-C907-42FC-9C60-A988CF3C2B42}">
  <a:tblStyle styleId="{F9CC1034-C907-42FC-9C60-A988CF3C2B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{F9CC1034-C907-42FC-9C60-A988CF3C2B42}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{F9CC1034-C907-42FC-9C60-A988CF3C2B42}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{F9CC1034-C907-42FC-9C60-A988CF3C2B42}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{F9CC1034-C907-42FC-9C60-A988CF3C2B42}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{F9CC1034-C907-42FC-9C60-A988CF3C2B42}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