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1043F6-E674-4CFA-B627-7B429044AB2B}">
  <a:tblStyle styleId="{BE1043F6-E674-4CFA-B627-7B429044AB2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{BE1043F6-E674-4CFA-B627-7B429044AB2B}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{BE1043F6-E674-4CFA-B627-7B429044AB2B}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{BE1043F6-E674-4CFA-B627-7B429044AB2B}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{BE1043F6-E674-4CFA-B627-7B429044AB2B}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{BE1043F6-E674-4CFA-B627-7B429044AB2B}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