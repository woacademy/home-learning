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3EF4D-C2AD-41F2-983E-05F435BF8C66}">
  <a:tblStyle styleId="{1E93EF4D-C2AD-41F2-983E-05F435BF8C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{1E93EF4D-C2AD-41F2-983E-05F435BF8C66}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{1E93EF4D-C2AD-41F2-983E-05F435BF8C66}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{1E93EF4D-C2AD-41F2-983E-05F435BF8C66}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{1E93EF4D-C2AD-41F2-983E-05F435BF8C66}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{1E93EF4D-C2AD-41F2-983E-05F435BF8C66}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