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56AFAE-C43B-4438-BD96-119EC0982AE2}">
  <a:tblStyle styleId="{7256AFAE-C43B-4438-BD96-119EC0982AE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{7256AFAE-C43B-4438-BD96-119EC0982AE2}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{7256AFAE-C43B-4438-BD96-119EC0982AE2}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{7256AFAE-C43B-4438-BD96-119EC0982AE2}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{7256AFAE-C43B-4438-BD96-119EC0982AE2}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{7256AFAE-C43B-4438-BD96-119EC0982AE2}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