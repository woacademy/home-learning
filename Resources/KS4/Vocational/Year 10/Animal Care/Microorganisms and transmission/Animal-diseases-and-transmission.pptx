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EE2222-C15A-4127-8DCA-704E6C8B024E}">
  <a:tblStyle styleId="{ECEE2222-C15A-4127-8DCA-704E6C8B02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{ECEE2222-C15A-4127-8DCA-704E6C8B024E}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{ECEE2222-C15A-4127-8DCA-704E6C8B024E}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{ECEE2222-C15A-4127-8DCA-704E6C8B024E}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{ECEE2222-C15A-4127-8DCA-704E6C8B024E}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{ECEE2222-C15A-4127-8DCA-704E6C8B024E}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