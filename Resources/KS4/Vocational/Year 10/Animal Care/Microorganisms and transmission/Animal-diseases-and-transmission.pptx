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941D8E-737C-4D5A-B0B0-48961007955C}">
  <a:tblStyle styleId="{94941D8E-737C-4D5A-B0B0-48961007955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{94941D8E-737C-4D5A-B0B0-48961007955C}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{94941D8E-737C-4D5A-B0B0-48961007955C}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{94941D8E-737C-4D5A-B0B0-48961007955C}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{94941D8E-737C-4D5A-B0B0-48961007955C}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{94941D8E-737C-4D5A-B0B0-48961007955C}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