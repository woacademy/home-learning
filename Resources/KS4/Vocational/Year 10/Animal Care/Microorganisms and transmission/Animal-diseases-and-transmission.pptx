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A4DF42-F86B-436C-86D2-3F8C66259976}">
  <a:tblStyle styleId="{8BA4DF42-F86B-436C-86D2-3F8C662599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{8BA4DF42-F86B-436C-86D2-3F8C66259976}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{8BA4DF42-F86B-436C-86D2-3F8C66259976}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{8BA4DF42-F86B-436C-86D2-3F8C66259976}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{8BA4DF42-F86B-436C-86D2-3F8C66259976}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{8BA4DF42-F86B-436C-86D2-3F8C66259976}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