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5F3D8-3BF4-4A8E-9A2A-5DEE3DFD0328}">
  <a:tblStyle styleId="{A425F3D8-3BF4-4A8E-9A2A-5DEE3DFD03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{A425F3D8-3BF4-4A8E-9A2A-5DEE3DFD0328}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{A425F3D8-3BF4-4A8E-9A2A-5DEE3DFD0328}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{A425F3D8-3BF4-4A8E-9A2A-5DEE3DFD0328}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{A425F3D8-3BF4-4A8E-9A2A-5DEE3DFD0328}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{A425F3D8-3BF4-4A8E-9A2A-5DEE3DFD0328}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