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B7E911-56C1-41ED-A2BD-BBC049668708}">
  <a:tblStyle styleId="{02B7E911-56C1-41ED-A2BD-BBC0496687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{02B7E911-56C1-41ED-A2BD-BBC049668708}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{02B7E911-56C1-41ED-A2BD-BBC049668708}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{02B7E911-56C1-41ED-A2BD-BBC049668708}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{02B7E911-56C1-41ED-A2BD-BBC049668708}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{02B7E911-56C1-41ED-A2BD-BBC049668708}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