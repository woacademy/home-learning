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19794C-2494-4465-A2EC-3B6B674FC9F3}">
  <a:tblStyle styleId="{D819794C-2494-4465-A2EC-3B6B674FC9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{D819794C-2494-4465-A2EC-3B6B674FC9F3}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{D819794C-2494-4465-A2EC-3B6B674FC9F3}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{D819794C-2494-4465-A2EC-3B6B674FC9F3}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{D819794C-2494-4465-A2EC-3B6B674FC9F3}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{D819794C-2494-4465-A2EC-3B6B674FC9F3}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