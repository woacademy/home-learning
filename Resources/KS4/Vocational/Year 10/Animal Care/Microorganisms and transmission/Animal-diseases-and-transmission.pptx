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0721DA-0116-48AD-9752-A919F2D842E0}">
  <a:tblStyle styleId="{A70721DA-0116-48AD-9752-A919F2D842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{A70721DA-0116-48AD-9752-A919F2D842E0}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{A70721DA-0116-48AD-9752-A919F2D842E0}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{A70721DA-0116-48AD-9752-A919F2D842E0}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{A70721DA-0116-48AD-9752-A919F2D842E0}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{A70721DA-0116-48AD-9752-A919F2D842E0}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