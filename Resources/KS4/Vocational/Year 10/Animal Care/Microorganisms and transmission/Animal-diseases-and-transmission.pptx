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85FD1-5F73-4FE1-8C90-531B265EF113}">
  <a:tblStyle styleId="{CB885FD1-5F73-4FE1-8C90-531B265EF1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{CB885FD1-5F73-4FE1-8C90-531B265EF113}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{CB885FD1-5F73-4FE1-8C90-531B265EF113}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{CB885FD1-5F73-4FE1-8C90-531B265EF113}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{CB885FD1-5F73-4FE1-8C90-531B265EF113}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{CB885FD1-5F73-4FE1-8C90-531B265EF113}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