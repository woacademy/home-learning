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FCD730D-B055-41B4-A6F7-94A9EAC890B3}">
  <a:tblStyle styleId="{AFCD730D-B055-41B4-A6F7-94A9EAC890B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{AFCD730D-B055-41B4-A6F7-94A9EAC890B3}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{AFCD730D-B055-41B4-A6F7-94A9EAC890B3}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{AFCD730D-B055-41B4-A6F7-94A9EAC890B3}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{AFCD730D-B055-41B4-A6F7-94A9EAC890B3}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{AFCD730D-B055-41B4-A6F7-94A9EAC890B3}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