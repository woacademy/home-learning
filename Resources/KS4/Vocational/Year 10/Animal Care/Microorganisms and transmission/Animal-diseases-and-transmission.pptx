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DCE32C-6602-4B5B-B138-A6D301A739EA}">
  <a:tblStyle styleId="{2ADCE32C-6602-4B5B-B138-A6D301A739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{2ADCE32C-6602-4B5B-B138-A6D301A739EA}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{2ADCE32C-6602-4B5B-B138-A6D301A739EA}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{2ADCE32C-6602-4B5B-B138-A6D301A739EA}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{2ADCE32C-6602-4B5B-B138-A6D301A739EA}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{2ADCE32C-6602-4B5B-B138-A6D301A739EA}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