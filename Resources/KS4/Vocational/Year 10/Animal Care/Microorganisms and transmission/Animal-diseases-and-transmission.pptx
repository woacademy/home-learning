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F2062-D431-44D7-AA4D-82EE3AE44C49}">
  <a:tblStyle styleId="{1CFF2062-D431-44D7-AA4D-82EE3AE44C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{1CFF2062-D431-44D7-AA4D-82EE3AE44C49}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{1CFF2062-D431-44D7-AA4D-82EE3AE44C49}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{1CFF2062-D431-44D7-AA4D-82EE3AE44C49}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{1CFF2062-D431-44D7-AA4D-82EE3AE44C49}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{1CFF2062-D431-44D7-AA4D-82EE3AE44C49}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