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E38C109-AE4F-4475-8594-4FE632610176}">
  <a:tblStyle styleId="{4E38C109-AE4F-4475-8594-4FE6326101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{4E38C109-AE4F-4475-8594-4FE632610176}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{4E38C109-AE4F-4475-8594-4FE632610176}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{4E38C109-AE4F-4475-8594-4FE632610176}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{4E38C109-AE4F-4475-8594-4FE632610176}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{4E38C109-AE4F-4475-8594-4FE632610176}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