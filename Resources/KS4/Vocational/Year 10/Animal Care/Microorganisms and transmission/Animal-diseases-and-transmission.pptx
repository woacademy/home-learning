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34A8FD-896C-41F0-9C22-D53BAAC5852A}">
  <a:tblStyle styleId="{0F34A8FD-896C-41F0-9C22-D53BAAC585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{0F34A8FD-896C-41F0-9C22-D53BAAC5852A}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{0F34A8FD-896C-41F0-9C22-D53BAAC5852A}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{0F34A8FD-896C-41F0-9C22-D53BAAC5852A}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{0F34A8FD-896C-41F0-9C22-D53BAAC5852A}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{0F34A8FD-896C-41F0-9C22-D53BAAC5852A}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