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6B4446-3775-4F42-B97A-4E9786018662}">
  <a:tblStyle styleId="{A56B4446-3775-4F42-B97A-4E97860186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{A56B4446-3775-4F42-B97A-4E9786018662}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{A56B4446-3775-4F42-B97A-4E9786018662}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{A56B4446-3775-4F42-B97A-4E9786018662}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{A56B4446-3775-4F42-B97A-4E9786018662}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{A56B4446-3775-4F42-B97A-4E9786018662}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