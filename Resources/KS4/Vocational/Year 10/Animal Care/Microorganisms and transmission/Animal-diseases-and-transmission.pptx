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476CBF-58C2-4897-AA0C-0DDB35ABE378}">
  <a:tblStyle styleId="{3B476CBF-58C2-4897-AA0C-0DDB35ABE3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{3B476CBF-58C2-4897-AA0C-0DDB35ABE378}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{3B476CBF-58C2-4897-AA0C-0DDB35ABE378}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{3B476CBF-58C2-4897-AA0C-0DDB35ABE378}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{3B476CBF-58C2-4897-AA0C-0DDB35ABE378}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{3B476CBF-58C2-4897-AA0C-0DDB35ABE378}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