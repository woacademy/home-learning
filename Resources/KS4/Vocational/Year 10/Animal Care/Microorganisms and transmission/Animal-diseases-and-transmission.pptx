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50C1F0-BD12-4765-B2C2-2C295431D25B}">
  <a:tblStyle styleId="{5450C1F0-BD12-4765-B2C2-2C295431D2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{5450C1F0-BD12-4765-B2C2-2C295431D25B}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{5450C1F0-BD12-4765-B2C2-2C295431D25B}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{5450C1F0-BD12-4765-B2C2-2C295431D25B}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{5450C1F0-BD12-4765-B2C2-2C295431D25B}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{5450C1F0-BD12-4765-B2C2-2C295431D25B}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