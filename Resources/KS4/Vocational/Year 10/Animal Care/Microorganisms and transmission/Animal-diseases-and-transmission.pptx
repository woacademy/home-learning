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85ED2-F285-4F52-8AE0-DB6B838CB783}">
  <a:tblStyle styleId="{5CA85ED2-F285-4F52-8AE0-DB6B838CB7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{5CA85ED2-F285-4F52-8AE0-DB6B838CB783}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{5CA85ED2-F285-4F52-8AE0-DB6B838CB783}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{5CA85ED2-F285-4F52-8AE0-DB6B838CB783}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{5CA85ED2-F285-4F52-8AE0-DB6B838CB783}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{5CA85ED2-F285-4F52-8AE0-DB6B838CB783}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