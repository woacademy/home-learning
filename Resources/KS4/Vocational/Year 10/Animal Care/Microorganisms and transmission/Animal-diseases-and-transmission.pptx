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7B4067-7724-41B9-AD9E-C63C95E79481}">
  <a:tblStyle styleId="{1F7B4067-7724-41B9-AD9E-C63C95E7948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{1F7B4067-7724-41B9-AD9E-C63C95E79481}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{1F7B4067-7724-41B9-AD9E-C63C95E79481}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{1F7B4067-7724-41B9-AD9E-C63C95E79481}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{1F7B4067-7724-41B9-AD9E-C63C95E79481}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{1F7B4067-7724-41B9-AD9E-C63C95E79481}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