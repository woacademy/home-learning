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8B413F-B4AF-41EF-B06F-9CE20CE0469E}">
  <a:tblStyle styleId="{2B8B413F-B4AF-41EF-B06F-9CE20CE046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{2B8B413F-B4AF-41EF-B06F-9CE20CE0469E}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{2B8B413F-B4AF-41EF-B06F-9CE20CE0469E}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{2B8B413F-B4AF-41EF-B06F-9CE20CE0469E}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{2B8B413F-B4AF-41EF-B06F-9CE20CE0469E}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{2B8B413F-B4AF-41EF-B06F-9CE20CE0469E}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