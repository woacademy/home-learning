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C9FA89-8C50-4B87-914F-4EB87FE89351}">
  <a:tblStyle styleId="{3CC9FA89-8C50-4B87-914F-4EB87FE8935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{3CC9FA89-8C50-4B87-914F-4EB87FE89351}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{3CC9FA89-8C50-4B87-914F-4EB87FE89351}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{3CC9FA89-8C50-4B87-914F-4EB87FE89351}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{3CC9FA89-8C50-4B87-914F-4EB87FE89351}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{3CC9FA89-8C50-4B87-914F-4EB87FE89351}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