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D14F80-CAE3-4BBC-BA9E-F2A1DA27D569}">
  <a:tblStyle styleId="{FFD14F80-CAE3-4BBC-BA9E-F2A1DA27D56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{FFD14F80-CAE3-4BBC-BA9E-F2A1DA27D569}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{FFD14F80-CAE3-4BBC-BA9E-F2A1DA27D569}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{FFD14F80-CAE3-4BBC-BA9E-F2A1DA27D569}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{FFD14F80-CAE3-4BBC-BA9E-F2A1DA27D569}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{FFD14F80-CAE3-4BBC-BA9E-F2A1DA27D569}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