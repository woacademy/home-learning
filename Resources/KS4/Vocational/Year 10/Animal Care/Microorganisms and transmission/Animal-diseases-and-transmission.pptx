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C9EF44-D180-4426-B365-2F8462619F76}">
  <a:tblStyle styleId="{F7C9EF44-D180-4426-B365-2F8462619F7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{F7C9EF44-D180-4426-B365-2F8462619F76}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{F7C9EF44-D180-4426-B365-2F8462619F76}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{F7C9EF44-D180-4426-B365-2F8462619F76}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{F7C9EF44-D180-4426-B365-2F8462619F76}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{F7C9EF44-D180-4426-B365-2F8462619F76}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