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A43CF0-740E-4D9C-94A8-C29CD2670A4E}">
  <a:tblStyle styleId="{B1A43CF0-740E-4D9C-94A8-C29CD2670A4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{B1A43CF0-740E-4D9C-94A8-C29CD2670A4E}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{B1A43CF0-740E-4D9C-94A8-C29CD2670A4E}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{B1A43CF0-740E-4D9C-94A8-C29CD2670A4E}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{B1A43CF0-740E-4D9C-94A8-C29CD2670A4E}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{B1A43CF0-740E-4D9C-94A8-C29CD2670A4E}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