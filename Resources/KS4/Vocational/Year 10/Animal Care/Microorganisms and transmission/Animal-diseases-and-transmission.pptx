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C95349-E879-41FA-BDA9-834109C133E4}">
  <a:tblStyle styleId="{38C95349-E879-41FA-BDA9-834109C133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{38C95349-E879-41FA-BDA9-834109C133E4}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{38C95349-E879-41FA-BDA9-834109C133E4}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{38C95349-E879-41FA-BDA9-834109C133E4}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{38C95349-E879-41FA-BDA9-834109C133E4}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{38C95349-E879-41FA-BDA9-834109C133E4}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