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6FCD70-C5CA-45B8-9C9F-C657CC5F9B67}">
  <a:tblStyle styleId="{B36FCD70-C5CA-45B8-9C9F-C657CC5F9B6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{B36FCD70-C5CA-45B8-9C9F-C657CC5F9B67}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{B36FCD70-C5CA-45B8-9C9F-C657CC5F9B67}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{B36FCD70-C5CA-45B8-9C9F-C657CC5F9B67}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{B36FCD70-C5CA-45B8-9C9F-C657CC5F9B67}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{B36FCD70-C5CA-45B8-9C9F-C657CC5F9B67}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