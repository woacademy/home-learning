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2570A1-6315-42A7-87D4-11D14E1A211E}">
  <a:tblStyle styleId="{E72570A1-6315-42A7-87D4-11D14E1A21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{E72570A1-6315-42A7-87D4-11D14E1A211E}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{E72570A1-6315-42A7-87D4-11D14E1A211E}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{E72570A1-6315-42A7-87D4-11D14E1A211E}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{E72570A1-6315-42A7-87D4-11D14E1A211E}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{E72570A1-6315-42A7-87D4-11D14E1A211E}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