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6409F4-CCA1-4B33-84DE-020262B3769E}">
  <a:tblStyle styleId="{5F6409F4-CCA1-4B33-84DE-020262B3769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{5F6409F4-CCA1-4B33-84DE-020262B3769E}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{5F6409F4-CCA1-4B33-84DE-020262B3769E}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{5F6409F4-CCA1-4B33-84DE-020262B3769E}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{5F6409F4-CCA1-4B33-84DE-020262B3769E}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{5F6409F4-CCA1-4B33-84DE-020262B3769E}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