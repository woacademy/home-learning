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4FF28F-3496-449A-8F87-BE0404C5BDA3}">
  <a:tblStyle styleId="{814FF28F-3496-449A-8F87-BE0404C5BD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{814FF28F-3496-449A-8F87-BE0404C5BDA3}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{814FF28F-3496-449A-8F87-BE0404C5BDA3}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{814FF28F-3496-449A-8F87-BE0404C5BDA3}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{814FF28F-3496-449A-8F87-BE0404C5BDA3}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{814FF28F-3496-449A-8F87-BE0404C5BDA3}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