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7010755-826A-4009-9831-E1DD00BEBDA6}">
  <a:tblStyle styleId="{C7010755-826A-4009-9831-E1DD00BEBDA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{C7010755-826A-4009-9831-E1DD00BEBDA6}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{C7010755-826A-4009-9831-E1DD00BEBDA6}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{C7010755-826A-4009-9831-E1DD00BEBDA6}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{C7010755-826A-4009-9831-E1DD00BEBDA6}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{C7010755-826A-4009-9831-E1DD00BEBDA6}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