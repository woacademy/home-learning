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7E4ADB-C46F-47CD-AAB2-C33D55A586A8}">
  <a:tblStyle styleId="{287E4ADB-C46F-47CD-AAB2-C33D55A586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{287E4ADB-C46F-47CD-AAB2-C33D55A586A8}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{287E4ADB-C46F-47CD-AAB2-C33D55A586A8}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{287E4ADB-C46F-47CD-AAB2-C33D55A586A8}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{287E4ADB-C46F-47CD-AAB2-C33D55A586A8}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{287E4ADB-C46F-47CD-AAB2-C33D55A586A8}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