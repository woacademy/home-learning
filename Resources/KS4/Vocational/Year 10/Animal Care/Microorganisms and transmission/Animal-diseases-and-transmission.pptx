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FBF047-1773-42D3-9B84-AFF8767CF29E}">
  <a:tblStyle styleId="{86FBF047-1773-42D3-9B84-AFF8767CF29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{86FBF047-1773-42D3-9B84-AFF8767CF29E}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{86FBF047-1773-42D3-9B84-AFF8767CF29E}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{86FBF047-1773-42D3-9B84-AFF8767CF29E}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{86FBF047-1773-42D3-9B84-AFF8767CF29E}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{86FBF047-1773-42D3-9B84-AFF8767CF29E}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