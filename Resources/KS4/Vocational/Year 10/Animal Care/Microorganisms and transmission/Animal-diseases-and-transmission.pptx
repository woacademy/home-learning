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851F34DB-3B5D-406A-A345-8E05ABCC0A37}">
  <a:tblStyle styleId="{851F34DB-3B5D-406A-A345-8E05ABCC0A37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{851F34DB-3B5D-406A-A345-8E05ABCC0A37}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{851F34DB-3B5D-406A-A345-8E05ABCC0A37}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{851F34DB-3B5D-406A-A345-8E05ABCC0A37}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{851F34DB-3B5D-406A-A345-8E05ABCC0A37}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{851F34DB-3B5D-406A-A345-8E05ABCC0A37}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