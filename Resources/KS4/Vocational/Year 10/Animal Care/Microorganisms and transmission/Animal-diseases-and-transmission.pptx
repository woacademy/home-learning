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7236C-A7B6-4C39-B96D-E6DB280DF55E}">
  <a:tblStyle styleId="{5CA7236C-A7B6-4C39-B96D-E6DB280DF5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{5CA7236C-A7B6-4C39-B96D-E6DB280DF55E}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{5CA7236C-A7B6-4C39-B96D-E6DB280DF55E}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{5CA7236C-A7B6-4C39-B96D-E6DB280DF55E}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{5CA7236C-A7B6-4C39-B96D-E6DB280DF55E}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{5CA7236C-A7B6-4C39-B96D-E6DB280DF55E}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