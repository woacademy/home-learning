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57BFEB-517C-445D-B4A5-314489AB5F4F}">
  <a:tblStyle styleId="{1957BFEB-517C-445D-B4A5-314489AB5F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{1957BFEB-517C-445D-B4A5-314489AB5F4F}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{1957BFEB-517C-445D-B4A5-314489AB5F4F}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{1957BFEB-517C-445D-B4A5-314489AB5F4F}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{1957BFEB-517C-445D-B4A5-314489AB5F4F}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{1957BFEB-517C-445D-B4A5-314489AB5F4F}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