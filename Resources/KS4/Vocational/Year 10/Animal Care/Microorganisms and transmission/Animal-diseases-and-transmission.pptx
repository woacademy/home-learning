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2E72D31-F895-41B8-A2B2-DDABF85E8343}">
  <a:tblStyle styleId="{C2E72D31-F895-41B8-A2B2-DDABF85E83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{C2E72D31-F895-41B8-A2B2-DDABF85E8343}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{C2E72D31-F895-41B8-A2B2-DDABF85E8343}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{C2E72D31-F895-41B8-A2B2-DDABF85E8343}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{C2E72D31-F895-41B8-A2B2-DDABF85E8343}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{C2E72D31-F895-41B8-A2B2-DDABF85E8343}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