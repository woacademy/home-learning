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9CD80E-463D-4931-92DC-003FF0698E0F}">
  <a:tblStyle styleId="{789CD80E-463D-4931-92DC-003FF0698E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{789CD80E-463D-4931-92DC-003FF0698E0F}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{789CD80E-463D-4931-92DC-003FF0698E0F}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{789CD80E-463D-4931-92DC-003FF0698E0F}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{789CD80E-463D-4931-92DC-003FF0698E0F}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{789CD80E-463D-4931-92DC-003FF0698E0F}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