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15848B-B4E9-41CD-B89F-BF524EBDC187}">
  <a:tblStyle styleId="{F815848B-B4E9-41CD-B89F-BF524EBDC18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{F815848B-B4E9-41CD-B89F-BF524EBDC187}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{F815848B-B4E9-41CD-B89F-BF524EBDC187}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{F815848B-B4E9-41CD-B89F-BF524EBDC187}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{F815848B-B4E9-41CD-B89F-BF524EBDC187}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{F815848B-B4E9-41CD-B89F-BF524EBDC187}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