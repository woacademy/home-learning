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202497-B161-4EB5-BADB-4804A54F4925}">
  <a:tblStyle styleId="{AE202497-B161-4EB5-BADB-4804A54F492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{AE202497-B161-4EB5-BADB-4804A54F4925}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{AE202497-B161-4EB5-BADB-4804A54F4925}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{AE202497-B161-4EB5-BADB-4804A54F4925}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{AE202497-B161-4EB5-BADB-4804A54F4925}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{AE202497-B161-4EB5-BADB-4804A54F4925}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