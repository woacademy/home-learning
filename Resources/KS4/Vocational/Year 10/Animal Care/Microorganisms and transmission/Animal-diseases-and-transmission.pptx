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12A45E-70C7-432E-984E-E82D8363C63E}">
  <a:tblStyle styleId="{5312A45E-70C7-432E-984E-E82D8363C6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{5312A45E-70C7-432E-984E-E82D8363C63E}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{5312A45E-70C7-432E-984E-E82D8363C63E}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{5312A45E-70C7-432E-984E-E82D8363C63E}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{5312A45E-70C7-432E-984E-E82D8363C63E}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{5312A45E-70C7-432E-984E-E82D8363C63E}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