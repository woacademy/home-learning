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95604CA-2C1C-4A88-900C-2EDFC0273CF4}">
  <a:tblStyle styleId="{095604CA-2C1C-4A88-900C-2EDFC0273CF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{095604CA-2C1C-4A88-900C-2EDFC0273CF4}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{095604CA-2C1C-4A88-900C-2EDFC0273CF4}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{095604CA-2C1C-4A88-900C-2EDFC0273CF4}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{095604CA-2C1C-4A88-900C-2EDFC0273CF4}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{095604CA-2C1C-4A88-900C-2EDFC0273CF4}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