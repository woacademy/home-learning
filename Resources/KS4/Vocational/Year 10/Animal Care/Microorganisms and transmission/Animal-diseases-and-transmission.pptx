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FECD54-4C03-4A3E-8C19-71A43B5A3273}">
  <a:tblStyle styleId="{65FECD54-4C03-4A3E-8C19-71A43B5A32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{65FECD54-4C03-4A3E-8C19-71A43B5A3273}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{65FECD54-4C03-4A3E-8C19-71A43B5A3273}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{65FECD54-4C03-4A3E-8C19-71A43B5A3273}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{65FECD54-4C03-4A3E-8C19-71A43B5A3273}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{65FECD54-4C03-4A3E-8C19-71A43B5A3273}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