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A4D3BCF-9C71-4266-810A-9C65D6C7CA1D}">
  <a:tblStyle styleId="{1A4D3BCF-9C71-4266-810A-9C65D6C7CA1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{1A4D3BCF-9C71-4266-810A-9C65D6C7CA1D}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{1A4D3BCF-9C71-4266-810A-9C65D6C7CA1D}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{1A4D3BCF-9C71-4266-810A-9C65D6C7CA1D}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{1A4D3BCF-9C71-4266-810A-9C65D6C7CA1D}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{1A4D3BCF-9C71-4266-810A-9C65D6C7CA1D}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