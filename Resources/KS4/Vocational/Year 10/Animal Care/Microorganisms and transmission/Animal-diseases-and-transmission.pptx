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9F8A1B-5CD8-4925-9B48-6B303FB6290B}">
  <a:tblStyle styleId="{B79F8A1B-5CD8-4925-9B48-6B303FB629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{B79F8A1B-5CD8-4925-9B48-6B303FB6290B}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{B79F8A1B-5CD8-4925-9B48-6B303FB6290B}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{B79F8A1B-5CD8-4925-9B48-6B303FB6290B}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{B79F8A1B-5CD8-4925-9B48-6B303FB6290B}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{B79F8A1B-5CD8-4925-9B48-6B303FB6290B}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