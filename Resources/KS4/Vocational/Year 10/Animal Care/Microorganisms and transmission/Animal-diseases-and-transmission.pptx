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110F67-D77F-42C6-84FE-D51EFC935E41}">
  <a:tblStyle styleId="{CC110F67-D77F-42C6-84FE-D51EFC935E4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{CC110F67-D77F-42C6-84FE-D51EFC935E41}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{CC110F67-D77F-42C6-84FE-D51EFC935E41}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{CC110F67-D77F-42C6-84FE-D51EFC935E41}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{CC110F67-D77F-42C6-84FE-D51EFC935E41}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{CC110F67-D77F-42C6-84FE-D51EFC935E41}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