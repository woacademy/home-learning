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D9A058-0E08-4B8E-A8FF-B8121C525446}">
  <a:tblStyle styleId="{7ED9A058-0E08-4B8E-A8FF-B8121C5254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{7ED9A058-0E08-4B8E-A8FF-B8121C525446}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{7ED9A058-0E08-4B8E-A8FF-B8121C525446}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{7ED9A058-0E08-4B8E-A8FF-B8121C525446}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{7ED9A058-0E08-4B8E-A8FF-B8121C525446}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{7ED9A058-0E08-4B8E-A8FF-B8121C525446}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