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4830F7-8AF1-4BD7-9239-32C43A4C96FF}">
  <a:tblStyle styleId="{3B4830F7-8AF1-4BD7-9239-32C43A4C96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{3B4830F7-8AF1-4BD7-9239-32C43A4C96FF}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{3B4830F7-8AF1-4BD7-9239-32C43A4C96FF}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{3B4830F7-8AF1-4BD7-9239-32C43A4C96FF}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{3B4830F7-8AF1-4BD7-9239-32C43A4C96FF}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{3B4830F7-8AF1-4BD7-9239-32C43A4C96FF}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