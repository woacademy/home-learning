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AFAC50-4C6B-4092-ABD7-E34B8A7E5778}">
  <a:tblStyle styleId="{35AFAC50-4C6B-4092-ABD7-E34B8A7E577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{35AFAC50-4C6B-4092-ABD7-E34B8A7E5778}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{35AFAC50-4C6B-4092-ABD7-E34B8A7E5778}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{35AFAC50-4C6B-4092-ABD7-E34B8A7E5778}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{35AFAC50-4C6B-4092-ABD7-E34B8A7E5778}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{35AFAC50-4C6B-4092-ABD7-E34B8A7E5778}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