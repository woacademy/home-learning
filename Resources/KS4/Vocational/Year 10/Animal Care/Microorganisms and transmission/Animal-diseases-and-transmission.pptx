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9F5824-4489-4A62-98B8-4FA91F8BC378}">
  <a:tblStyle styleId="{E89F5824-4489-4A62-98B8-4FA91F8BC3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{E89F5824-4489-4A62-98B8-4FA91F8BC378}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{E89F5824-4489-4A62-98B8-4FA91F8BC378}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{E89F5824-4489-4A62-98B8-4FA91F8BC378}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{E89F5824-4489-4A62-98B8-4FA91F8BC378}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{E89F5824-4489-4A62-98B8-4FA91F8BC378}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