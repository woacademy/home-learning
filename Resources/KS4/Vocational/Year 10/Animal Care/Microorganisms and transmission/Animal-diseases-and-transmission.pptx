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E215C-AE06-45BE-A749-19BF3E11E612}">
  <a:tblStyle styleId="{ABDE215C-AE06-45BE-A749-19BF3E11E6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{ABDE215C-AE06-45BE-A749-19BF3E11E612}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{ABDE215C-AE06-45BE-A749-19BF3E11E612}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{ABDE215C-AE06-45BE-A749-19BF3E11E612}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{ABDE215C-AE06-45BE-A749-19BF3E11E612}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{ABDE215C-AE06-45BE-A749-19BF3E11E612}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