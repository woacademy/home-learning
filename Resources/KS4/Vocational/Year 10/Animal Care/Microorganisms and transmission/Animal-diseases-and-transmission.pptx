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126E8B-3DA6-424D-B4F0-9950FE191DD0}">
  <a:tblStyle styleId="{FF126E8B-3DA6-424D-B4F0-9950FE191DD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{FF126E8B-3DA6-424D-B4F0-9950FE191DD0}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{FF126E8B-3DA6-424D-B4F0-9950FE191DD0}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{FF126E8B-3DA6-424D-B4F0-9950FE191DD0}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{FF126E8B-3DA6-424D-B4F0-9950FE191DD0}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{FF126E8B-3DA6-424D-B4F0-9950FE191DD0}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