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294FB-673E-43EA-BACB-85AE563FBE7A}">
  <a:tblStyle styleId="{642294FB-673E-43EA-BACB-85AE563FBE7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{642294FB-673E-43EA-BACB-85AE563FBE7A}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{642294FB-673E-43EA-BACB-85AE563FBE7A}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{642294FB-673E-43EA-BACB-85AE563FBE7A}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{642294FB-673E-43EA-BACB-85AE563FBE7A}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{642294FB-673E-43EA-BACB-85AE563FBE7A}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