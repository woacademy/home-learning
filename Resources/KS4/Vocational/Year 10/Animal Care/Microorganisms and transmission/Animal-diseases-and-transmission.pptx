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3A0917-83BA-4903-A50C-18C7AB9CE4D3}">
  <a:tblStyle styleId="{393A0917-83BA-4903-A50C-18C7AB9CE4D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{393A0917-83BA-4903-A50C-18C7AB9CE4D3}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{393A0917-83BA-4903-A50C-18C7AB9CE4D3}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{393A0917-83BA-4903-A50C-18C7AB9CE4D3}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{393A0917-83BA-4903-A50C-18C7AB9CE4D3}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{393A0917-83BA-4903-A50C-18C7AB9CE4D3}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