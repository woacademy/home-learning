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2C71C3-1BFD-40CE-8AF9-FEB3038AA6BF}">
  <a:tblStyle styleId="{172C71C3-1BFD-40CE-8AF9-FEB3038AA6B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{172C71C3-1BFD-40CE-8AF9-FEB3038AA6BF}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{172C71C3-1BFD-40CE-8AF9-FEB3038AA6BF}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{172C71C3-1BFD-40CE-8AF9-FEB3038AA6BF}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{172C71C3-1BFD-40CE-8AF9-FEB3038AA6BF}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{172C71C3-1BFD-40CE-8AF9-FEB3038AA6BF}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