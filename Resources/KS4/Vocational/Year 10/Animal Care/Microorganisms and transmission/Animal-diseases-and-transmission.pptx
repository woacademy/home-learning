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873BC0-E69E-4B21-B4E8-6820CC7F42B7}">
  <a:tblStyle styleId="{58873BC0-E69E-4B21-B4E8-6820CC7F42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{58873BC0-E69E-4B21-B4E8-6820CC7F42B7}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{58873BC0-E69E-4B21-B4E8-6820CC7F42B7}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{58873BC0-E69E-4B21-B4E8-6820CC7F42B7}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{58873BC0-E69E-4B21-B4E8-6820CC7F42B7}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{58873BC0-E69E-4B21-B4E8-6820CC7F42B7}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