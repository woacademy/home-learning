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DAB38D-E031-4CFD-8115-194060D72C54}">
  <a:tblStyle styleId="{1ADAB38D-E031-4CFD-8115-194060D72C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{1ADAB38D-E031-4CFD-8115-194060D72C54}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{1ADAB38D-E031-4CFD-8115-194060D72C54}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{1ADAB38D-E031-4CFD-8115-194060D72C54}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{1ADAB38D-E031-4CFD-8115-194060D72C54}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{1ADAB38D-E031-4CFD-8115-194060D72C54}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