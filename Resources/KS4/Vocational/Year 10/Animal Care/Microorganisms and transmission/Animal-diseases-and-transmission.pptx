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E41C11-2470-481B-9C5F-F2880532BCD4}">
  <a:tblStyle styleId="{68E41C11-2470-481B-9C5F-F2880532BC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{68E41C11-2470-481B-9C5F-F2880532BCD4}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{68E41C11-2470-481B-9C5F-F2880532BCD4}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{68E41C11-2470-481B-9C5F-F2880532BCD4}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{68E41C11-2470-481B-9C5F-F2880532BCD4}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{68E41C11-2470-481B-9C5F-F2880532BCD4}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