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17134C7-C65A-419F-B67B-E9AAB4C400B8}">
  <a:tblStyle styleId="{517134C7-C65A-419F-B67B-E9AAB4C400B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{517134C7-C65A-419F-B67B-E9AAB4C400B8}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{517134C7-C65A-419F-B67B-E9AAB4C400B8}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{517134C7-C65A-419F-B67B-E9AAB4C400B8}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{517134C7-C65A-419F-B67B-E9AAB4C400B8}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{517134C7-C65A-419F-B67B-E9AAB4C400B8}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