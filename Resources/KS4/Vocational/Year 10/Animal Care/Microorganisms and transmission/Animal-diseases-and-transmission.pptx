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FD805-5740-417A-9A41-E297771BAD7A}">
  <a:tblStyle styleId="{028FD805-5740-417A-9A41-E297771BAD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{028FD805-5740-417A-9A41-E297771BAD7A}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{028FD805-5740-417A-9A41-E297771BAD7A}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{028FD805-5740-417A-9A41-E297771BAD7A}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{028FD805-5740-417A-9A41-E297771BAD7A}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{028FD805-5740-417A-9A41-E297771BAD7A}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