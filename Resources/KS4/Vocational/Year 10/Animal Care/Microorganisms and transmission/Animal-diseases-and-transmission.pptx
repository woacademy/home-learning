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F8E57C-63CE-4E2B-A88F-AA3962776914}">
  <a:tblStyle styleId="{04F8E57C-63CE-4E2B-A88F-AA39627769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{04F8E57C-63CE-4E2B-A88F-AA3962776914}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{04F8E57C-63CE-4E2B-A88F-AA3962776914}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{04F8E57C-63CE-4E2B-A88F-AA3962776914}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{04F8E57C-63CE-4E2B-A88F-AA3962776914}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{04F8E57C-63CE-4E2B-A88F-AA3962776914}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