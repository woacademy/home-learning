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EA97EF-A667-45D1-B026-6E216BA9F546}">
  <a:tblStyle styleId="{69EA97EF-A667-45D1-B026-6E216BA9F5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{69EA97EF-A667-45D1-B026-6E216BA9F546}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{69EA97EF-A667-45D1-B026-6E216BA9F546}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{69EA97EF-A667-45D1-B026-6E216BA9F546}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{69EA97EF-A667-45D1-B026-6E216BA9F546}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{69EA97EF-A667-45D1-B026-6E216BA9F546}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