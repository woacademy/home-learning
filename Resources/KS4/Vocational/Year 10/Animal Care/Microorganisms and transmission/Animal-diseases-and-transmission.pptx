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894ADB-C6CA-4FB8-81C7-B34F57DB5901}">
  <a:tblStyle styleId="{D7894ADB-C6CA-4FB8-81C7-B34F57DB59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{D7894ADB-C6CA-4FB8-81C7-B34F57DB5901}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{D7894ADB-C6CA-4FB8-81C7-B34F57DB5901}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{D7894ADB-C6CA-4FB8-81C7-B34F57DB5901}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{D7894ADB-C6CA-4FB8-81C7-B34F57DB5901}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{D7894ADB-C6CA-4FB8-81C7-B34F57DB5901}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