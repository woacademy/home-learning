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DFE98BC-551E-47E1-B47D-2F9E1C7747BA}">
  <a:tblStyle styleId="{3DFE98BC-551E-47E1-B47D-2F9E1C7747B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{3DFE98BC-551E-47E1-B47D-2F9E1C7747BA}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{3DFE98BC-551E-47E1-B47D-2F9E1C7747BA}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{3DFE98BC-551E-47E1-B47D-2F9E1C7747BA}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{3DFE98BC-551E-47E1-B47D-2F9E1C7747BA}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{3DFE98BC-551E-47E1-B47D-2F9E1C7747BA}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