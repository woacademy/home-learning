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F86D28-0A70-4FB1-873C-8D73801DA900}">
  <a:tblStyle styleId="{42F86D28-0A70-4FB1-873C-8D73801DA90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{42F86D28-0A70-4FB1-873C-8D73801DA900}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{42F86D28-0A70-4FB1-873C-8D73801DA900}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{42F86D28-0A70-4FB1-873C-8D73801DA900}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{42F86D28-0A70-4FB1-873C-8D73801DA900}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{42F86D28-0A70-4FB1-873C-8D73801DA900}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