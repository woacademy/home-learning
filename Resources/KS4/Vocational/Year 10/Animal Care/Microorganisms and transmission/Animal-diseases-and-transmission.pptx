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50412A-2517-44C9-BAA6-79BC181BF744}">
  <a:tblStyle styleId="{3050412A-2517-44C9-BAA6-79BC181BF74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{3050412A-2517-44C9-BAA6-79BC181BF744}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{3050412A-2517-44C9-BAA6-79BC181BF744}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{3050412A-2517-44C9-BAA6-79BC181BF744}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{3050412A-2517-44C9-BAA6-79BC181BF744}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{3050412A-2517-44C9-BAA6-79BC181BF744}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