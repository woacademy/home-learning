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63DBC4-E119-4653-8E9F-35F660CE74E2}">
  <a:tblStyle styleId="{EB63DBC4-E119-4653-8E9F-35F660CE74E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{EB63DBC4-E119-4653-8E9F-35F660CE74E2}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{EB63DBC4-E119-4653-8E9F-35F660CE74E2}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{EB63DBC4-E119-4653-8E9F-35F660CE74E2}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{EB63DBC4-E119-4653-8E9F-35F660CE74E2}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{EB63DBC4-E119-4653-8E9F-35F660CE74E2}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