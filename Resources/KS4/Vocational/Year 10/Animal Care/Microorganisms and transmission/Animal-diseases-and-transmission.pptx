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C4020E-0CC0-4C8B-A838-848BE6E2B997}">
  <a:tblStyle styleId="{F2C4020E-0CC0-4C8B-A838-848BE6E2B9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{F2C4020E-0CC0-4C8B-A838-848BE6E2B997}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{F2C4020E-0CC0-4C8B-A838-848BE6E2B997}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{F2C4020E-0CC0-4C8B-A838-848BE6E2B997}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{F2C4020E-0CC0-4C8B-A838-848BE6E2B997}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{F2C4020E-0CC0-4C8B-A838-848BE6E2B997}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