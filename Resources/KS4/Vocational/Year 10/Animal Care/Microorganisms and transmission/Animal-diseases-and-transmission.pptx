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E9509D-62BB-4281-82B8-51FCE6CCD34C}">
  <a:tblStyle styleId="{3EE9509D-62BB-4281-82B8-51FCE6CCD3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{3EE9509D-62BB-4281-82B8-51FCE6CCD34C}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{3EE9509D-62BB-4281-82B8-51FCE6CCD34C}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{3EE9509D-62BB-4281-82B8-51FCE6CCD34C}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{3EE9509D-62BB-4281-82B8-51FCE6CCD34C}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{3EE9509D-62BB-4281-82B8-51FCE6CCD34C}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