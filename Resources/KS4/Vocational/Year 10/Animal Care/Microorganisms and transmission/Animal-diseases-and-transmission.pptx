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9AA860-EC74-44FA-92B7-EC9ED64CF4A0}">
  <a:tblStyle styleId="{B69AA860-EC74-44FA-92B7-EC9ED64CF4A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{B69AA860-EC74-44FA-92B7-EC9ED64CF4A0}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{B69AA860-EC74-44FA-92B7-EC9ED64CF4A0}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{B69AA860-EC74-44FA-92B7-EC9ED64CF4A0}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{B69AA860-EC74-44FA-92B7-EC9ED64CF4A0}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{B69AA860-EC74-44FA-92B7-EC9ED64CF4A0}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