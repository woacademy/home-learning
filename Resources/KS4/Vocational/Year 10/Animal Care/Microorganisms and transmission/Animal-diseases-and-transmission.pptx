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3DA2C2-07AA-4144-8BE6-D54F61E81D3A}">
  <a:tblStyle styleId="{093DA2C2-07AA-4144-8BE6-D54F61E81D3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{093DA2C2-07AA-4144-8BE6-D54F61E81D3A}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{093DA2C2-07AA-4144-8BE6-D54F61E81D3A}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{093DA2C2-07AA-4144-8BE6-D54F61E81D3A}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{093DA2C2-07AA-4144-8BE6-D54F61E81D3A}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{093DA2C2-07AA-4144-8BE6-D54F61E81D3A}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