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C2C9218-C9C2-4EDA-BCC9-14650D473265}">
  <a:tblStyle styleId="{2C2C9218-C9C2-4EDA-BCC9-14650D47326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{2C2C9218-C9C2-4EDA-BCC9-14650D473265}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{2C2C9218-C9C2-4EDA-BCC9-14650D473265}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{2C2C9218-C9C2-4EDA-BCC9-14650D473265}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{2C2C9218-C9C2-4EDA-BCC9-14650D473265}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{2C2C9218-C9C2-4EDA-BCC9-14650D473265}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