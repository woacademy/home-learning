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DDCDEE-07C0-4B50-9FE8-0D80E9A862F7}">
  <a:tblStyle styleId="{88DDCDEE-07C0-4B50-9FE8-0D80E9A862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{88DDCDEE-07C0-4B50-9FE8-0D80E9A862F7}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{88DDCDEE-07C0-4B50-9FE8-0D80E9A862F7}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{88DDCDEE-07C0-4B50-9FE8-0D80E9A862F7}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{88DDCDEE-07C0-4B50-9FE8-0D80E9A862F7}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{88DDCDEE-07C0-4B50-9FE8-0D80E9A862F7}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