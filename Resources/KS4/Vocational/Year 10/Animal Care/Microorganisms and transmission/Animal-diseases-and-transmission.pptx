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E12210-FAC8-4976-87C7-21713D98EB0F}">
  <a:tblStyle styleId="{72E12210-FAC8-4976-87C7-21713D98EB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{72E12210-FAC8-4976-87C7-21713D98EB0F}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{72E12210-FAC8-4976-87C7-21713D98EB0F}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{72E12210-FAC8-4976-87C7-21713D98EB0F}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{72E12210-FAC8-4976-87C7-21713D98EB0F}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{72E12210-FAC8-4976-87C7-21713D98EB0F}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