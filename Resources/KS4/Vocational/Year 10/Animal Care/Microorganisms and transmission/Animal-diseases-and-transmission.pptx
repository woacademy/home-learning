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5CF253-72E0-40E8-A44A-BC0A41A9F245}">
  <a:tblStyle styleId="{575CF253-72E0-40E8-A44A-BC0A41A9F2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{575CF253-72E0-40E8-A44A-BC0A41A9F245}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{575CF253-72E0-40E8-A44A-BC0A41A9F245}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{575CF253-72E0-40E8-A44A-BC0A41A9F245}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{575CF253-72E0-40E8-A44A-BC0A41A9F245}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{575CF253-72E0-40E8-A44A-BC0A41A9F245}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