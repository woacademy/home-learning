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C644071-E718-4699-ACCF-7051BB9608F7}">
  <a:tblStyle styleId="{1C644071-E718-4699-ACCF-7051BB9608F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{1C644071-E718-4699-ACCF-7051BB9608F7}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{1C644071-E718-4699-ACCF-7051BB9608F7}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{1C644071-E718-4699-ACCF-7051BB9608F7}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{1C644071-E718-4699-ACCF-7051BB9608F7}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{1C644071-E718-4699-ACCF-7051BB9608F7}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