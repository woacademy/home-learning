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EF1D2D-1F9F-4F60-A646-E37294A2878B}">
  <a:tblStyle styleId="{53EF1D2D-1F9F-4F60-A646-E37294A287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{53EF1D2D-1F9F-4F60-A646-E37294A2878B}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{53EF1D2D-1F9F-4F60-A646-E37294A2878B}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{53EF1D2D-1F9F-4F60-A646-E37294A2878B}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{53EF1D2D-1F9F-4F60-A646-E37294A2878B}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{53EF1D2D-1F9F-4F60-A646-E37294A2878B}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