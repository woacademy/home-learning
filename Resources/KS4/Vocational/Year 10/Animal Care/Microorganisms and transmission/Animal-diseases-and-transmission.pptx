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A54DE-42B9-431D-BB9E-04E2A05E46E9}">
  <a:tblStyle styleId="{ECCA54DE-42B9-431D-BB9E-04E2A05E46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{ECCA54DE-42B9-431D-BB9E-04E2A05E46E9}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{ECCA54DE-42B9-431D-BB9E-04E2A05E46E9}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{ECCA54DE-42B9-431D-BB9E-04E2A05E46E9}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{ECCA54DE-42B9-431D-BB9E-04E2A05E46E9}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{ECCA54DE-42B9-431D-BB9E-04E2A05E46E9}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