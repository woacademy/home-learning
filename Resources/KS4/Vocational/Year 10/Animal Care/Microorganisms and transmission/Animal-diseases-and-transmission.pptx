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2411D2-944A-4D37-97CD-B492308B66EC}">
  <a:tblStyle styleId="{CC2411D2-944A-4D37-97CD-B492308B66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{CC2411D2-944A-4D37-97CD-B492308B66EC}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{CC2411D2-944A-4D37-97CD-B492308B66EC}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{CC2411D2-944A-4D37-97CD-B492308B66EC}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{CC2411D2-944A-4D37-97CD-B492308B66EC}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{CC2411D2-944A-4D37-97CD-B492308B66EC}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