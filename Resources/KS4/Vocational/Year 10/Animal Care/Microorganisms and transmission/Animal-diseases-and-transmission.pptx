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37CC61-241E-4E41-A607-92E8DF927C0A}">
  <a:tblStyle styleId="{8937CC61-241E-4E41-A607-92E8DF927C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{8937CC61-241E-4E41-A607-92E8DF927C0A}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{8937CC61-241E-4E41-A607-92E8DF927C0A}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{8937CC61-241E-4E41-A607-92E8DF927C0A}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{8937CC61-241E-4E41-A607-92E8DF927C0A}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{8937CC61-241E-4E41-A607-92E8DF927C0A}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