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C009C5-3D16-4D95-AD9F-9608A676FC8B}">
  <a:tblStyle styleId="{F7C009C5-3D16-4D95-AD9F-9608A676FC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{F7C009C5-3D16-4D95-AD9F-9608A676FC8B}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{F7C009C5-3D16-4D95-AD9F-9608A676FC8B}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{F7C009C5-3D16-4D95-AD9F-9608A676FC8B}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{F7C009C5-3D16-4D95-AD9F-9608A676FC8B}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{F7C009C5-3D16-4D95-AD9F-9608A676FC8B}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