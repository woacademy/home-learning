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D8DABA-89F1-4C4E-AC2E-EC4372E2F217}">
  <a:tblStyle styleId="{FFD8DABA-89F1-4C4E-AC2E-EC4372E2F21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{FFD8DABA-89F1-4C4E-AC2E-EC4372E2F217}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{FFD8DABA-89F1-4C4E-AC2E-EC4372E2F217}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{FFD8DABA-89F1-4C4E-AC2E-EC4372E2F217}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{FFD8DABA-89F1-4C4E-AC2E-EC4372E2F217}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{FFD8DABA-89F1-4C4E-AC2E-EC4372E2F217}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