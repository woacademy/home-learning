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EE18CC-34AA-4D31-BE94-20D78FDC38A1}">
  <a:tblStyle styleId="{4AEE18CC-34AA-4D31-BE94-20D78FDC38A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{4AEE18CC-34AA-4D31-BE94-20D78FDC38A1}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{4AEE18CC-34AA-4D31-BE94-20D78FDC38A1}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{4AEE18CC-34AA-4D31-BE94-20D78FDC38A1}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{4AEE18CC-34AA-4D31-BE94-20D78FDC38A1}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{4AEE18CC-34AA-4D31-BE94-20D78FDC38A1}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