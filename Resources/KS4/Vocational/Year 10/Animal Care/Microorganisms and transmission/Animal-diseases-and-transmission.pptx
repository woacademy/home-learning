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ABFB52F-C5C4-40CA-B41A-13953EEE4C4F}">
  <a:tblStyle styleId="{4ABFB52F-C5C4-40CA-B41A-13953EEE4C4F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{4ABFB52F-C5C4-40CA-B41A-13953EEE4C4F}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{4ABFB52F-C5C4-40CA-B41A-13953EEE4C4F}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{4ABFB52F-C5C4-40CA-B41A-13953EEE4C4F}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{4ABFB52F-C5C4-40CA-B41A-13953EEE4C4F}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{4ABFB52F-C5C4-40CA-B41A-13953EEE4C4F}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