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A646D3-7B03-4685-9EBB-EA8202EBD4EE}">
  <a:tblStyle styleId="{36A646D3-7B03-4685-9EBB-EA8202EBD4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{36A646D3-7B03-4685-9EBB-EA8202EBD4EE}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{36A646D3-7B03-4685-9EBB-EA8202EBD4EE}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{36A646D3-7B03-4685-9EBB-EA8202EBD4EE}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{36A646D3-7B03-4685-9EBB-EA8202EBD4EE}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{36A646D3-7B03-4685-9EBB-EA8202EBD4EE}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