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666F7F-428B-4313-9A2C-E85DD4AABE15}">
  <a:tblStyle styleId="{32666F7F-428B-4313-9A2C-E85DD4AABE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{32666F7F-428B-4313-9A2C-E85DD4AABE15}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{32666F7F-428B-4313-9A2C-E85DD4AABE15}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{32666F7F-428B-4313-9A2C-E85DD4AABE15}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{32666F7F-428B-4313-9A2C-E85DD4AABE15}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{32666F7F-428B-4313-9A2C-E85DD4AABE15}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