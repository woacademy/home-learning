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9881CD7-5CAD-4B65-A318-798894ACBEDF}">
  <a:tblStyle styleId="{D9881CD7-5CAD-4B65-A318-798894ACBED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{D9881CD7-5CAD-4B65-A318-798894ACBEDF}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{D9881CD7-5CAD-4B65-A318-798894ACBEDF}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{D9881CD7-5CAD-4B65-A318-798894ACBEDF}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{D9881CD7-5CAD-4B65-A318-798894ACBEDF}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{D9881CD7-5CAD-4B65-A318-798894ACBEDF}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