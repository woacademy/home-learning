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970155-C4FD-407C-8CEB-61FCCEA3C742}">
  <a:tblStyle styleId="{DE970155-C4FD-407C-8CEB-61FCCEA3C74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{DE970155-C4FD-407C-8CEB-61FCCEA3C742}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{DE970155-C4FD-407C-8CEB-61FCCEA3C742}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{DE970155-C4FD-407C-8CEB-61FCCEA3C742}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{DE970155-C4FD-407C-8CEB-61FCCEA3C742}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{DE970155-C4FD-407C-8CEB-61FCCEA3C742}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