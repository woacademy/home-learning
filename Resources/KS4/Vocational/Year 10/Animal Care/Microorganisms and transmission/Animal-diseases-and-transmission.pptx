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45246C-7789-4B8A-A885-0F7A21582D26}">
  <a:tblStyle styleId="{2145246C-7789-4B8A-A885-0F7A21582D2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{2145246C-7789-4B8A-A885-0F7A21582D26}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{2145246C-7789-4B8A-A885-0F7A21582D26}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{2145246C-7789-4B8A-A885-0F7A21582D26}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{2145246C-7789-4B8A-A885-0F7A21582D26}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{2145246C-7789-4B8A-A885-0F7A21582D26}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