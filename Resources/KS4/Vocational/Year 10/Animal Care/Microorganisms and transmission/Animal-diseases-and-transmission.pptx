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C06178-C177-44E7-B425-8C78E12647BE}">
  <a:tblStyle styleId="{C1C06178-C177-44E7-B425-8C78E12647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{C1C06178-C177-44E7-B425-8C78E12647BE}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{C1C06178-C177-44E7-B425-8C78E12647BE}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{C1C06178-C177-44E7-B425-8C78E12647BE}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{C1C06178-C177-44E7-B425-8C78E12647BE}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{C1C06178-C177-44E7-B425-8C78E12647BE}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