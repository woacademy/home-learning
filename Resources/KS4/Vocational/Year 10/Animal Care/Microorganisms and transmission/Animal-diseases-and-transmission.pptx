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0152F6-606C-416B-B253-40A292F3001C}">
  <a:tblStyle styleId="{A10152F6-606C-416B-B253-40A292F300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{A10152F6-606C-416B-B253-40A292F3001C}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{A10152F6-606C-416B-B253-40A292F3001C}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{A10152F6-606C-416B-B253-40A292F3001C}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{A10152F6-606C-416B-B253-40A292F3001C}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{A10152F6-606C-416B-B253-40A292F3001C}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