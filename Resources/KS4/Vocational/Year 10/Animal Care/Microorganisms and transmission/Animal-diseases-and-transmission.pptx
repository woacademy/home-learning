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B54F50-2DD1-4940-8554-46965B31982B}">
  <a:tblStyle styleId="{5DB54F50-2DD1-4940-8554-46965B3198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{5DB54F50-2DD1-4940-8554-46965B31982B}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{5DB54F50-2DD1-4940-8554-46965B31982B}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{5DB54F50-2DD1-4940-8554-46965B31982B}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{5DB54F50-2DD1-4940-8554-46965B31982B}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{5DB54F50-2DD1-4940-8554-46965B31982B}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