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279C37-4326-4ADF-BD04-E77B28C85A5F}">
  <a:tblStyle styleId="{96279C37-4326-4ADF-BD04-E77B28C85A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{96279C37-4326-4ADF-BD04-E77B28C85A5F}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{96279C37-4326-4ADF-BD04-E77B28C85A5F}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{96279C37-4326-4ADF-BD04-E77B28C85A5F}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{96279C37-4326-4ADF-BD04-E77B28C85A5F}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{96279C37-4326-4ADF-BD04-E77B28C85A5F}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