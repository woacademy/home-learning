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578F7C8-F15C-40F3-8B33-F0974ED9B5B7}">
  <a:tblStyle styleId="{3578F7C8-F15C-40F3-8B33-F0974ED9B5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{3578F7C8-F15C-40F3-8B33-F0974ED9B5B7}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{3578F7C8-F15C-40F3-8B33-F0974ED9B5B7}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{3578F7C8-F15C-40F3-8B33-F0974ED9B5B7}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{3578F7C8-F15C-40F3-8B33-F0974ED9B5B7}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{3578F7C8-F15C-40F3-8B33-F0974ED9B5B7}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