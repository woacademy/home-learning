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C18F8-5B5E-43AE-9984-C1C84CAB1536}">
  <a:tblStyle styleId="{B2DC18F8-5B5E-43AE-9984-C1C84CAB153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{B2DC18F8-5B5E-43AE-9984-C1C84CAB1536}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{B2DC18F8-5B5E-43AE-9984-C1C84CAB1536}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{B2DC18F8-5B5E-43AE-9984-C1C84CAB1536}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{B2DC18F8-5B5E-43AE-9984-C1C84CAB1536}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{B2DC18F8-5B5E-43AE-9984-C1C84CAB1536}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