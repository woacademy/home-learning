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904A51-61CD-4676-9047-7F68E4A0CE30}">
  <a:tblStyle styleId="{68904A51-61CD-4676-9047-7F68E4A0CE3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{68904A51-61CD-4676-9047-7F68E4A0CE30}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{68904A51-61CD-4676-9047-7F68E4A0CE30}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{68904A51-61CD-4676-9047-7F68E4A0CE30}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{68904A51-61CD-4676-9047-7F68E4A0CE30}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{68904A51-61CD-4676-9047-7F68E4A0CE30}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