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00197A-6CFD-4E46-AFE2-02134B92AA79}">
  <a:tblStyle styleId="{D700197A-6CFD-4E46-AFE2-02134B92AA7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{D700197A-6CFD-4E46-AFE2-02134B92AA79}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{D700197A-6CFD-4E46-AFE2-02134B92AA79}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{D700197A-6CFD-4E46-AFE2-02134B92AA79}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{D700197A-6CFD-4E46-AFE2-02134B92AA79}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{D700197A-6CFD-4E46-AFE2-02134B92AA79}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