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36EF91-D6DB-457E-885F-44A9A8A9A3DC}">
  <a:tblStyle styleId="{9836EF91-D6DB-457E-885F-44A9A8A9A3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{9836EF91-D6DB-457E-885F-44A9A8A9A3DC}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{9836EF91-D6DB-457E-885F-44A9A8A9A3DC}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{9836EF91-D6DB-457E-885F-44A9A8A9A3DC}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{9836EF91-D6DB-457E-885F-44A9A8A9A3DC}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{9836EF91-D6DB-457E-885F-44A9A8A9A3DC}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