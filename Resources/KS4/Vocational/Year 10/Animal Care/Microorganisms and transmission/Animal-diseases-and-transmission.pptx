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AEDD49-FA34-4FF2-8CB0-4D24B7DED858}">
  <a:tblStyle styleId="{F6AEDD49-FA34-4FF2-8CB0-4D24B7DED8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{F6AEDD49-FA34-4FF2-8CB0-4D24B7DED858}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{F6AEDD49-FA34-4FF2-8CB0-4D24B7DED858}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{F6AEDD49-FA34-4FF2-8CB0-4D24B7DED858}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{F6AEDD49-FA34-4FF2-8CB0-4D24B7DED858}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{F6AEDD49-FA34-4FF2-8CB0-4D24B7DED858}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