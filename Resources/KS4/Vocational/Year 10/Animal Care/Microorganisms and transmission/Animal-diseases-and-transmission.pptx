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0D7611-1A48-4174-AFD4-EC85E046FFF9}">
  <a:tblStyle styleId="{E50D7611-1A48-4174-AFD4-EC85E046FF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{E50D7611-1A48-4174-AFD4-EC85E046FFF9}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{E50D7611-1A48-4174-AFD4-EC85E046FFF9}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{E50D7611-1A48-4174-AFD4-EC85E046FFF9}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{E50D7611-1A48-4174-AFD4-EC85E046FFF9}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{E50D7611-1A48-4174-AFD4-EC85E046FFF9}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