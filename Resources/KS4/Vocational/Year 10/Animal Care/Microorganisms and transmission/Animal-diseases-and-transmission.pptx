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00CEEC-B4BC-43EB-9528-15278C5305A3}">
  <a:tblStyle styleId="{D400CEEC-B4BC-43EB-9528-15278C5305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{D400CEEC-B4BC-43EB-9528-15278C5305A3}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{D400CEEC-B4BC-43EB-9528-15278C5305A3}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{D400CEEC-B4BC-43EB-9528-15278C5305A3}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{D400CEEC-B4BC-43EB-9528-15278C5305A3}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{D400CEEC-B4BC-43EB-9528-15278C5305A3}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