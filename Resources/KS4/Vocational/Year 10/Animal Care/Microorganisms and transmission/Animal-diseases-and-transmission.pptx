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F48034-8DD0-4A57-8FCA-E3141AAB38B1}">
  <a:tblStyle styleId="{79F48034-8DD0-4A57-8FCA-E3141AAB38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{79F48034-8DD0-4A57-8FCA-E3141AAB38B1}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{79F48034-8DD0-4A57-8FCA-E3141AAB38B1}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{79F48034-8DD0-4A57-8FCA-E3141AAB38B1}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{79F48034-8DD0-4A57-8FCA-E3141AAB38B1}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{79F48034-8DD0-4A57-8FCA-E3141AAB38B1}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