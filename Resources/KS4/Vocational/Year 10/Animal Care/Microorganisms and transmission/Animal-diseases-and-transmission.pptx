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79F389-EC5D-48F8-A722-E13AE5ABBF9D}">
  <a:tblStyle styleId="{9279F389-EC5D-48F8-A722-E13AE5ABBF9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{9279F389-EC5D-48F8-A722-E13AE5ABBF9D}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{9279F389-EC5D-48F8-A722-E13AE5ABBF9D}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{9279F389-EC5D-48F8-A722-E13AE5ABBF9D}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{9279F389-EC5D-48F8-A722-E13AE5ABBF9D}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{9279F389-EC5D-48F8-A722-E13AE5ABBF9D}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