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C41FC6-B9D7-42B7-93F1-508388F86496}">
  <a:tblStyle styleId="{E0C41FC6-B9D7-42B7-93F1-508388F8649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{E0C41FC6-B9D7-42B7-93F1-508388F86496}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{E0C41FC6-B9D7-42B7-93F1-508388F86496}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{E0C41FC6-B9D7-42B7-93F1-508388F86496}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{E0C41FC6-B9D7-42B7-93F1-508388F86496}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{E0C41FC6-B9D7-42B7-93F1-508388F86496}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