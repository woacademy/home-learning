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E828BC-A5FA-4636-8F68-E88F536C984A}">
  <a:tblStyle styleId="{A6E828BC-A5FA-4636-8F68-E88F536C984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{A6E828BC-A5FA-4636-8F68-E88F536C984A}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{A6E828BC-A5FA-4636-8F68-E88F536C984A}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{A6E828BC-A5FA-4636-8F68-E88F536C984A}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{A6E828BC-A5FA-4636-8F68-E88F536C984A}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{A6E828BC-A5FA-4636-8F68-E88F536C984A}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