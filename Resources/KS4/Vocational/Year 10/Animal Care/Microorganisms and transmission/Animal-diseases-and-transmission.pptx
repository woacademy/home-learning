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843C21-8759-4ED2-B6C9-A44FCC2AF690}">
  <a:tblStyle styleId="{A4843C21-8759-4ED2-B6C9-A44FCC2AF69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{A4843C21-8759-4ED2-B6C9-A44FCC2AF690}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{A4843C21-8759-4ED2-B6C9-A44FCC2AF690}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{A4843C21-8759-4ED2-B6C9-A44FCC2AF690}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{A4843C21-8759-4ED2-B6C9-A44FCC2AF690}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{A4843C21-8759-4ED2-B6C9-A44FCC2AF690}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