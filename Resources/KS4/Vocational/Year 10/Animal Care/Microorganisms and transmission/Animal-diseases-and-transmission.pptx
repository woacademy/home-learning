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51D580-ED20-4B70-BEF0-FC8D0EF05BDF}">
  <a:tblStyle styleId="{C351D580-ED20-4B70-BEF0-FC8D0EF05BD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{C351D580-ED20-4B70-BEF0-FC8D0EF05BDF}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{C351D580-ED20-4B70-BEF0-FC8D0EF05BDF}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{C351D580-ED20-4B70-BEF0-FC8D0EF05BDF}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{C351D580-ED20-4B70-BEF0-FC8D0EF05BDF}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{C351D580-ED20-4B70-BEF0-FC8D0EF05BDF}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