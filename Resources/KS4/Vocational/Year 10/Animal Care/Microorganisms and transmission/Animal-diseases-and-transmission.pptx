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08BDD7-CE88-4247-94F8-842297079AE7}">
  <a:tblStyle styleId="{B808BDD7-CE88-4247-94F8-842297079A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{B808BDD7-CE88-4247-94F8-842297079AE7}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{B808BDD7-CE88-4247-94F8-842297079AE7}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{B808BDD7-CE88-4247-94F8-842297079AE7}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{B808BDD7-CE88-4247-94F8-842297079AE7}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{B808BDD7-CE88-4247-94F8-842297079AE7}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