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EE54FE-4CE8-41A3-AB89-554A94C34A51}">
  <a:tblStyle styleId="{ADEE54FE-4CE8-41A3-AB89-554A94C34A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{ADEE54FE-4CE8-41A3-AB89-554A94C34A51}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{ADEE54FE-4CE8-41A3-AB89-554A94C34A51}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{ADEE54FE-4CE8-41A3-AB89-554A94C34A51}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{ADEE54FE-4CE8-41A3-AB89-554A94C34A51}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{ADEE54FE-4CE8-41A3-AB89-554A94C34A51}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