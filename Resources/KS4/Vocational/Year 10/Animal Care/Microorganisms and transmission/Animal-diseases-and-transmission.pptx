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B4736A-A118-41C2-8325-68A3AFD202E0}">
  <a:tblStyle styleId="{61B4736A-A118-41C2-8325-68A3AFD202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{61B4736A-A118-41C2-8325-68A3AFD202E0}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{61B4736A-A118-41C2-8325-68A3AFD202E0}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{61B4736A-A118-41C2-8325-68A3AFD202E0}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{61B4736A-A118-41C2-8325-68A3AFD202E0}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{61B4736A-A118-41C2-8325-68A3AFD202E0}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