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025F80-1F4B-42AD-8021-5135600743C7}">
  <a:tblStyle styleId="{F6025F80-1F4B-42AD-8021-5135600743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{F6025F80-1F4B-42AD-8021-5135600743C7}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{F6025F80-1F4B-42AD-8021-5135600743C7}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{F6025F80-1F4B-42AD-8021-5135600743C7}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{F6025F80-1F4B-42AD-8021-5135600743C7}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{F6025F80-1F4B-42AD-8021-5135600743C7}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