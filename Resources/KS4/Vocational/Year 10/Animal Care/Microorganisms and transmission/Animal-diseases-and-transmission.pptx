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69F2E5-2A35-46DF-8EF2-8C86A5B60930}">
  <a:tblStyle styleId="{AF69F2E5-2A35-46DF-8EF2-8C86A5B6093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{AF69F2E5-2A35-46DF-8EF2-8C86A5B60930}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{AF69F2E5-2A35-46DF-8EF2-8C86A5B60930}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{AF69F2E5-2A35-46DF-8EF2-8C86A5B60930}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{AF69F2E5-2A35-46DF-8EF2-8C86A5B60930}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{AF69F2E5-2A35-46DF-8EF2-8C86A5B60930}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