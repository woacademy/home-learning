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E10D6F-1CD3-4669-85C4-E23BB171717D}">
  <a:tblStyle styleId="{FAE10D6F-1CD3-4669-85C4-E23BB17171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{FAE10D6F-1CD3-4669-85C4-E23BB171717D}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{FAE10D6F-1CD3-4669-85C4-E23BB171717D}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{FAE10D6F-1CD3-4669-85C4-E23BB171717D}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{FAE10D6F-1CD3-4669-85C4-E23BB171717D}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{FAE10D6F-1CD3-4669-85C4-E23BB171717D}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