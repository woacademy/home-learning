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BD743-95D2-44A2-93EB-C1696E0B4643}">
  <a:tblStyle styleId="{C1CBD743-95D2-44A2-93EB-C1696E0B46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{C1CBD743-95D2-44A2-93EB-C1696E0B4643}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{C1CBD743-95D2-44A2-93EB-C1696E0B4643}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{C1CBD743-95D2-44A2-93EB-C1696E0B4643}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{C1CBD743-95D2-44A2-93EB-C1696E0B4643}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{C1CBD743-95D2-44A2-93EB-C1696E0B4643}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