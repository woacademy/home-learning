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18E84E-60CA-454B-B1F0-FA9CCBCA1123}">
  <a:tblStyle styleId="{4C18E84E-60CA-454B-B1F0-FA9CCBCA11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{4C18E84E-60CA-454B-B1F0-FA9CCBCA1123}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{4C18E84E-60CA-454B-B1F0-FA9CCBCA1123}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{4C18E84E-60CA-454B-B1F0-FA9CCBCA1123}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{4C18E84E-60CA-454B-B1F0-FA9CCBCA1123}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{4C18E84E-60CA-454B-B1F0-FA9CCBCA1123}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