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2A29D3-84F0-4D91-8E2C-9AFCFCFC6A55}">
  <a:tblStyle styleId="{092A29D3-84F0-4D91-8E2C-9AFCFCFC6A5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{092A29D3-84F0-4D91-8E2C-9AFCFCFC6A55}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{092A29D3-84F0-4D91-8E2C-9AFCFCFC6A55}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{092A29D3-84F0-4D91-8E2C-9AFCFCFC6A55}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{092A29D3-84F0-4D91-8E2C-9AFCFCFC6A55}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{092A29D3-84F0-4D91-8E2C-9AFCFCFC6A55}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