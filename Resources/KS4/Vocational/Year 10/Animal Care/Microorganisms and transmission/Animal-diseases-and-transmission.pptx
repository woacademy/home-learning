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4F3C71-90BF-4B09-9319-F82F5E734BD7}">
  <a:tblStyle styleId="{7C4F3C71-90BF-4B09-9319-F82F5E734BD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{7C4F3C71-90BF-4B09-9319-F82F5E734BD7}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{7C4F3C71-90BF-4B09-9319-F82F5E734BD7}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{7C4F3C71-90BF-4B09-9319-F82F5E734BD7}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{7C4F3C71-90BF-4B09-9319-F82F5E734BD7}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{7C4F3C71-90BF-4B09-9319-F82F5E734BD7}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