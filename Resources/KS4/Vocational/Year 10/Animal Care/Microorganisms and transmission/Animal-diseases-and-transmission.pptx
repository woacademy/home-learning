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EDCE25-CE77-4F08-AC17-9F531885EB1F}">
  <a:tblStyle styleId="{F1EDCE25-CE77-4F08-AC17-9F531885EB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{F1EDCE25-CE77-4F08-AC17-9F531885EB1F}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{F1EDCE25-CE77-4F08-AC17-9F531885EB1F}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{F1EDCE25-CE77-4F08-AC17-9F531885EB1F}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{F1EDCE25-CE77-4F08-AC17-9F531885EB1F}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{F1EDCE25-CE77-4F08-AC17-9F531885EB1F}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