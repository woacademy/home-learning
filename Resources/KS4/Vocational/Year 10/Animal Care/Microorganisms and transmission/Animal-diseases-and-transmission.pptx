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E03473-079F-45EA-89A2-091670895E79}">
  <a:tblStyle styleId="{CFE03473-079F-45EA-89A2-091670895E7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{CFE03473-079F-45EA-89A2-091670895E79}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{CFE03473-079F-45EA-89A2-091670895E79}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{CFE03473-079F-45EA-89A2-091670895E79}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{CFE03473-079F-45EA-89A2-091670895E79}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{CFE03473-079F-45EA-89A2-091670895E79}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