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000F4-95C0-4E25-898B-5A8AF1822595}">
  <a:tblStyle styleId="{AAB000F4-95C0-4E25-898B-5A8AF18225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{AAB000F4-95C0-4E25-898B-5A8AF1822595}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{AAB000F4-95C0-4E25-898B-5A8AF1822595}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{AAB000F4-95C0-4E25-898B-5A8AF1822595}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{AAB000F4-95C0-4E25-898B-5A8AF1822595}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{AAB000F4-95C0-4E25-898B-5A8AF1822595}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