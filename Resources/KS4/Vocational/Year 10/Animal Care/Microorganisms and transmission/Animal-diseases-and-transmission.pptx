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A8CDF7-179A-45CB-A1B7-D0488112BF76}">
  <a:tblStyle styleId="{81A8CDF7-179A-45CB-A1B7-D0488112BF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{81A8CDF7-179A-45CB-A1B7-D0488112BF76}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{81A8CDF7-179A-45CB-A1B7-D0488112BF76}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{81A8CDF7-179A-45CB-A1B7-D0488112BF76}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{81A8CDF7-179A-45CB-A1B7-D0488112BF76}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{81A8CDF7-179A-45CB-A1B7-D0488112BF76}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