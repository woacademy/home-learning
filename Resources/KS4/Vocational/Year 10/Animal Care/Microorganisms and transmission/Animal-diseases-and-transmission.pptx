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244742-C9D7-4985-BA17-EDCDA9A5E77B}">
  <a:tblStyle styleId="{6F244742-C9D7-4985-BA17-EDCDA9A5E77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{6F244742-C9D7-4985-BA17-EDCDA9A5E77B}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{6F244742-C9D7-4985-BA17-EDCDA9A5E77B}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{6F244742-C9D7-4985-BA17-EDCDA9A5E77B}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{6F244742-C9D7-4985-BA17-EDCDA9A5E77B}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{6F244742-C9D7-4985-BA17-EDCDA9A5E77B}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