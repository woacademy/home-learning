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D3ACB2-42C3-400B-8FA1-7D64BB57E617}">
  <a:tblStyle styleId="{37D3ACB2-42C3-400B-8FA1-7D64BB57E6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{37D3ACB2-42C3-400B-8FA1-7D64BB57E617}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{37D3ACB2-42C3-400B-8FA1-7D64BB57E617}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{37D3ACB2-42C3-400B-8FA1-7D64BB57E617}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{37D3ACB2-42C3-400B-8FA1-7D64BB57E617}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{37D3ACB2-42C3-400B-8FA1-7D64BB57E617}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