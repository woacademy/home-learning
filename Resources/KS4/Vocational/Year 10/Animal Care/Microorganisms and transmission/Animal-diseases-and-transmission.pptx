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1B3702-39FF-493F-BB83-27573A56A5C7}">
  <a:tblStyle styleId="{961B3702-39FF-493F-BB83-27573A56A5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{961B3702-39FF-493F-BB83-27573A56A5C7}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{961B3702-39FF-493F-BB83-27573A56A5C7}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{961B3702-39FF-493F-BB83-27573A56A5C7}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{961B3702-39FF-493F-BB83-27573A56A5C7}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{961B3702-39FF-493F-BB83-27573A56A5C7}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