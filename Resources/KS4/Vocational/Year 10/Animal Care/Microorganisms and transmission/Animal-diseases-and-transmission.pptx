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942D67-5716-4F84-B2CA-21BD883D22F7}">
  <a:tblStyle styleId="{FB942D67-5716-4F84-B2CA-21BD883D22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{FB942D67-5716-4F84-B2CA-21BD883D22F7}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{FB942D67-5716-4F84-B2CA-21BD883D22F7}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{FB942D67-5716-4F84-B2CA-21BD883D22F7}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{FB942D67-5716-4F84-B2CA-21BD883D22F7}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{FB942D67-5716-4F84-B2CA-21BD883D22F7}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