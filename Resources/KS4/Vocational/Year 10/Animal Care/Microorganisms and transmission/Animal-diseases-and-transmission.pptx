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A97E40-0829-4CC3-BE70-25613FCF1C0F}">
  <a:tblStyle styleId="{51A97E40-0829-4CC3-BE70-25613FCF1C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{51A97E40-0829-4CC3-BE70-25613FCF1C0F}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{51A97E40-0829-4CC3-BE70-25613FCF1C0F}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{51A97E40-0829-4CC3-BE70-25613FCF1C0F}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{51A97E40-0829-4CC3-BE70-25613FCF1C0F}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{51A97E40-0829-4CC3-BE70-25613FCF1C0F}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