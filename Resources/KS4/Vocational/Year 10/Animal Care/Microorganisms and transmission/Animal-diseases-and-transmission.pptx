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BACD64-10AE-481F-82CC-C934BC6A9D2E}">
  <a:tblStyle styleId="{A9BACD64-10AE-481F-82CC-C934BC6A9D2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{A9BACD64-10AE-481F-82CC-C934BC6A9D2E}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{A9BACD64-10AE-481F-82CC-C934BC6A9D2E}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{A9BACD64-10AE-481F-82CC-C934BC6A9D2E}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{A9BACD64-10AE-481F-82CC-C934BC6A9D2E}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{A9BACD64-10AE-481F-82CC-C934BC6A9D2E}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