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9CC4F7A-3D80-422C-AFD0-415FCEAFA0C7}">
  <a:tblStyle styleId="{89CC4F7A-3D80-422C-AFD0-415FCEAFA0C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{89CC4F7A-3D80-422C-AFD0-415FCEAFA0C7}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{89CC4F7A-3D80-422C-AFD0-415FCEAFA0C7}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{89CC4F7A-3D80-422C-AFD0-415FCEAFA0C7}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{89CC4F7A-3D80-422C-AFD0-415FCEAFA0C7}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{89CC4F7A-3D80-422C-AFD0-415FCEAFA0C7}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