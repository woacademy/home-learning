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245028-436B-4448-A1C1-499895337F75}">
  <a:tblStyle styleId="{0F245028-436B-4448-A1C1-499895337F7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{0F245028-436B-4448-A1C1-499895337F75}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{0F245028-436B-4448-A1C1-499895337F75}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{0F245028-436B-4448-A1C1-499895337F75}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{0F245028-436B-4448-A1C1-499895337F75}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{0F245028-436B-4448-A1C1-499895337F75}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