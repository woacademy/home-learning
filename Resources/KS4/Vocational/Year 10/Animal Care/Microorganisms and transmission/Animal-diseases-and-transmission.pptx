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F6A02A-CB0D-4516-ADD5-265267C10E0B}">
  <a:tblStyle styleId="{BDF6A02A-CB0D-4516-ADD5-265267C10E0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{BDF6A02A-CB0D-4516-ADD5-265267C10E0B}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{BDF6A02A-CB0D-4516-ADD5-265267C10E0B}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{BDF6A02A-CB0D-4516-ADD5-265267C10E0B}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{BDF6A02A-CB0D-4516-ADD5-265267C10E0B}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{BDF6A02A-CB0D-4516-ADD5-265267C10E0B}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