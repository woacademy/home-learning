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3F1546-DFF2-468D-91F1-BC19F635F4C1}">
  <a:tblStyle styleId="{F43F1546-DFF2-468D-91F1-BC19F635F4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{F43F1546-DFF2-468D-91F1-BC19F635F4C1}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{F43F1546-DFF2-468D-91F1-BC19F635F4C1}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{F43F1546-DFF2-468D-91F1-BC19F635F4C1}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{F43F1546-DFF2-468D-91F1-BC19F635F4C1}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{F43F1546-DFF2-468D-91F1-BC19F635F4C1}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