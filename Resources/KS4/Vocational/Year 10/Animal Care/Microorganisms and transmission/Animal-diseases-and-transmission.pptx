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C07DDA-883E-4A93-AB1F-41610B39CCA8}">
  <a:tblStyle styleId="{23C07DDA-883E-4A93-AB1F-41610B39CCA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{23C07DDA-883E-4A93-AB1F-41610B39CCA8}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{23C07DDA-883E-4A93-AB1F-41610B39CCA8}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{23C07DDA-883E-4A93-AB1F-41610B39CCA8}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{23C07DDA-883E-4A93-AB1F-41610B39CCA8}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{23C07DDA-883E-4A93-AB1F-41610B39CCA8}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