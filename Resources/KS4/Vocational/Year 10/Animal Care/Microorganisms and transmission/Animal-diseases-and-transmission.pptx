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B70AAF-C8E6-478E-B6F9-EB96FD679F30}">
  <a:tblStyle styleId="{2CB70AAF-C8E6-478E-B6F9-EB96FD679F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{2CB70AAF-C8E6-478E-B6F9-EB96FD679F30}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{2CB70AAF-C8E6-478E-B6F9-EB96FD679F30}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{2CB70AAF-C8E6-478E-B6F9-EB96FD679F30}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{2CB70AAF-C8E6-478E-B6F9-EB96FD679F30}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{2CB70AAF-C8E6-478E-B6F9-EB96FD679F30}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