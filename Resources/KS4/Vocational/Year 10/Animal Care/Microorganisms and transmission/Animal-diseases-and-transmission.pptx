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DF165E-F165-49F7-A74A-24E23619E8EA}">
  <a:tblStyle styleId="{B2DF165E-F165-49F7-A74A-24E23619E8E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{B2DF165E-F165-49F7-A74A-24E23619E8EA}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{B2DF165E-F165-49F7-A74A-24E23619E8EA}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{B2DF165E-F165-49F7-A74A-24E23619E8EA}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{B2DF165E-F165-49F7-A74A-24E23619E8EA}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{B2DF165E-F165-49F7-A74A-24E23619E8EA}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