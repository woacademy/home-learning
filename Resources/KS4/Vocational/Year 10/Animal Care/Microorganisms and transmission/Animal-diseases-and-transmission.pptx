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25FF29-0B65-4483-B466-8816BE2EA0B1}">
  <a:tblStyle styleId="{4625FF29-0B65-4483-B466-8816BE2EA0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{4625FF29-0B65-4483-B466-8816BE2EA0B1}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{4625FF29-0B65-4483-B466-8816BE2EA0B1}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{4625FF29-0B65-4483-B466-8816BE2EA0B1}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{4625FF29-0B65-4483-B466-8816BE2EA0B1}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{4625FF29-0B65-4483-B466-8816BE2EA0B1}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