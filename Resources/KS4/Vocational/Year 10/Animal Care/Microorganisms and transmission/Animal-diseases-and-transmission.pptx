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7F936F-B758-4CB2-9250-F1AF51B81441}">
  <a:tblStyle styleId="{DC7F936F-B758-4CB2-9250-F1AF51B814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{DC7F936F-B758-4CB2-9250-F1AF51B81441}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{DC7F936F-B758-4CB2-9250-F1AF51B81441}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{DC7F936F-B758-4CB2-9250-F1AF51B81441}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{DC7F936F-B758-4CB2-9250-F1AF51B81441}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{DC7F936F-B758-4CB2-9250-F1AF51B81441}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