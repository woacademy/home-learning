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74F042-F9E7-4F0F-9622-E2E76F335F0A}">
  <a:tblStyle styleId="{FA74F042-F9E7-4F0F-9622-E2E76F335F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{FA74F042-F9E7-4F0F-9622-E2E76F335F0A}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{FA74F042-F9E7-4F0F-9622-E2E76F335F0A}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{FA74F042-F9E7-4F0F-9622-E2E76F335F0A}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{FA74F042-F9E7-4F0F-9622-E2E76F335F0A}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{FA74F042-F9E7-4F0F-9622-E2E76F335F0A}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