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651672-597F-4DC0-AEA5-3F17A1FF89EB}">
  <a:tblStyle styleId="{9E651672-597F-4DC0-AEA5-3F17A1FF89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{9E651672-597F-4DC0-AEA5-3F17A1FF89EB}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{9E651672-597F-4DC0-AEA5-3F17A1FF89EB}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{9E651672-597F-4DC0-AEA5-3F17A1FF89EB}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{9E651672-597F-4DC0-AEA5-3F17A1FF89EB}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{9E651672-597F-4DC0-AEA5-3F17A1FF89EB}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