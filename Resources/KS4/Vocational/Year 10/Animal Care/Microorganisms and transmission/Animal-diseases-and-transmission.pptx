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65194-2C75-4757-9DB2-83CECD7A92F6}">
  <a:tblStyle styleId="{04C65194-2C75-4757-9DB2-83CECD7A92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{04C65194-2C75-4757-9DB2-83CECD7A92F6}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{04C65194-2C75-4757-9DB2-83CECD7A92F6}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{04C65194-2C75-4757-9DB2-83CECD7A92F6}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{04C65194-2C75-4757-9DB2-83CECD7A92F6}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{04C65194-2C75-4757-9DB2-83CECD7A92F6}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