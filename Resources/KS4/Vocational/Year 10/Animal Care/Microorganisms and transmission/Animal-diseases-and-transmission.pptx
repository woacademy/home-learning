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8C3933-3F01-4255-AFF6-8B101901E5C8}">
  <a:tblStyle styleId="{AA8C3933-3F01-4255-AFF6-8B101901E5C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{AA8C3933-3F01-4255-AFF6-8B101901E5C8}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{AA8C3933-3F01-4255-AFF6-8B101901E5C8}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{AA8C3933-3F01-4255-AFF6-8B101901E5C8}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{AA8C3933-3F01-4255-AFF6-8B101901E5C8}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{AA8C3933-3F01-4255-AFF6-8B101901E5C8}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