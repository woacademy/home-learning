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28259B3-C087-41E6-9E5A-B56E5C08B66D}">
  <a:tblStyle styleId="{728259B3-C087-41E6-9E5A-B56E5C08B66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{728259B3-C087-41E6-9E5A-B56E5C08B66D}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{728259B3-C087-41E6-9E5A-B56E5C08B66D}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{728259B3-C087-41E6-9E5A-B56E5C08B66D}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{728259B3-C087-41E6-9E5A-B56E5C08B66D}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{728259B3-C087-41E6-9E5A-B56E5C08B66D}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