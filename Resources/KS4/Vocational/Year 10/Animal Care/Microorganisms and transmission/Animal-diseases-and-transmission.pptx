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BC86B0-3B82-4638-867C-529244E893B3}">
  <a:tblStyle styleId="{DABC86B0-3B82-4638-867C-529244E893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{DABC86B0-3B82-4638-867C-529244E893B3}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{DABC86B0-3B82-4638-867C-529244E893B3}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{DABC86B0-3B82-4638-867C-529244E893B3}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{DABC86B0-3B82-4638-867C-529244E893B3}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{DABC86B0-3B82-4638-867C-529244E893B3}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