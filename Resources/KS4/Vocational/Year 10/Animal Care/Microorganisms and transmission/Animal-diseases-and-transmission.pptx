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C553C0-773B-4118-A8B9-C7641DFF2E75}">
  <a:tblStyle styleId="{11C553C0-773B-4118-A8B9-C7641DFF2E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{11C553C0-773B-4118-A8B9-C7641DFF2E75}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{11C553C0-773B-4118-A8B9-C7641DFF2E75}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{11C553C0-773B-4118-A8B9-C7641DFF2E75}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{11C553C0-773B-4118-A8B9-C7641DFF2E75}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{11C553C0-773B-4118-A8B9-C7641DFF2E75}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