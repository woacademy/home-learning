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24D207-2287-4625-AFAE-3893D3335690}">
  <a:tblStyle styleId="{1724D207-2287-4625-AFAE-3893D33356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{1724D207-2287-4625-AFAE-3893D3335690}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{1724D207-2287-4625-AFAE-3893D3335690}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{1724D207-2287-4625-AFAE-3893D3335690}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{1724D207-2287-4625-AFAE-3893D3335690}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{1724D207-2287-4625-AFAE-3893D3335690}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