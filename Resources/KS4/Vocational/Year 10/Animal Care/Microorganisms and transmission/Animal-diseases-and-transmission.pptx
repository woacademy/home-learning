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0C7E0D-D7C0-4118-BFA6-638CD1BADAEE}">
  <a:tblStyle styleId="{520C7E0D-D7C0-4118-BFA6-638CD1BADA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{520C7E0D-D7C0-4118-BFA6-638CD1BADAEE}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{520C7E0D-D7C0-4118-BFA6-638CD1BADAEE}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{520C7E0D-D7C0-4118-BFA6-638CD1BADAEE}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{520C7E0D-D7C0-4118-BFA6-638CD1BADAEE}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{520C7E0D-D7C0-4118-BFA6-638CD1BADAEE}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