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671E6D-E5BA-4245-B49C-37B2F695CE1A}">
  <a:tblStyle styleId="{AA671E6D-E5BA-4245-B49C-37B2F695CE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{AA671E6D-E5BA-4245-B49C-37B2F695CE1A}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{AA671E6D-E5BA-4245-B49C-37B2F695CE1A}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{AA671E6D-E5BA-4245-B49C-37B2F695CE1A}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{AA671E6D-E5BA-4245-B49C-37B2F695CE1A}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{AA671E6D-E5BA-4245-B49C-37B2F695CE1A}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