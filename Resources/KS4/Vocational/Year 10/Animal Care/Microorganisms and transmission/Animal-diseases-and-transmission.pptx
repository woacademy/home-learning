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68AE9C-7ADD-446E-AF30-B43284C7966F}">
  <a:tblStyle styleId="{6C68AE9C-7ADD-446E-AF30-B43284C7966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{6C68AE9C-7ADD-446E-AF30-B43284C7966F}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{6C68AE9C-7ADD-446E-AF30-B43284C7966F}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{6C68AE9C-7ADD-446E-AF30-B43284C7966F}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{6C68AE9C-7ADD-446E-AF30-B43284C7966F}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{6C68AE9C-7ADD-446E-AF30-B43284C7966F}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