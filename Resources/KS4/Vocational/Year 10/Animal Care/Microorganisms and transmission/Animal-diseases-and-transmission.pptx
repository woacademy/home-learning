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C0DC22-2265-4E79-B4A4-7D3E8B26BFAA}">
  <a:tblStyle styleId="{ADC0DC22-2265-4E79-B4A4-7D3E8B26BF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{ADC0DC22-2265-4E79-B4A4-7D3E8B26BFAA}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{ADC0DC22-2265-4E79-B4A4-7D3E8B26BFAA}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{ADC0DC22-2265-4E79-B4A4-7D3E8B26BFAA}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{ADC0DC22-2265-4E79-B4A4-7D3E8B26BFAA}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{ADC0DC22-2265-4E79-B4A4-7D3E8B26BFAA}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