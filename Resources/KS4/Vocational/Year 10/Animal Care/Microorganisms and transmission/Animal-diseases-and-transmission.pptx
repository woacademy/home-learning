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B32C99-1018-45EF-A5A3-ACCD58B1504E}">
  <a:tblStyle styleId="{86B32C99-1018-45EF-A5A3-ACCD58B150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{86B32C99-1018-45EF-A5A3-ACCD58B1504E}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{86B32C99-1018-45EF-A5A3-ACCD58B1504E}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{86B32C99-1018-45EF-A5A3-ACCD58B1504E}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{86B32C99-1018-45EF-A5A3-ACCD58B1504E}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{86B32C99-1018-45EF-A5A3-ACCD58B1504E}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