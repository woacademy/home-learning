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9EE979-4CEE-4FB1-9E99-2E48B33973DD}">
  <a:tblStyle styleId="{979EE979-4CEE-4FB1-9E99-2E48B33973D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{979EE979-4CEE-4FB1-9E99-2E48B33973DD}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{979EE979-4CEE-4FB1-9E99-2E48B33973DD}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{979EE979-4CEE-4FB1-9E99-2E48B33973DD}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{979EE979-4CEE-4FB1-9E99-2E48B33973DD}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{979EE979-4CEE-4FB1-9E99-2E48B33973DD}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