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2B3327-D4CE-4302-959D-5C0E5C698661}">
  <a:tblStyle styleId="{EE2B3327-D4CE-4302-959D-5C0E5C6986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{EE2B3327-D4CE-4302-959D-5C0E5C698661}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{EE2B3327-D4CE-4302-959D-5C0E5C698661}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{EE2B3327-D4CE-4302-959D-5C0E5C698661}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{EE2B3327-D4CE-4302-959D-5C0E5C698661}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{EE2B3327-D4CE-4302-959D-5C0E5C698661}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