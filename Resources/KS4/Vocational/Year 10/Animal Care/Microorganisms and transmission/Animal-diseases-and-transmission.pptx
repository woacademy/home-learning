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41BA52-BC6B-46BA-AE7F-F2A53911B646}">
  <a:tblStyle styleId="{8341BA52-BC6B-46BA-AE7F-F2A53911B64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{8341BA52-BC6B-46BA-AE7F-F2A53911B646}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{8341BA52-BC6B-46BA-AE7F-F2A53911B646}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{8341BA52-BC6B-46BA-AE7F-F2A53911B646}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{8341BA52-BC6B-46BA-AE7F-F2A53911B646}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{8341BA52-BC6B-46BA-AE7F-F2A53911B646}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