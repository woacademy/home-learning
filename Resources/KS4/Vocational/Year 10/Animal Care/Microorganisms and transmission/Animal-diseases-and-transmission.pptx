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805D87-F329-4203-B302-2E9A5FE166C0}">
  <a:tblStyle styleId="{C4805D87-F329-4203-B302-2E9A5FE166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{C4805D87-F329-4203-B302-2E9A5FE166C0}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{C4805D87-F329-4203-B302-2E9A5FE166C0}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{C4805D87-F329-4203-B302-2E9A5FE166C0}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{C4805D87-F329-4203-B302-2E9A5FE166C0}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{C4805D87-F329-4203-B302-2E9A5FE166C0}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