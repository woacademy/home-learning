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6ADDA4-68C1-4F26-8488-CFF3A13EC401}">
  <a:tblStyle styleId="{2C6ADDA4-68C1-4F26-8488-CFF3A13EC40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{2C6ADDA4-68C1-4F26-8488-CFF3A13EC401}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{2C6ADDA4-68C1-4F26-8488-CFF3A13EC401}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{2C6ADDA4-68C1-4F26-8488-CFF3A13EC401}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{2C6ADDA4-68C1-4F26-8488-CFF3A13EC401}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{2C6ADDA4-68C1-4F26-8488-CFF3A13EC401}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