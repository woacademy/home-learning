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9A5C1C-BF83-4CEA-91FB-5BBE831AE5FF}">
  <a:tblStyle styleId="{1F9A5C1C-BF83-4CEA-91FB-5BBE831AE5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{1F9A5C1C-BF83-4CEA-91FB-5BBE831AE5FF}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{1F9A5C1C-BF83-4CEA-91FB-5BBE831AE5FF}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{1F9A5C1C-BF83-4CEA-91FB-5BBE831AE5FF}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{1F9A5C1C-BF83-4CEA-91FB-5BBE831AE5FF}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{1F9A5C1C-BF83-4CEA-91FB-5BBE831AE5FF}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