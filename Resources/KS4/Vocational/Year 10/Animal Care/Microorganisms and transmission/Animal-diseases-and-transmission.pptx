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303D49-A5D2-4C29-8D35-4C486BEFCE95}">
  <a:tblStyle styleId="{9F303D49-A5D2-4C29-8D35-4C486BEFCE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{9F303D49-A5D2-4C29-8D35-4C486BEFCE95}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{9F303D49-A5D2-4C29-8D35-4C486BEFCE95}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{9F303D49-A5D2-4C29-8D35-4C486BEFCE95}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{9F303D49-A5D2-4C29-8D35-4C486BEFCE95}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{9F303D49-A5D2-4C29-8D35-4C486BEFCE95}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