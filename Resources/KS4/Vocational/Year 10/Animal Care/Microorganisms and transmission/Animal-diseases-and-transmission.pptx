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FB4A1F-8007-489F-AA4C-5C884CB036AB}">
  <a:tblStyle styleId="{B5FB4A1F-8007-489F-AA4C-5C884CB036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{B5FB4A1F-8007-489F-AA4C-5C884CB036AB}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{B5FB4A1F-8007-489F-AA4C-5C884CB036AB}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{B5FB4A1F-8007-489F-AA4C-5C884CB036AB}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{B5FB4A1F-8007-489F-AA4C-5C884CB036AB}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{B5FB4A1F-8007-489F-AA4C-5C884CB036AB}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