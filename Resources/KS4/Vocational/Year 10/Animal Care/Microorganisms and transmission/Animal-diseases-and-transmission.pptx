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14DD1E-7316-4C80-ABB7-E092C512C1B3}">
  <a:tblStyle styleId="{7814DD1E-7316-4C80-ABB7-E092C512C1B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{7814DD1E-7316-4C80-ABB7-E092C512C1B3}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{7814DD1E-7316-4C80-ABB7-E092C512C1B3}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{7814DD1E-7316-4C80-ABB7-E092C512C1B3}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{7814DD1E-7316-4C80-ABB7-E092C512C1B3}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{7814DD1E-7316-4C80-ABB7-E092C512C1B3}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