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3D6B5E-C284-4590-991E-4B88CBE02D8F}">
  <a:tblStyle styleId="{A23D6B5E-C284-4590-991E-4B88CBE02D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{A23D6B5E-C284-4590-991E-4B88CBE02D8F}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{A23D6B5E-C284-4590-991E-4B88CBE02D8F}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{A23D6B5E-C284-4590-991E-4B88CBE02D8F}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{A23D6B5E-C284-4590-991E-4B88CBE02D8F}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{A23D6B5E-C284-4590-991E-4B88CBE02D8F}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