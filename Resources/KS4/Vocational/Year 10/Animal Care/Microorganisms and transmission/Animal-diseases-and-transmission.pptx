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A4608CB-A176-44C1-867E-35621F6780C5}">
  <a:tblStyle styleId="{AA4608CB-A176-44C1-867E-35621F6780C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{AA4608CB-A176-44C1-867E-35621F6780C5}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{AA4608CB-A176-44C1-867E-35621F6780C5}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{AA4608CB-A176-44C1-867E-35621F6780C5}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{AA4608CB-A176-44C1-867E-35621F6780C5}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{AA4608CB-A176-44C1-867E-35621F6780C5}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