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5CD1A-4A5B-41A1-A774-BD4F44FC0C19}">
  <a:tblStyle styleId="{6BB5CD1A-4A5B-41A1-A774-BD4F44FC0C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{6BB5CD1A-4A5B-41A1-A774-BD4F44FC0C19}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{6BB5CD1A-4A5B-41A1-A774-BD4F44FC0C19}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{6BB5CD1A-4A5B-41A1-A774-BD4F44FC0C19}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{6BB5CD1A-4A5B-41A1-A774-BD4F44FC0C19}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{6BB5CD1A-4A5B-41A1-A774-BD4F44FC0C19}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