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AAC61A-EAE3-4431-B74C-C0B1DA026A7A}">
  <a:tblStyle styleId="{3EAAC61A-EAE3-4431-B74C-C0B1DA026A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{3EAAC61A-EAE3-4431-B74C-C0B1DA026A7A}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{3EAAC61A-EAE3-4431-B74C-C0B1DA026A7A}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{3EAAC61A-EAE3-4431-B74C-C0B1DA026A7A}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{3EAAC61A-EAE3-4431-B74C-C0B1DA026A7A}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{3EAAC61A-EAE3-4431-B74C-C0B1DA026A7A}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