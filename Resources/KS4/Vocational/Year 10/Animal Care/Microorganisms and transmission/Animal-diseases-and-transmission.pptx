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BF9FB37-CB42-49E8-8A5A-E5F086C7E0A6}">
  <a:tblStyle styleId="{4BF9FB37-CB42-49E8-8A5A-E5F086C7E0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{4BF9FB37-CB42-49E8-8A5A-E5F086C7E0A6}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{4BF9FB37-CB42-49E8-8A5A-E5F086C7E0A6}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{4BF9FB37-CB42-49E8-8A5A-E5F086C7E0A6}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{4BF9FB37-CB42-49E8-8A5A-E5F086C7E0A6}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{4BF9FB37-CB42-49E8-8A5A-E5F086C7E0A6}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