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DDA784-35AB-43FD-A520-1BC3A8A72897}">
  <a:tblStyle styleId="{C8DDA784-35AB-43FD-A520-1BC3A8A7289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{C8DDA784-35AB-43FD-A520-1BC3A8A72897}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{C8DDA784-35AB-43FD-A520-1BC3A8A72897}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{C8DDA784-35AB-43FD-A520-1BC3A8A72897}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{C8DDA784-35AB-43FD-A520-1BC3A8A72897}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{C8DDA784-35AB-43FD-A520-1BC3A8A72897}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