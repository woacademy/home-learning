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30B03E-A95F-46F8-9C2C-E834713089B8}">
  <a:tblStyle styleId="{6030B03E-A95F-46F8-9C2C-E834713089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{6030B03E-A95F-46F8-9C2C-E834713089B8}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{6030B03E-A95F-46F8-9C2C-E834713089B8}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{6030B03E-A95F-46F8-9C2C-E834713089B8}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{6030B03E-A95F-46F8-9C2C-E834713089B8}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{6030B03E-A95F-46F8-9C2C-E834713089B8}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