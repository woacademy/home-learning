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9CBF9F-728F-4846-824A-C6C93C616414}">
  <a:tblStyle styleId="{5E9CBF9F-728F-4846-824A-C6C93C6164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{5E9CBF9F-728F-4846-824A-C6C93C616414}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{5E9CBF9F-728F-4846-824A-C6C93C616414}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{5E9CBF9F-728F-4846-824A-C6C93C616414}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{5E9CBF9F-728F-4846-824A-C6C93C616414}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{5E9CBF9F-728F-4846-824A-C6C93C616414}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