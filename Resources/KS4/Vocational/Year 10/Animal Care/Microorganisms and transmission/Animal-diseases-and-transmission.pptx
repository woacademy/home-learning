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38F492-9DB0-47FD-94F6-21414EB28B7C}">
  <a:tblStyle styleId="{3E38F492-9DB0-47FD-94F6-21414EB28B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{3E38F492-9DB0-47FD-94F6-21414EB28B7C}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{3E38F492-9DB0-47FD-94F6-21414EB28B7C}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{3E38F492-9DB0-47FD-94F6-21414EB28B7C}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{3E38F492-9DB0-47FD-94F6-21414EB28B7C}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{3E38F492-9DB0-47FD-94F6-21414EB28B7C}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