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803F1E0-0F8A-4D51-A76A-2FD97A131592}">
  <a:tblStyle styleId="{1803F1E0-0F8A-4D51-A76A-2FD97A13159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{1803F1E0-0F8A-4D51-A76A-2FD97A131592}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{1803F1E0-0F8A-4D51-A76A-2FD97A131592}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{1803F1E0-0F8A-4D51-A76A-2FD97A131592}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{1803F1E0-0F8A-4D51-A76A-2FD97A131592}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{1803F1E0-0F8A-4D51-A76A-2FD97A131592}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