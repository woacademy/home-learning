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9AE51F-7992-4F0C-B457-A1B25C85A329}">
  <a:tblStyle styleId="{839AE51F-7992-4F0C-B457-A1B25C85A32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{839AE51F-7992-4F0C-B457-A1B25C85A329}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{839AE51F-7992-4F0C-B457-A1B25C85A329}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{839AE51F-7992-4F0C-B457-A1B25C85A329}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{839AE51F-7992-4F0C-B457-A1B25C85A329}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{839AE51F-7992-4F0C-B457-A1B25C85A329}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