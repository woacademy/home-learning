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FF8F03-CA07-4573-96D0-48C82A6EF3A9}">
  <a:tblStyle styleId="{43FF8F03-CA07-4573-96D0-48C82A6EF3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{43FF8F03-CA07-4573-96D0-48C82A6EF3A9}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{43FF8F03-CA07-4573-96D0-48C82A6EF3A9}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{43FF8F03-CA07-4573-96D0-48C82A6EF3A9}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{43FF8F03-CA07-4573-96D0-48C82A6EF3A9}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{43FF8F03-CA07-4573-96D0-48C82A6EF3A9}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