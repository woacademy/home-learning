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AAD640-8580-411A-A69A-DA1EE2B6623B}">
  <a:tblStyle styleId="{3DAAD640-8580-411A-A69A-DA1EE2B6623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{3DAAD640-8580-411A-A69A-DA1EE2B6623B}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{3DAAD640-8580-411A-A69A-DA1EE2B6623B}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{3DAAD640-8580-411A-A69A-DA1EE2B6623B}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{3DAAD640-8580-411A-A69A-DA1EE2B6623B}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{3DAAD640-8580-411A-A69A-DA1EE2B6623B}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