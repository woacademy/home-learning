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BD10C8-F6B9-4D81-9C8E-E4CEB365F5F8}">
  <a:tblStyle styleId="{FABD10C8-F6B9-4D81-9C8E-E4CEB365F5F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{FABD10C8-F6B9-4D81-9C8E-E4CEB365F5F8}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{FABD10C8-F6B9-4D81-9C8E-E4CEB365F5F8}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{FABD10C8-F6B9-4D81-9C8E-E4CEB365F5F8}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{FABD10C8-F6B9-4D81-9C8E-E4CEB365F5F8}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{FABD10C8-F6B9-4D81-9C8E-E4CEB365F5F8}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