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E14BBE6-8CEF-499D-8E41-08E65A52F6C0}">
  <a:tblStyle styleId="{AE14BBE6-8CEF-499D-8E41-08E65A52F6C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{AE14BBE6-8CEF-499D-8E41-08E65A52F6C0}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{AE14BBE6-8CEF-499D-8E41-08E65A52F6C0}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{AE14BBE6-8CEF-499D-8E41-08E65A52F6C0}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{AE14BBE6-8CEF-499D-8E41-08E65A52F6C0}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{AE14BBE6-8CEF-499D-8E41-08E65A52F6C0}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