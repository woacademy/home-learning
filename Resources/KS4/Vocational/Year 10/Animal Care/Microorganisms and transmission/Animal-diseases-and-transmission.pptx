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F918E3-4075-4962-9B45-3D4A94406027}">
  <a:tblStyle styleId="{09F918E3-4075-4962-9B45-3D4A944060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{09F918E3-4075-4962-9B45-3D4A94406027}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{09F918E3-4075-4962-9B45-3D4A94406027}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{09F918E3-4075-4962-9B45-3D4A94406027}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{09F918E3-4075-4962-9B45-3D4A94406027}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{09F918E3-4075-4962-9B45-3D4A94406027}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