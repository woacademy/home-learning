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315DA3-1C8F-4D77-BE79-8744E8FF5B60}">
  <a:tblStyle styleId="{66315DA3-1C8F-4D77-BE79-8744E8FF5B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{66315DA3-1C8F-4D77-BE79-8744E8FF5B60}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{66315DA3-1C8F-4D77-BE79-8744E8FF5B60}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{66315DA3-1C8F-4D77-BE79-8744E8FF5B60}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{66315DA3-1C8F-4D77-BE79-8744E8FF5B60}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{66315DA3-1C8F-4D77-BE79-8744E8FF5B60}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