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D0D2B5-E3FC-46FE-8E42-D54607D6DCFE}">
  <a:tblStyle styleId="{33D0D2B5-E3FC-46FE-8E42-D54607D6DCF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{33D0D2B5-E3FC-46FE-8E42-D54607D6DCFE}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{33D0D2B5-E3FC-46FE-8E42-D54607D6DCFE}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{33D0D2B5-E3FC-46FE-8E42-D54607D6DCFE}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{33D0D2B5-E3FC-46FE-8E42-D54607D6DCFE}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{33D0D2B5-E3FC-46FE-8E42-D54607D6DCFE}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