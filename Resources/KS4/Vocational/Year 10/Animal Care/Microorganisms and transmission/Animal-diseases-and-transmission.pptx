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9A6FCF-BFF0-4244-972E-A7DE7E844111}">
  <a:tblStyle styleId="{409A6FCF-BFF0-4244-972E-A7DE7E84411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{409A6FCF-BFF0-4244-972E-A7DE7E844111}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{409A6FCF-BFF0-4244-972E-A7DE7E844111}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{409A6FCF-BFF0-4244-972E-A7DE7E844111}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{409A6FCF-BFF0-4244-972E-A7DE7E844111}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{409A6FCF-BFF0-4244-972E-A7DE7E844111}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