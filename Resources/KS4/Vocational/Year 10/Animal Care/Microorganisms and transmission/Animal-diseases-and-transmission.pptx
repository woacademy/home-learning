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8616C-2148-4353-8FFC-8BE2FB691CDF}">
  <a:tblStyle styleId="{E058616C-2148-4353-8FFC-8BE2FB691C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{E058616C-2148-4353-8FFC-8BE2FB691CDF}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{E058616C-2148-4353-8FFC-8BE2FB691CDF}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{E058616C-2148-4353-8FFC-8BE2FB691CDF}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{E058616C-2148-4353-8FFC-8BE2FB691CDF}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{E058616C-2148-4353-8FFC-8BE2FB691CDF}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