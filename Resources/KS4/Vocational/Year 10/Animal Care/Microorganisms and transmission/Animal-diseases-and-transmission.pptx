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CDCE3-CE4B-48D3-97E4-D8043FC079D1}">
  <a:tblStyle styleId="{C69CDCE3-CE4B-48D3-97E4-D8043FC079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{C69CDCE3-CE4B-48D3-97E4-D8043FC079D1}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{C69CDCE3-CE4B-48D3-97E4-D8043FC079D1}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{C69CDCE3-CE4B-48D3-97E4-D8043FC079D1}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{C69CDCE3-CE4B-48D3-97E4-D8043FC079D1}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{C69CDCE3-CE4B-48D3-97E4-D8043FC079D1}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