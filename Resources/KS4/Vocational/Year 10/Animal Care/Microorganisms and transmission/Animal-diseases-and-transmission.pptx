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32A5B-978C-483B-8551-87A4975462F0}">
  <a:tblStyle styleId="{AB732A5B-978C-483B-8551-87A4975462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{AB732A5B-978C-483B-8551-87A4975462F0}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{AB732A5B-978C-483B-8551-87A4975462F0}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{AB732A5B-978C-483B-8551-87A4975462F0}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{AB732A5B-978C-483B-8551-87A4975462F0}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{AB732A5B-978C-483B-8551-87A4975462F0}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