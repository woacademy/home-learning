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237CCE-2083-4E2A-A023-F783F9E1EEE9}">
  <a:tblStyle styleId="{71237CCE-2083-4E2A-A023-F783F9E1EEE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{71237CCE-2083-4E2A-A023-F783F9E1EEE9}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{71237CCE-2083-4E2A-A023-F783F9E1EEE9}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{71237CCE-2083-4E2A-A023-F783F9E1EEE9}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{71237CCE-2083-4E2A-A023-F783F9E1EEE9}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{71237CCE-2083-4E2A-A023-F783F9E1EEE9}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