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48C329-24BE-4067-AA8B-236EAB53BCC2}">
  <a:tblStyle styleId="{B848C329-24BE-4067-AA8B-236EAB53BCC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{B848C329-24BE-4067-AA8B-236EAB53BCC2}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{B848C329-24BE-4067-AA8B-236EAB53BCC2}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{B848C329-24BE-4067-AA8B-236EAB53BCC2}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{B848C329-24BE-4067-AA8B-236EAB53BCC2}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{B848C329-24BE-4067-AA8B-236EAB53BCC2}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