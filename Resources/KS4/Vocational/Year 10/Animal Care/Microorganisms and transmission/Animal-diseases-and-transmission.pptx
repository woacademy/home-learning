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94B8E-ACA4-4347-A355-F4D09404C92E}">
  <a:tblStyle styleId="{41794B8E-ACA4-4347-A355-F4D09404C9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{41794B8E-ACA4-4347-A355-F4D09404C92E}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{41794B8E-ACA4-4347-A355-F4D09404C92E}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{41794B8E-ACA4-4347-A355-F4D09404C92E}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{41794B8E-ACA4-4347-A355-F4D09404C92E}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{41794B8E-ACA4-4347-A355-F4D09404C92E}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