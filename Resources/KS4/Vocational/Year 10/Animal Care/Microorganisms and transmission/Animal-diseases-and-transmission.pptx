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534601-CC80-4F0F-B3E4-E17D14FAE1CB}">
  <a:tblStyle styleId="{B6534601-CC80-4F0F-B3E4-E17D14FAE1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{B6534601-CC80-4F0F-B3E4-E17D14FAE1CB}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{B6534601-CC80-4F0F-B3E4-E17D14FAE1CB}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{B6534601-CC80-4F0F-B3E4-E17D14FAE1CB}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{B6534601-CC80-4F0F-B3E4-E17D14FAE1CB}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{B6534601-CC80-4F0F-B3E4-E17D14FAE1CB}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