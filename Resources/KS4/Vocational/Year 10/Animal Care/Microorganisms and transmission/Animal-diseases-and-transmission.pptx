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A26C5B-0929-4390-8676-5DCB7496AB8B}">
  <a:tblStyle styleId="{36A26C5B-0929-4390-8676-5DCB7496AB8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{36A26C5B-0929-4390-8676-5DCB7496AB8B}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{36A26C5B-0929-4390-8676-5DCB7496AB8B}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{36A26C5B-0929-4390-8676-5DCB7496AB8B}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{36A26C5B-0929-4390-8676-5DCB7496AB8B}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{36A26C5B-0929-4390-8676-5DCB7496AB8B}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