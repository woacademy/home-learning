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B2DBF-3047-48CA-AA2C-2585644F569B}">
  <a:tblStyle styleId="{16FB2DBF-3047-48CA-AA2C-2585644F56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{16FB2DBF-3047-48CA-AA2C-2585644F569B}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{16FB2DBF-3047-48CA-AA2C-2585644F569B}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{16FB2DBF-3047-48CA-AA2C-2585644F569B}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{16FB2DBF-3047-48CA-AA2C-2585644F569B}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{16FB2DBF-3047-48CA-AA2C-2585644F569B}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