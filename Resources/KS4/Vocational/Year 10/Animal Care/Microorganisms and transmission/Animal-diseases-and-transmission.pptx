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F0312-05BD-44E1-8C53-061619A20362}">
  <a:tblStyle styleId="{5A5F0312-05BD-44E1-8C53-061619A203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{5A5F0312-05BD-44E1-8C53-061619A20362}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{5A5F0312-05BD-44E1-8C53-061619A20362}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{5A5F0312-05BD-44E1-8C53-061619A20362}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{5A5F0312-05BD-44E1-8C53-061619A20362}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{5A5F0312-05BD-44E1-8C53-061619A20362}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