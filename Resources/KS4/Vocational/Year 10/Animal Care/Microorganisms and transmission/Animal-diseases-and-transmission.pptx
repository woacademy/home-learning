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99C5BF4-C48D-4FBC-AD9E-0204D9B04E02}">
  <a:tblStyle styleId="{B99C5BF4-C48D-4FBC-AD9E-0204D9B04E0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{B99C5BF4-C48D-4FBC-AD9E-0204D9B04E02}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{B99C5BF4-C48D-4FBC-AD9E-0204D9B04E02}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{B99C5BF4-C48D-4FBC-AD9E-0204D9B04E02}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{B99C5BF4-C48D-4FBC-AD9E-0204D9B04E02}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{B99C5BF4-C48D-4FBC-AD9E-0204D9B04E02}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