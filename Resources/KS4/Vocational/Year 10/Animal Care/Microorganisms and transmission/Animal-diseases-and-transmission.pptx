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9E61A-3A24-4A65-9689-B3E4ECDA509A}">
  <a:tblStyle styleId="{B849E61A-3A24-4A65-9689-B3E4ECDA50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{B849E61A-3A24-4A65-9689-B3E4ECDA509A}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{B849E61A-3A24-4A65-9689-B3E4ECDA509A}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{B849E61A-3A24-4A65-9689-B3E4ECDA509A}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{B849E61A-3A24-4A65-9689-B3E4ECDA509A}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{B849E61A-3A24-4A65-9689-B3E4ECDA509A}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