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C722AF-F46A-42B7-A021-9AB8C46CD9FB}">
  <a:tblStyle styleId="{E3C722AF-F46A-42B7-A021-9AB8C46CD9F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{E3C722AF-F46A-42B7-A021-9AB8C46CD9FB}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{E3C722AF-F46A-42B7-A021-9AB8C46CD9FB}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{E3C722AF-F46A-42B7-A021-9AB8C46CD9FB}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{E3C722AF-F46A-42B7-A021-9AB8C46CD9FB}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{E3C722AF-F46A-42B7-A021-9AB8C46CD9FB}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