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6F83E-38DF-4A5F-987F-68836193F567}">
  <a:tblStyle styleId="{0AF6F83E-38DF-4A5F-987F-68836193F5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{0AF6F83E-38DF-4A5F-987F-68836193F567}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{0AF6F83E-38DF-4A5F-987F-68836193F567}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{0AF6F83E-38DF-4A5F-987F-68836193F567}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{0AF6F83E-38DF-4A5F-987F-68836193F567}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{0AF6F83E-38DF-4A5F-987F-68836193F567}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