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DBF0479-AC8F-4FC1-BB9A-8C745E447B43}">
  <a:tblStyle styleId="{DDBF0479-AC8F-4FC1-BB9A-8C745E447B43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{DDBF0479-AC8F-4FC1-BB9A-8C745E447B43}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{DDBF0479-AC8F-4FC1-BB9A-8C745E447B43}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{DDBF0479-AC8F-4FC1-BB9A-8C745E447B43}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{DDBF0479-AC8F-4FC1-BB9A-8C745E447B43}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{DDBF0479-AC8F-4FC1-BB9A-8C745E447B43}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