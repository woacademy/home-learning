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4D67B-631F-497F-992E-5ACC91EF4943}">
  <a:tblStyle styleId="{B004D67B-631F-497F-992E-5ACC91EF49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{B004D67B-631F-497F-992E-5ACC91EF4943}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{B004D67B-631F-497F-992E-5ACC91EF4943}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{B004D67B-631F-497F-992E-5ACC91EF4943}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{B004D67B-631F-497F-992E-5ACC91EF4943}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{B004D67B-631F-497F-992E-5ACC91EF4943}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