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126ED3-1D76-4837-A199-C9B944B0F674}">
  <a:tblStyle styleId="{F3126ED3-1D76-4837-A199-C9B944B0F67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{F3126ED3-1D76-4837-A199-C9B944B0F674}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{F3126ED3-1D76-4837-A199-C9B944B0F674}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{F3126ED3-1D76-4837-A199-C9B944B0F674}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{F3126ED3-1D76-4837-A199-C9B944B0F674}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{F3126ED3-1D76-4837-A199-C9B944B0F674}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