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6A2BB85-7497-424F-94CA-77E1E819A3A5}">
  <a:tblStyle styleId="{66A2BB85-7497-424F-94CA-77E1E819A3A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{66A2BB85-7497-424F-94CA-77E1E819A3A5}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{66A2BB85-7497-424F-94CA-77E1E819A3A5}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{66A2BB85-7497-424F-94CA-77E1E819A3A5}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{66A2BB85-7497-424F-94CA-77E1E819A3A5}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{66A2BB85-7497-424F-94CA-77E1E819A3A5}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