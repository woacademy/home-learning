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DB06B7-B36A-4DFD-BCBB-B77D3F674C64}">
  <a:tblStyle styleId="{B7DB06B7-B36A-4DFD-BCBB-B77D3F674C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{B7DB06B7-B36A-4DFD-BCBB-B77D3F674C64}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{B7DB06B7-B36A-4DFD-BCBB-B77D3F674C64}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{B7DB06B7-B36A-4DFD-BCBB-B77D3F674C64}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{B7DB06B7-B36A-4DFD-BCBB-B77D3F674C64}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{B7DB06B7-B36A-4DFD-BCBB-B77D3F674C64}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