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BB5659-AD40-4329-B100-0F9D8B2E410F}">
  <a:tblStyle styleId="{A6BB5659-AD40-4329-B100-0F9D8B2E41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{A6BB5659-AD40-4329-B100-0F9D8B2E410F}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{A6BB5659-AD40-4329-B100-0F9D8B2E410F}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{A6BB5659-AD40-4329-B100-0F9D8B2E410F}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{A6BB5659-AD40-4329-B100-0F9D8B2E410F}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{A6BB5659-AD40-4329-B100-0F9D8B2E410F}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