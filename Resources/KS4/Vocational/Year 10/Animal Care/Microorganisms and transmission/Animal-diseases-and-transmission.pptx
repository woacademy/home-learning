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FD396E-C30E-485D-B190-B6E0310EA7A4}">
  <a:tblStyle styleId="{C0FD396E-C30E-485D-B190-B6E0310EA7A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{C0FD396E-C30E-485D-B190-B6E0310EA7A4}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{C0FD396E-C30E-485D-B190-B6E0310EA7A4}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{C0FD396E-C30E-485D-B190-B6E0310EA7A4}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{C0FD396E-C30E-485D-B190-B6E0310EA7A4}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{C0FD396E-C30E-485D-B190-B6E0310EA7A4}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