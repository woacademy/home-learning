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7FC14F-D4F4-45C9-A729-76DF41AC4AC0}">
  <a:tblStyle styleId="{317FC14F-D4F4-45C9-A729-76DF41AC4A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{317FC14F-D4F4-45C9-A729-76DF41AC4AC0}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{317FC14F-D4F4-45C9-A729-76DF41AC4AC0}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{317FC14F-D4F4-45C9-A729-76DF41AC4AC0}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{317FC14F-D4F4-45C9-A729-76DF41AC4AC0}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{317FC14F-D4F4-45C9-A729-76DF41AC4AC0}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