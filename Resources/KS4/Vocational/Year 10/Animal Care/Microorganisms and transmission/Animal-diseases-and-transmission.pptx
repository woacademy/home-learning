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71056610-C2E8-41DC-9229-BB8C2BFB985F}">
  <a:tblStyle styleId="{71056610-C2E8-41DC-9229-BB8C2BFB985F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{71056610-C2E8-41DC-9229-BB8C2BFB985F}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{71056610-C2E8-41DC-9229-BB8C2BFB985F}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{71056610-C2E8-41DC-9229-BB8C2BFB985F}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{71056610-C2E8-41DC-9229-BB8C2BFB985F}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{71056610-C2E8-41DC-9229-BB8C2BFB985F}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