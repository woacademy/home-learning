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FC77A6-69B7-4C03-A0B4-BB177944954A}">
  <a:tblStyle styleId="{C9FC77A6-69B7-4C03-A0B4-BB17794495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{C9FC77A6-69B7-4C03-A0B4-BB177944954A}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{C9FC77A6-69B7-4C03-A0B4-BB177944954A}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{C9FC77A6-69B7-4C03-A0B4-BB177944954A}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{C9FC77A6-69B7-4C03-A0B4-BB177944954A}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{C9FC77A6-69B7-4C03-A0B4-BB177944954A}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