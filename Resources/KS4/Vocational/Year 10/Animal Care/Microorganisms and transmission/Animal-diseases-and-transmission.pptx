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83B803-24D0-48DF-82BD-FA1575E091EE}">
  <a:tblStyle styleId="{2883B803-24D0-48DF-82BD-FA1575E091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{2883B803-24D0-48DF-82BD-FA1575E091EE}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{2883B803-24D0-48DF-82BD-FA1575E091EE}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{2883B803-24D0-48DF-82BD-FA1575E091EE}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{2883B803-24D0-48DF-82BD-FA1575E091EE}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{2883B803-24D0-48DF-82BD-FA1575E091EE}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