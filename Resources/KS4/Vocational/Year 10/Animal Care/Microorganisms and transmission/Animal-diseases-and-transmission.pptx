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60F3FD-D669-403F-A982-2BD07CFC9AC6}">
  <a:tblStyle styleId="{8E60F3FD-D669-403F-A982-2BD07CFC9A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{8E60F3FD-D669-403F-A982-2BD07CFC9AC6}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{8E60F3FD-D669-403F-A982-2BD07CFC9AC6}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{8E60F3FD-D669-403F-A982-2BD07CFC9AC6}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{8E60F3FD-D669-403F-A982-2BD07CFC9AC6}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{8E60F3FD-D669-403F-A982-2BD07CFC9AC6}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