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B040CC-6D2E-4AC0-A0DE-F7E4F0FD6D72}">
  <a:tblStyle styleId="{FEB040CC-6D2E-4AC0-A0DE-F7E4F0FD6D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{FEB040CC-6D2E-4AC0-A0DE-F7E4F0FD6D72}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{FEB040CC-6D2E-4AC0-A0DE-F7E4F0FD6D72}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{FEB040CC-6D2E-4AC0-A0DE-F7E4F0FD6D72}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{FEB040CC-6D2E-4AC0-A0DE-F7E4F0FD6D72}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{FEB040CC-6D2E-4AC0-A0DE-F7E4F0FD6D72}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