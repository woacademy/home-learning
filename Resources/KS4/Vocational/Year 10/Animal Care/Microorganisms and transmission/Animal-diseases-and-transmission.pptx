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CDEF0F-5BAE-452F-A395-878C59045CAC}">
  <a:tblStyle styleId="{63CDEF0F-5BAE-452F-A395-878C59045C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{63CDEF0F-5BAE-452F-A395-878C59045CAC}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{63CDEF0F-5BAE-452F-A395-878C59045CAC}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{63CDEF0F-5BAE-452F-A395-878C59045CAC}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{63CDEF0F-5BAE-452F-A395-878C59045CAC}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{63CDEF0F-5BAE-452F-A395-878C59045CAC}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