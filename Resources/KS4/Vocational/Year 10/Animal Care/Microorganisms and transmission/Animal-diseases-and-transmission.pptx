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44335F-ED16-406A-9B2C-901CC98DC148}">
  <a:tblStyle styleId="{C244335F-ED16-406A-9B2C-901CC98DC1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{C244335F-ED16-406A-9B2C-901CC98DC148}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{C244335F-ED16-406A-9B2C-901CC98DC148}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{C244335F-ED16-406A-9B2C-901CC98DC148}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{C244335F-ED16-406A-9B2C-901CC98DC148}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{C244335F-ED16-406A-9B2C-901CC98DC148}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