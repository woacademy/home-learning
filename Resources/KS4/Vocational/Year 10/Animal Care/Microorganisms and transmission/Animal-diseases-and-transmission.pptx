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454673-D40E-4636-8258-9A6B35EC019D}">
  <a:tblStyle styleId="{E6454673-D40E-4636-8258-9A6B35EC019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{E6454673-D40E-4636-8258-9A6B35EC019D}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{E6454673-D40E-4636-8258-9A6B35EC019D}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{E6454673-D40E-4636-8258-9A6B35EC019D}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{E6454673-D40E-4636-8258-9A6B35EC019D}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{E6454673-D40E-4636-8258-9A6B35EC019D}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