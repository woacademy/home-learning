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6B66E5-4BED-4D3A-8055-D4F13B0D4DF7}">
  <a:tblStyle styleId="{0D6B66E5-4BED-4D3A-8055-D4F13B0D4DF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{0D6B66E5-4BED-4D3A-8055-D4F13B0D4DF7}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{0D6B66E5-4BED-4D3A-8055-D4F13B0D4DF7}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{0D6B66E5-4BED-4D3A-8055-D4F13B0D4DF7}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{0D6B66E5-4BED-4D3A-8055-D4F13B0D4DF7}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{0D6B66E5-4BED-4D3A-8055-D4F13B0D4DF7}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