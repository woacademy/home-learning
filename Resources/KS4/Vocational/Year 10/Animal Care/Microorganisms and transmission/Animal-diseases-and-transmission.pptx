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2CF5AB-FFCD-4BD9-8DFE-1E8059955D88}">
  <a:tblStyle styleId="{912CF5AB-FFCD-4BD9-8DFE-1E8059955D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{912CF5AB-FFCD-4BD9-8DFE-1E8059955D88}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{912CF5AB-FFCD-4BD9-8DFE-1E8059955D88}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{912CF5AB-FFCD-4BD9-8DFE-1E8059955D88}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{912CF5AB-FFCD-4BD9-8DFE-1E8059955D88}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{912CF5AB-FFCD-4BD9-8DFE-1E8059955D88}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