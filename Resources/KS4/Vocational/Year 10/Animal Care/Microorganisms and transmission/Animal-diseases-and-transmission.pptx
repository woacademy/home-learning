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497ED2-24C5-48E3-9B83-4918E90D9E5D}">
  <a:tblStyle styleId="{8E497ED2-24C5-48E3-9B83-4918E90D9E5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{8E497ED2-24C5-48E3-9B83-4918E90D9E5D}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{8E497ED2-24C5-48E3-9B83-4918E90D9E5D}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{8E497ED2-24C5-48E3-9B83-4918E90D9E5D}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{8E497ED2-24C5-48E3-9B83-4918E90D9E5D}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{8E497ED2-24C5-48E3-9B83-4918E90D9E5D}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