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569EE2-2BF4-4ECA-9B01-73A07DA1CDDD}">
  <a:tblStyle styleId="{C1569EE2-2BF4-4ECA-9B01-73A07DA1CDD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{C1569EE2-2BF4-4ECA-9B01-73A07DA1CDDD}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{C1569EE2-2BF4-4ECA-9B01-73A07DA1CDDD}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{C1569EE2-2BF4-4ECA-9B01-73A07DA1CDDD}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{C1569EE2-2BF4-4ECA-9B01-73A07DA1CDDD}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{C1569EE2-2BF4-4ECA-9B01-73A07DA1CDDD}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