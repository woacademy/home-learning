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8D17EC1-EB9A-4B23-B3B6-6E55E29DBA9C}">
  <a:tblStyle styleId="{28D17EC1-EB9A-4B23-B3B6-6E55E29DBA9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{28D17EC1-EB9A-4B23-B3B6-6E55E29DBA9C}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{28D17EC1-EB9A-4B23-B3B6-6E55E29DBA9C}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{28D17EC1-EB9A-4B23-B3B6-6E55E29DBA9C}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{28D17EC1-EB9A-4B23-B3B6-6E55E29DBA9C}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{28D17EC1-EB9A-4B23-B3B6-6E55E29DBA9C}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