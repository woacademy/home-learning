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6A209D-3FC0-4A93-9C6E-D79E2698FF1F}">
  <a:tblStyle styleId="{366A209D-3FC0-4A93-9C6E-D79E2698FF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{366A209D-3FC0-4A93-9C6E-D79E2698FF1F}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{366A209D-3FC0-4A93-9C6E-D79E2698FF1F}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{366A209D-3FC0-4A93-9C6E-D79E2698FF1F}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{366A209D-3FC0-4A93-9C6E-D79E2698FF1F}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{366A209D-3FC0-4A93-9C6E-D79E2698FF1F}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