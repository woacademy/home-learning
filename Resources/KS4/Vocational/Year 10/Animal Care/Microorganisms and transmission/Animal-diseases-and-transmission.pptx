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8EDC9A-27CE-41CF-8FEE-D1B19493A064}">
  <a:tblStyle styleId="{C38EDC9A-27CE-41CF-8FEE-D1B19493A0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{C38EDC9A-27CE-41CF-8FEE-D1B19493A064}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{C38EDC9A-27CE-41CF-8FEE-D1B19493A064}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{C38EDC9A-27CE-41CF-8FEE-D1B19493A064}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{C38EDC9A-27CE-41CF-8FEE-D1B19493A064}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{C38EDC9A-27CE-41CF-8FEE-D1B19493A064}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