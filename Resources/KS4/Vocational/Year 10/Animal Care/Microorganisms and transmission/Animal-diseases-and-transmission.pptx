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FD3BFE-7E0D-4FF4-A56E-43ACD4721396}">
  <a:tblStyle styleId="{41FD3BFE-7E0D-4FF4-A56E-43ACD47213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{41FD3BFE-7E0D-4FF4-A56E-43ACD4721396}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{41FD3BFE-7E0D-4FF4-A56E-43ACD4721396}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{41FD3BFE-7E0D-4FF4-A56E-43ACD4721396}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{41FD3BFE-7E0D-4FF4-A56E-43ACD4721396}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{41FD3BFE-7E0D-4FF4-A56E-43ACD4721396}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