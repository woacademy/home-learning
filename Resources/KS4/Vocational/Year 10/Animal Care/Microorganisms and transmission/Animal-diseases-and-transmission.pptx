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8CF633-D209-4AC2-A8C8-A013A4D72831}">
  <a:tblStyle styleId="{D08CF633-D209-4AC2-A8C8-A013A4D7283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{D08CF633-D209-4AC2-A8C8-A013A4D72831}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{D08CF633-D209-4AC2-A8C8-A013A4D72831}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{D08CF633-D209-4AC2-A8C8-A013A4D72831}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{D08CF633-D209-4AC2-A8C8-A013A4D72831}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{D08CF633-D209-4AC2-A8C8-A013A4D72831}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