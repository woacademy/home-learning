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FD7C4-1DCF-4F9E-8EBA-B251C49AE6BB}">
  <a:tblStyle styleId="{AE0FD7C4-1DCF-4F9E-8EBA-B251C49AE6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{AE0FD7C4-1DCF-4F9E-8EBA-B251C49AE6BB}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{AE0FD7C4-1DCF-4F9E-8EBA-B251C49AE6BB}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{AE0FD7C4-1DCF-4F9E-8EBA-B251C49AE6BB}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{AE0FD7C4-1DCF-4F9E-8EBA-B251C49AE6BB}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{AE0FD7C4-1DCF-4F9E-8EBA-B251C49AE6BB}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