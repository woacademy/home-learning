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BCDC9-99E4-4C96-9659-DF2FC4076A7A}">
  <a:tblStyle styleId="{323BCDC9-99E4-4C96-9659-DF2FC4076A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{323BCDC9-99E4-4C96-9659-DF2FC4076A7A}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{323BCDC9-99E4-4C96-9659-DF2FC4076A7A}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{323BCDC9-99E4-4C96-9659-DF2FC4076A7A}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{323BCDC9-99E4-4C96-9659-DF2FC4076A7A}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{323BCDC9-99E4-4C96-9659-DF2FC4076A7A}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