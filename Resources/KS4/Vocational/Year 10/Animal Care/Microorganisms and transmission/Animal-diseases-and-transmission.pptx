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8D8E1B-5A19-4ED1-9A2B-DA8520CCF83E}">
  <a:tblStyle styleId="{548D8E1B-5A19-4ED1-9A2B-DA8520CCF8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{548D8E1B-5A19-4ED1-9A2B-DA8520CCF83E}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{548D8E1B-5A19-4ED1-9A2B-DA8520CCF83E}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{548D8E1B-5A19-4ED1-9A2B-DA8520CCF83E}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{548D8E1B-5A19-4ED1-9A2B-DA8520CCF83E}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{548D8E1B-5A19-4ED1-9A2B-DA8520CCF83E}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