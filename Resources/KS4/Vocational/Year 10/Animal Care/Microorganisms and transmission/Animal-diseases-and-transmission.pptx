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3F83CD-4C69-4DDA-B3D7-B67CF9B04CAA}">
  <a:tblStyle styleId="{FE3F83CD-4C69-4DDA-B3D7-B67CF9B04C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{FE3F83CD-4C69-4DDA-B3D7-B67CF9B04CAA}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{FE3F83CD-4C69-4DDA-B3D7-B67CF9B04CAA}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{FE3F83CD-4C69-4DDA-B3D7-B67CF9B04CAA}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{FE3F83CD-4C69-4DDA-B3D7-B67CF9B04CAA}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{FE3F83CD-4C69-4DDA-B3D7-B67CF9B04CAA}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