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F1017D7-68C0-4109-852D-880564EF66BA}">
  <a:tblStyle styleId="{CF1017D7-68C0-4109-852D-880564EF66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{CF1017D7-68C0-4109-852D-880564EF66BA}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{CF1017D7-68C0-4109-852D-880564EF66BA}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{CF1017D7-68C0-4109-852D-880564EF66BA}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{CF1017D7-68C0-4109-852D-880564EF66BA}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{CF1017D7-68C0-4109-852D-880564EF66BA}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