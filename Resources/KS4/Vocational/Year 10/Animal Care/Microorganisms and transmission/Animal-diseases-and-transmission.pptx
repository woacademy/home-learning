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D9ADBF-DD12-4E3B-BF74-1CAE5A23C8F0}">
  <a:tblStyle styleId="{7CD9ADBF-DD12-4E3B-BF74-1CAE5A23C8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{7CD9ADBF-DD12-4E3B-BF74-1CAE5A23C8F0}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{7CD9ADBF-DD12-4E3B-BF74-1CAE5A23C8F0}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{7CD9ADBF-DD12-4E3B-BF74-1CAE5A23C8F0}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{7CD9ADBF-DD12-4E3B-BF74-1CAE5A23C8F0}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{7CD9ADBF-DD12-4E3B-BF74-1CAE5A23C8F0}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