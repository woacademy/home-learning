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FACBA-2A1B-46AF-81B7-B92696A562F2}">
  <a:tblStyle styleId="{0B0FACBA-2A1B-46AF-81B7-B92696A562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{0B0FACBA-2A1B-46AF-81B7-B92696A562F2}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{0B0FACBA-2A1B-46AF-81B7-B92696A562F2}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{0B0FACBA-2A1B-46AF-81B7-B92696A562F2}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{0B0FACBA-2A1B-46AF-81B7-B92696A562F2}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{0B0FACBA-2A1B-46AF-81B7-B92696A562F2}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