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78202E-88AB-408C-8BF6-E42BDC73B956}">
  <a:tblStyle styleId="{3D78202E-88AB-408C-8BF6-E42BDC73B95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{3D78202E-88AB-408C-8BF6-E42BDC73B956}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{3D78202E-88AB-408C-8BF6-E42BDC73B956}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{3D78202E-88AB-408C-8BF6-E42BDC73B956}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{3D78202E-88AB-408C-8BF6-E42BDC73B956}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{3D78202E-88AB-408C-8BF6-E42BDC73B956}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