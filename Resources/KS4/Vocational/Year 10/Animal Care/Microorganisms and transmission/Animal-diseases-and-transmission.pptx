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CB7AFA-2023-4C5C-B6A6-DDE38DD68D0F}">
  <a:tblStyle styleId="{1ECB7AFA-2023-4C5C-B6A6-DDE38DD68D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{1ECB7AFA-2023-4C5C-B6A6-DDE38DD68D0F}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{1ECB7AFA-2023-4C5C-B6A6-DDE38DD68D0F}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{1ECB7AFA-2023-4C5C-B6A6-DDE38DD68D0F}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{1ECB7AFA-2023-4C5C-B6A6-DDE38DD68D0F}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{1ECB7AFA-2023-4C5C-B6A6-DDE38DD68D0F}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