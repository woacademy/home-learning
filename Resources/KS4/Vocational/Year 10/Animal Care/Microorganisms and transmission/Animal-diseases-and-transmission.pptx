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7508A-6323-4B63-B474-4F82772C815E}">
  <a:tblStyle styleId="{A047508A-6323-4B63-B474-4F82772C81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{A047508A-6323-4B63-B474-4F82772C815E}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{A047508A-6323-4B63-B474-4F82772C815E}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{A047508A-6323-4B63-B474-4F82772C815E}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{A047508A-6323-4B63-B474-4F82772C815E}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{A047508A-6323-4B63-B474-4F82772C815E}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