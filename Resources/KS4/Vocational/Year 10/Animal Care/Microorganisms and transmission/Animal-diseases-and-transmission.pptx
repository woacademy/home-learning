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77A98B-599D-4C17-96B8-81CC5D1599A4}">
  <a:tblStyle styleId="{EE77A98B-599D-4C17-96B8-81CC5D1599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{EE77A98B-599D-4C17-96B8-81CC5D1599A4}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{EE77A98B-599D-4C17-96B8-81CC5D1599A4}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{EE77A98B-599D-4C17-96B8-81CC5D1599A4}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{EE77A98B-599D-4C17-96B8-81CC5D1599A4}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{EE77A98B-599D-4C17-96B8-81CC5D1599A4}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