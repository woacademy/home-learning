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6DCE54-5B01-4607-AB1C-5F599534CA67}">
  <a:tblStyle styleId="{496DCE54-5B01-4607-AB1C-5F599534CA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{496DCE54-5B01-4607-AB1C-5F599534CA67}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{496DCE54-5B01-4607-AB1C-5F599534CA67}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{496DCE54-5B01-4607-AB1C-5F599534CA67}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{496DCE54-5B01-4607-AB1C-5F599534CA67}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{496DCE54-5B01-4607-AB1C-5F599534CA67}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