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851627-1C91-454B-B421-5D92B2449063}">
  <a:tblStyle styleId="{2B851627-1C91-454B-B421-5D92B24490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{2B851627-1C91-454B-B421-5D92B2449063}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{2B851627-1C91-454B-B421-5D92B2449063}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{2B851627-1C91-454B-B421-5D92B2449063}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{2B851627-1C91-454B-B421-5D92B2449063}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{2B851627-1C91-454B-B421-5D92B2449063}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