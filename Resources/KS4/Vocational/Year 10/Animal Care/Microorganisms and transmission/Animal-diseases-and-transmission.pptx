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A7B0A-3DF5-4A16-AF8B-8F51D8B3A95C}">
  <a:tblStyle styleId="{3D1A7B0A-3DF5-4A16-AF8B-8F51D8B3A9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{3D1A7B0A-3DF5-4A16-AF8B-8F51D8B3A95C}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{3D1A7B0A-3DF5-4A16-AF8B-8F51D8B3A95C}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{3D1A7B0A-3DF5-4A16-AF8B-8F51D8B3A95C}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{3D1A7B0A-3DF5-4A16-AF8B-8F51D8B3A95C}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{3D1A7B0A-3DF5-4A16-AF8B-8F51D8B3A95C}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