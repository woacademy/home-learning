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856379-83FD-481C-AF84-48678FA19908}">
  <a:tblStyle styleId="{ED856379-83FD-481C-AF84-48678FA199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{ED856379-83FD-481C-AF84-48678FA19908}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{ED856379-83FD-481C-AF84-48678FA19908}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{ED856379-83FD-481C-AF84-48678FA19908}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{ED856379-83FD-481C-AF84-48678FA19908}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{ED856379-83FD-481C-AF84-48678FA19908}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