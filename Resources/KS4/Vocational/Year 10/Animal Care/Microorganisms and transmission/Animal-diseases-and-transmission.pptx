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922A62-2549-40F8-97DB-B5575F430E6B}">
  <a:tblStyle styleId="{DC922A62-2549-40F8-97DB-B5575F430E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{DC922A62-2549-40F8-97DB-B5575F430E6B}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{DC922A62-2549-40F8-97DB-B5575F430E6B}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{DC922A62-2549-40F8-97DB-B5575F430E6B}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{DC922A62-2549-40F8-97DB-B5575F430E6B}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{DC922A62-2549-40F8-97DB-B5575F430E6B}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