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514EA3-B1DB-47BE-B1D1-3519B741B915}">
  <a:tblStyle styleId="{F6514EA3-B1DB-47BE-B1D1-3519B741B91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{F6514EA3-B1DB-47BE-B1D1-3519B741B915}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{F6514EA3-B1DB-47BE-B1D1-3519B741B915}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{F6514EA3-B1DB-47BE-B1D1-3519B741B915}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{F6514EA3-B1DB-47BE-B1D1-3519B741B915}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{F6514EA3-B1DB-47BE-B1D1-3519B741B915}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