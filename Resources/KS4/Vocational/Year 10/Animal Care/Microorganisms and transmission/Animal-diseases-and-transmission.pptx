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894527-C92A-489E-81A0-CC4CDE639BE3}">
  <a:tblStyle styleId="{90894527-C92A-489E-81A0-CC4CDE639B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{90894527-C92A-489E-81A0-CC4CDE639BE3}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{90894527-C92A-489E-81A0-CC4CDE639BE3}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{90894527-C92A-489E-81A0-CC4CDE639BE3}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{90894527-C92A-489E-81A0-CC4CDE639BE3}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{90894527-C92A-489E-81A0-CC4CDE639BE3}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