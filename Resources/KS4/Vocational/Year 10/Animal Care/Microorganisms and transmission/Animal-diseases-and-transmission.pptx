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57E6FE-5453-4E40-B8F2-1996C8E3AC7E}">
  <a:tblStyle styleId="{4F57E6FE-5453-4E40-B8F2-1996C8E3AC7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{4F57E6FE-5453-4E40-B8F2-1996C8E3AC7E}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{4F57E6FE-5453-4E40-B8F2-1996C8E3AC7E}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{4F57E6FE-5453-4E40-B8F2-1996C8E3AC7E}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{4F57E6FE-5453-4E40-B8F2-1996C8E3AC7E}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{4F57E6FE-5453-4E40-B8F2-1996C8E3AC7E}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