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91061E-3B4E-4A16-9F96-A855E7CC2CB4}">
  <a:tblStyle styleId="{7391061E-3B4E-4A16-9F96-A855E7CC2CB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{7391061E-3B4E-4A16-9F96-A855E7CC2CB4}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{7391061E-3B4E-4A16-9F96-A855E7CC2CB4}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{7391061E-3B4E-4A16-9F96-A855E7CC2CB4}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{7391061E-3B4E-4A16-9F96-A855E7CC2CB4}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{7391061E-3B4E-4A16-9F96-A855E7CC2CB4}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