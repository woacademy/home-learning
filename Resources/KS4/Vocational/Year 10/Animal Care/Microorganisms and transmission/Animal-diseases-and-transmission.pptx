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7F3468-C1F8-4F96-9E89-3C8B53137E3A}">
  <a:tblStyle styleId="{D17F3468-C1F8-4F96-9E89-3C8B53137E3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{D17F3468-C1F8-4F96-9E89-3C8B53137E3A}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{D17F3468-C1F8-4F96-9E89-3C8B53137E3A}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{D17F3468-C1F8-4F96-9E89-3C8B53137E3A}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{D17F3468-C1F8-4F96-9E89-3C8B53137E3A}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{D17F3468-C1F8-4F96-9E89-3C8B53137E3A}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