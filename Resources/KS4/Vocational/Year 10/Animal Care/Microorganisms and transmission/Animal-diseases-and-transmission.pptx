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C3A3E1-DC61-4669-917B-7080222889F7}">
  <a:tblStyle styleId="{37C3A3E1-DC61-4669-917B-7080222889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{37C3A3E1-DC61-4669-917B-7080222889F7}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{37C3A3E1-DC61-4669-917B-7080222889F7}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{37C3A3E1-DC61-4669-917B-7080222889F7}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{37C3A3E1-DC61-4669-917B-7080222889F7}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{37C3A3E1-DC61-4669-917B-7080222889F7}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