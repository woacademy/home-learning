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47BC67-AA79-44CE-AAE9-E3801AFB1EB4}">
  <a:tblStyle styleId="{6E47BC67-AA79-44CE-AAE9-E3801AFB1E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{6E47BC67-AA79-44CE-AAE9-E3801AFB1EB4}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{6E47BC67-AA79-44CE-AAE9-E3801AFB1EB4}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{6E47BC67-AA79-44CE-AAE9-E3801AFB1EB4}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{6E47BC67-AA79-44CE-AAE9-E3801AFB1EB4}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{6E47BC67-AA79-44CE-AAE9-E3801AFB1EB4}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