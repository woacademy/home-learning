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7626D08-AD41-4554-BD79-005963451432}">
  <a:tblStyle styleId="{17626D08-AD41-4554-BD79-00596345143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{17626D08-AD41-4554-BD79-005963451432}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{17626D08-AD41-4554-BD79-005963451432}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{17626D08-AD41-4554-BD79-005963451432}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{17626D08-AD41-4554-BD79-005963451432}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{17626D08-AD41-4554-BD79-005963451432}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