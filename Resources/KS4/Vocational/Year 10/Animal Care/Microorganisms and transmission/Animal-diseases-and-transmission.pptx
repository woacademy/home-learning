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06B0BE-381A-427F-8532-480F4EBBF117}">
  <a:tblStyle styleId="{5606B0BE-381A-427F-8532-480F4EBBF1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{5606B0BE-381A-427F-8532-480F4EBBF117}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{5606B0BE-381A-427F-8532-480F4EBBF117}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{5606B0BE-381A-427F-8532-480F4EBBF117}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{5606B0BE-381A-427F-8532-480F4EBBF117}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{5606B0BE-381A-427F-8532-480F4EBBF117}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