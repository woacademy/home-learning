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3941E5-51D8-4687-9E11-F6DDDC63D4EF}">
  <a:tblStyle styleId="{713941E5-51D8-4687-9E11-F6DDDC63D4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{713941E5-51D8-4687-9E11-F6DDDC63D4EF}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{713941E5-51D8-4687-9E11-F6DDDC63D4EF}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{713941E5-51D8-4687-9E11-F6DDDC63D4EF}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{713941E5-51D8-4687-9E11-F6DDDC63D4EF}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{713941E5-51D8-4687-9E11-F6DDDC63D4EF}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