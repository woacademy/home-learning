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C2E5C3-7FF2-48BC-B8E3-3DD4B56A6278}">
  <a:tblStyle styleId="{FCC2E5C3-7FF2-48BC-B8E3-3DD4B56A62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{FCC2E5C3-7FF2-48BC-B8E3-3DD4B56A6278}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{FCC2E5C3-7FF2-48BC-B8E3-3DD4B56A6278}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{FCC2E5C3-7FF2-48BC-B8E3-3DD4B56A6278}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{FCC2E5C3-7FF2-48BC-B8E3-3DD4B56A6278}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{FCC2E5C3-7FF2-48BC-B8E3-3DD4B56A6278}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