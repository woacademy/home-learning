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2743D54-10C4-43B8-AF8F-9BE18D02069B}">
  <a:tblStyle styleId="{D2743D54-10C4-43B8-AF8F-9BE18D0206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{D2743D54-10C4-43B8-AF8F-9BE18D02069B}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{D2743D54-10C4-43B8-AF8F-9BE18D02069B}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{D2743D54-10C4-43B8-AF8F-9BE18D02069B}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{D2743D54-10C4-43B8-AF8F-9BE18D02069B}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{D2743D54-10C4-43B8-AF8F-9BE18D02069B}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