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89DD0-1F1C-4200-A0F8-F5E33AC352F9}">
  <a:tblStyle styleId="{C7589DD0-1F1C-4200-A0F8-F5E33AC352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{C7589DD0-1F1C-4200-A0F8-F5E33AC352F9}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{C7589DD0-1F1C-4200-A0F8-F5E33AC352F9}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{C7589DD0-1F1C-4200-A0F8-F5E33AC352F9}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{C7589DD0-1F1C-4200-A0F8-F5E33AC352F9}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{C7589DD0-1F1C-4200-A0F8-F5E33AC352F9}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