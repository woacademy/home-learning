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E550B4-AC45-4735-8B3A-12A7D083C394}">
  <a:tblStyle styleId="{A8E550B4-AC45-4735-8B3A-12A7D083C3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{A8E550B4-AC45-4735-8B3A-12A7D083C394}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{A8E550B4-AC45-4735-8B3A-12A7D083C394}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{A8E550B4-AC45-4735-8B3A-12A7D083C394}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{A8E550B4-AC45-4735-8B3A-12A7D083C394}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{A8E550B4-AC45-4735-8B3A-12A7D083C394}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