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4ACB00-6BFB-40AD-ACBC-D49F28086262}">
  <a:tblStyle styleId="{9F4ACB00-6BFB-40AD-ACBC-D49F2808626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{9F4ACB00-6BFB-40AD-ACBC-D49F28086262}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{9F4ACB00-6BFB-40AD-ACBC-D49F28086262}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{9F4ACB00-6BFB-40AD-ACBC-D49F28086262}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{9F4ACB00-6BFB-40AD-ACBC-D49F28086262}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{9F4ACB00-6BFB-40AD-ACBC-D49F28086262}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