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734494-7E7F-45F6-9EAF-98D4EBF664E0}">
  <a:tblStyle styleId="{9F734494-7E7F-45F6-9EAF-98D4EBF664E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{9F734494-7E7F-45F6-9EAF-98D4EBF664E0}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{9F734494-7E7F-45F6-9EAF-98D4EBF664E0}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{9F734494-7E7F-45F6-9EAF-98D4EBF664E0}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{9F734494-7E7F-45F6-9EAF-98D4EBF664E0}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{9F734494-7E7F-45F6-9EAF-98D4EBF664E0}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