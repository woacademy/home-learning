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D921EF-F1EE-4895-98DB-E2F835A1E769}">
  <a:tblStyle styleId="{03D921EF-F1EE-4895-98DB-E2F835A1E76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{03D921EF-F1EE-4895-98DB-E2F835A1E769}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{03D921EF-F1EE-4895-98DB-E2F835A1E769}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{03D921EF-F1EE-4895-98DB-E2F835A1E769}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{03D921EF-F1EE-4895-98DB-E2F835A1E769}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{03D921EF-F1EE-4895-98DB-E2F835A1E769}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