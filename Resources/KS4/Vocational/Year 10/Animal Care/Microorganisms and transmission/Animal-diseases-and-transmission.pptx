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8FA3C6-49DC-437C-807B-5119C4023C71}">
  <a:tblStyle styleId="{1E8FA3C6-49DC-437C-807B-5119C4023C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{1E8FA3C6-49DC-437C-807B-5119C4023C71}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{1E8FA3C6-49DC-437C-807B-5119C4023C71}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{1E8FA3C6-49DC-437C-807B-5119C4023C71}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{1E8FA3C6-49DC-437C-807B-5119C4023C71}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{1E8FA3C6-49DC-437C-807B-5119C4023C71}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