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FBE32B-2DA9-46C9-A899-DEAB489CB611}">
  <a:tblStyle styleId="{83FBE32B-2DA9-46C9-A899-DEAB489CB61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{83FBE32B-2DA9-46C9-A899-DEAB489CB611}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{83FBE32B-2DA9-46C9-A899-DEAB489CB611}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{83FBE32B-2DA9-46C9-A899-DEAB489CB611}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{83FBE32B-2DA9-46C9-A899-DEAB489CB611}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{83FBE32B-2DA9-46C9-A899-DEAB489CB611}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