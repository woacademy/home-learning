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D5B76E-34FF-41A0-8B82-751B47B9875D}">
  <a:tblStyle styleId="{BDD5B76E-34FF-41A0-8B82-751B47B987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{BDD5B76E-34FF-41A0-8B82-751B47B9875D}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{BDD5B76E-34FF-41A0-8B82-751B47B9875D}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{BDD5B76E-34FF-41A0-8B82-751B47B9875D}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{BDD5B76E-34FF-41A0-8B82-751B47B9875D}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{BDD5B76E-34FF-41A0-8B82-751B47B9875D}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