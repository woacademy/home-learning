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FD756A-F6A7-440E-8B65-D0D43D92AB03}">
  <a:tblStyle styleId="{17FD756A-F6A7-440E-8B65-D0D43D92AB0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{17FD756A-F6A7-440E-8B65-D0D43D92AB03}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{17FD756A-F6A7-440E-8B65-D0D43D92AB03}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{17FD756A-F6A7-440E-8B65-D0D43D92AB03}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{17FD756A-F6A7-440E-8B65-D0D43D92AB03}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{17FD756A-F6A7-440E-8B65-D0D43D92AB03}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