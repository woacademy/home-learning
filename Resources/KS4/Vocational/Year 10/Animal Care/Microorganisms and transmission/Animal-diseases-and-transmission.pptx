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B5EA9-28D1-45C7-B354-EFD9B6CC9E71}">
  <a:tblStyle styleId="{FD9B5EA9-28D1-45C7-B354-EFD9B6CC9E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{FD9B5EA9-28D1-45C7-B354-EFD9B6CC9E71}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{FD9B5EA9-28D1-45C7-B354-EFD9B6CC9E71}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{FD9B5EA9-28D1-45C7-B354-EFD9B6CC9E71}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{FD9B5EA9-28D1-45C7-B354-EFD9B6CC9E71}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{FD9B5EA9-28D1-45C7-B354-EFD9B6CC9E71}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