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73AC2E-84B7-4C37-BA6A-8237B42F6A86}">
  <a:tblStyle styleId="{9573AC2E-84B7-4C37-BA6A-8237B42F6A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{9573AC2E-84B7-4C37-BA6A-8237B42F6A86}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{9573AC2E-84B7-4C37-BA6A-8237B42F6A86}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{9573AC2E-84B7-4C37-BA6A-8237B42F6A86}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{9573AC2E-84B7-4C37-BA6A-8237B42F6A86}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{9573AC2E-84B7-4C37-BA6A-8237B42F6A86}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