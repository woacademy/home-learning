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99294B-7023-4FB1-B6DB-BCDDE3127E6F}">
  <a:tblStyle styleId="{0699294B-7023-4FB1-B6DB-BCDDE3127E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{0699294B-7023-4FB1-B6DB-BCDDE3127E6F}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{0699294B-7023-4FB1-B6DB-BCDDE3127E6F}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{0699294B-7023-4FB1-B6DB-BCDDE3127E6F}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{0699294B-7023-4FB1-B6DB-BCDDE3127E6F}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{0699294B-7023-4FB1-B6DB-BCDDE3127E6F}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