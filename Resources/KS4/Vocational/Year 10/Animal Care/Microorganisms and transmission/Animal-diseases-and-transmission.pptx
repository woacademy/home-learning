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856141-59FA-4392-B556-3F9B7D233847}">
  <a:tblStyle styleId="{CD856141-59FA-4392-B556-3F9B7D2338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{CD856141-59FA-4392-B556-3F9B7D233847}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{CD856141-59FA-4392-B556-3F9B7D233847}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{CD856141-59FA-4392-B556-3F9B7D233847}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{CD856141-59FA-4392-B556-3F9B7D233847}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{CD856141-59FA-4392-B556-3F9B7D233847}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