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ADE73E-EB06-4715-8FF2-B9A5A9E2602F}">
  <a:tblStyle styleId="{10ADE73E-EB06-4715-8FF2-B9A5A9E260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{10ADE73E-EB06-4715-8FF2-B9A5A9E2602F}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{10ADE73E-EB06-4715-8FF2-B9A5A9E2602F}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{10ADE73E-EB06-4715-8FF2-B9A5A9E2602F}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{10ADE73E-EB06-4715-8FF2-B9A5A9E2602F}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{10ADE73E-EB06-4715-8FF2-B9A5A9E2602F}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