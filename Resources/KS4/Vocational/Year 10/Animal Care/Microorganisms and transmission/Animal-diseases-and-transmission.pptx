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3901BF-54B9-4AAD-BDEB-14AD2111CB55}">
  <a:tblStyle styleId="{6A3901BF-54B9-4AAD-BDEB-14AD2111CB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{6A3901BF-54B9-4AAD-BDEB-14AD2111CB55}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{6A3901BF-54B9-4AAD-BDEB-14AD2111CB55}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{6A3901BF-54B9-4AAD-BDEB-14AD2111CB55}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{6A3901BF-54B9-4AAD-BDEB-14AD2111CB55}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{6A3901BF-54B9-4AAD-BDEB-14AD2111CB55}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