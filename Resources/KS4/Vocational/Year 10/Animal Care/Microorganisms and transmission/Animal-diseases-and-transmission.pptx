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73413B-5F9E-4997-AD35-5AAC8C7AD000}">
  <a:tblStyle styleId="{CA73413B-5F9E-4997-AD35-5AAC8C7AD0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{CA73413B-5F9E-4997-AD35-5AAC8C7AD000}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{CA73413B-5F9E-4997-AD35-5AAC8C7AD000}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{CA73413B-5F9E-4997-AD35-5AAC8C7AD000}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{CA73413B-5F9E-4997-AD35-5AAC8C7AD000}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{CA73413B-5F9E-4997-AD35-5AAC8C7AD000}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