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66849C-4EF9-4EFD-AEAD-35A1995AFAEC}">
  <a:tblStyle styleId="{6866849C-4EF9-4EFD-AEAD-35A1995AFAE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{6866849C-4EF9-4EFD-AEAD-35A1995AFAEC}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{6866849C-4EF9-4EFD-AEAD-35A1995AFAEC}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{6866849C-4EF9-4EFD-AEAD-35A1995AFAEC}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{6866849C-4EF9-4EFD-AEAD-35A1995AFAEC}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{6866849C-4EF9-4EFD-AEAD-35A1995AFAEC}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