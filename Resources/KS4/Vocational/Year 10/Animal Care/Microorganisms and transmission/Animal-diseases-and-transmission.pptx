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71964C-FBEB-4AA4-841C-CDA2ADD4D11D}">
  <a:tblStyle styleId="{B171964C-FBEB-4AA4-841C-CDA2ADD4D11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{B171964C-FBEB-4AA4-841C-CDA2ADD4D11D}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{B171964C-FBEB-4AA4-841C-CDA2ADD4D11D}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{B171964C-FBEB-4AA4-841C-CDA2ADD4D11D}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{B171964C-FBEB-4AA4-841C-CDA2ADD4D11D}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{B171964C-FBEB-4AA4-841C-CDA2ADD4D11D}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