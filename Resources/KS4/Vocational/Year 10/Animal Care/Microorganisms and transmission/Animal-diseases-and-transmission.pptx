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156768-18E3-4E12-9941-94B442EAD8FE}">
  <a:tblStyle styleId="{C3156768-18E3-4E12-9941-94B442EAD8F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{C3156768-18E3-4E12-9941-94B442EAD8FE}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{C3156768-18E3-4E12-9941-94B442EAD8FE}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{C3156768-18E3-4E12-9941-94B442EAD8FE}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{C3156768-18E3-4E12-9941-94B442EAD8FE}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{C3156768-18E3-4E12-9941-94B442EAD8FE}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