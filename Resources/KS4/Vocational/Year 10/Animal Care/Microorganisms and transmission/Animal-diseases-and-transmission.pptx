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F02C8B-02EE-48A7-8114-347F4ED71E7D}">
  <a:tblStyle styleId="{A3F02C8B-02EE-48A7-8114-347F4ED71E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{A3F02C8B-02EE-48A7-8114-347F4ED71E7D}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{A3F02C8B-02EE-48A7-8114-347F4ED71E7D}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{A3F02C8B-02EE-48A7-8114-347F4ED71E7D}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{A3F02C8B-02EE-48A7-8114-347F4ED71E7D}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{A3F02C8B-02EE-48A7-8114-347F4ED71E7D}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