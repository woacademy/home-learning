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EC58832-5915-4582-B1DE-AB9217854123}">
  <a:tblStyle styleId="{DEC58832-5915-4582-B1DE-AB921785412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{DEC58832-5915-4582-B1DE-AB9217854123}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{DEC58832-5915-4582-B1DE-AB9217854123}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{DEC58832-5915-4582-B1DE-AB9217854123}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{DEC58832-5915-4582-B1DE-AB9217854123}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{DEC58832-5915-4582-B1DE-AB9217854123}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