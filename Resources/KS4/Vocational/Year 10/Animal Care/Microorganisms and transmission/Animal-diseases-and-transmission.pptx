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E6F5AE-642A-45E3-A6CC-4FD36E8B7514}">
  <a:tblStyle styleId="{F6E6F5AE-642A-45E3-A6CC-4FD36E8B751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{F6E6F5AE-642A-45E3-A6CC-4FD36E8B7514}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{F6E6F5AE-642A-45E3-A6CC-4FD36E8B7514}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{F6E6F5AE-642A-45E3-A6CC-4FD36E8B7514}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{F6E6F5AE-642A-45E3-A6CC-4FD36E8B7514}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{F6E6F5AE-642A-45E3-A6CC-4FD36E8B7514}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