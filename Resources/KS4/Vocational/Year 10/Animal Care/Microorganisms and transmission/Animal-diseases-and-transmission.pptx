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5A2E658-CF2E-4B7F-A525-49214A0B50AA}">
  <a:tblStyle styleId="{F5A2E658-CF2E-4B7F-A525-49214A0B50A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{F5A2E658-CF2E-4B7F-A525-49214A0B50AA}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{F5A2E658-CF2E-4B7F-A525-49214A0B50AA}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{F5A2E658-CF2E-4B7F-A525-49214A0B50AA}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{F5A2E658-CF2E-4B7F-A525-49214A0B50AA}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{F5A2E658-CF2E-4B7F-A525-49214A0B50AA}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