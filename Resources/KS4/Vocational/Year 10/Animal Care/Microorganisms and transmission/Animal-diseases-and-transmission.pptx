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3D2ECF-90FC-4A6F-97A7-225ADA01FBEF}">
  <a:tblStyle styleId="{663D2ECF-90FC-4A6F-97A7-225ADA01FBE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{663D2ECF-90FC-4A6F-97A7-225ADA01FBEF}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{663D2ECF-90FC-4A6F-97A7-225ADA01FBEF}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{663D2ECF-90FC-4A6F-97A7-225ADA01FBEF}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{663D2ECF-90FC-4A6F-97A7-225ADA01FBEF}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{663D2ECF-90FC-4A6F-97A7-225ADA01FBEF}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