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8366EC-8B66-4C30-BF16-7CF2B79989FB}">
  <a:tblStyle styleId="{048366EC-8B66-4C30-BF16-7CF2B79989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{048366EC-8B66-4C30-BF16-7CF2B79989FB}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{048366EC-8B66-4C30-BF16-7CF2B79989FB}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{048366EC-8B66-4C30-BF16-7CF2B79989FB}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{048366EC-8B66-4C30-BF16-7CF2B79989FB}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{048366EC-8B66-4C30-BF16-7CF2B79989FB}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