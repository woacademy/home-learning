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9EB6D8-5282-41DF-A611-1C6CCA772C77}">
  <a:tblStyle styleId="{CC9EB6D8-5282-41DF-A611-1C6CCA772C7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{CC9EB6D8-5282-41DF-A611-1C6CCA772C77}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{CC9EB6D8-5282-41DF-A611-1C6CCA772C77}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{CC9EB6D8-5282-41DF-A611-1C6CCA772C77}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{CC9EB6D8-5282-41DF-A611-1C6CCA772C77}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{CC9EB6D8-5282-41DF-A611-1C6CCA772C77}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