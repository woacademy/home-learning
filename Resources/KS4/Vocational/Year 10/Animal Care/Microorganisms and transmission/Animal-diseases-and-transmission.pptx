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072BBC-01CD-4C89-AE0D-5A9D587E4D57}">
  <a:tblStyle styleId="{F0072BBC-01CD-4C89-AE0D-5A9D587E4D5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{F0072BBC-01CD-4C89-AE0D-5A9D587E4D57}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{F0072BBC-01CD-4C89-AE0D-5A9D587E4D57}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{F0072BBC-01CD-4C89-AE0D-5A9D587E4D57}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{F0072BBC-01CD-4C89-AE0D-5A9D587E4D57}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{F0072BBC-01CD-4C89-AE0D-5A9D587E4D57}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