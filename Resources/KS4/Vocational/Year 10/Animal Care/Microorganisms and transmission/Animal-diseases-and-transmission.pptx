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355EC1-65E0-4C88-B4F9-E87EF2464E7A}">
  <a:tblStyle styleId="{13355EC1-65E0-4C88-B4F9-E87EF2464E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{13355EC1-65E0-4C88-B4F9-E87EF2464E7A}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{13355EC1-65E0-4C88-B4F9-E87EF2464E7A}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{13355EC1-65E0-4C88-B4F9-E87EF2464E7A}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{13355EC1-65E0-4C88-B4F9-E87EF2464E7A}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{13355EC1-65E0-4C88-B4F9-E87EF2464E7A}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