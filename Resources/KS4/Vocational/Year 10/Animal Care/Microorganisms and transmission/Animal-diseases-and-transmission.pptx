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ACCCAE-BF43-4111-963A-23A4BA292D55}">
  <a:tblStyle styleId="{01ACCCAE-BF43-4111-963A-23A4BA292D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{01ACCCAE-BF43-4111-963A-23A4BA292D55}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{01ACCCAE-BF43-4111-963A-23A4BA292D55}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{01ACCCAE-BF43-4111-963A-23A4BA292D55}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{01ACCCAE-BF43-4111-963A-23A4BA292D55}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{01ACCCAE-BF43-4111-963A-23A4BA292D55}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