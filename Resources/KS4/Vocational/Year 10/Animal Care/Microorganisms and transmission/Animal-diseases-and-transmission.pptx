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A211E9C-EA01-401D-92F1-7B853B640F5B}">
  <a:tblStyle styleId="{2A211E9C-EA01-401D-92F1-7B853B640F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{2A211E9C-EA01-401D-92F1-7B853B640F5B}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{2A211E9C-EA01-401D-92F1-7B853B640F5B}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{2A211E9C-EA01-401D-92F1-7B853B640F5B}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{2A211E9C-EA01-401D-92F1-7B853B640F5B}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{2A211E9C-EA01-401D-92F1-7B853B640F5B}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