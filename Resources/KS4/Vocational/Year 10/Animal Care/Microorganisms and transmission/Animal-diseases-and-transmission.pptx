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64CFE3-42AE-435B-BB5F-E0140256E5F9}">
  <a:tblStyle styleId="{ED64CFE3-42AE-435B-BB5F-E0140256E5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{ED64CFE3-42AE-435B-BB5F-E0140256E5F9}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{ED64CFE3-42AE-435B-BB5F-E0140256E5F9}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{ED64CFE3-42AE-435B-BB5F-E0140256E5F9}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{ED64CFE3-42AE-435B-BB5F-E0140256E5F9}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{ED64CFE3-42AE-435B-BB5F-E0140256E5F9}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