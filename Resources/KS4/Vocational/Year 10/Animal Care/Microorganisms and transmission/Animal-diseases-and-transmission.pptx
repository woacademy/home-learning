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197773-869E-4BCB-9747-1D07E92F92F2}">
  <a:tblStyle styleId="{F8197773-869E-4BCB-9747-1D07E92F92F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{F8197773-869E-4BCB-9747-1D07E92F92F2}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{F8197773-869E-4BCB-9747-1D07E92F92F2}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{F8197773-869E-4BCB-9747-1D07E92F92F2}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{F8197773-869E-4BCB-9747-1D07E92F92F2}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{F8197773-869E-4BCB-9747-1D07E92F92F2}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