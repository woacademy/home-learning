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292400-82FF-4EE8-BDE2-1FD12B9CB5E9}">
  <a:tblStyle styleId="{3D292400-82FF-4EE8-BDE2-1FD12B9CB5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{3D292400-82FF-4EE8-BDE2-1FD12B9CB5E9}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{3D292400-82FF-4EE8-BDE2-1FD12B9CB5E9}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{3D292400-82FF-4EE8-BDE2-1FD12B9CB5E9}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{3D292400-82FF-4EE8-BDE2-1FD12B9CB5E9}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{3D292400-82FF-4EE8-BDE2-1FD12B9CB5E9}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