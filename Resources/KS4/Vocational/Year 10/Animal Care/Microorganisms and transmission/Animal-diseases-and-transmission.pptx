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374DC5-ABE2-4B16-9FFD-C442062E82BC}">
  <a:tblStyle styleId="{F3374DC5-ABE2-4B16-9FFD-C442062E82B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{F3374DC5-ABE2-4B16-9FFD-C442062E82BC}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{F3374DC5-ABE2-4B16-9FFD-C442062E82BC}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{F3374DC5-ABE2-4B16-9FFD-C442062E82BC}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{F3374DC5-ABE2-4B16-9FFD-C442062E82BC}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{F3374DC5-ABE2-4B16-9FFD-C442062E82BC}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