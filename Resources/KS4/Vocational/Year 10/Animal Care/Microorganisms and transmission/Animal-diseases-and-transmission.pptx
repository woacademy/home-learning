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B6069-FDB7-4222-A804-D071DB628D02}">
  <a:tblStyle styleId="{65DB6069-FDB7-4222-A804-D071DB628D0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{65DB6069-FDB7-4222-A804-D071DB628D02}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{65DB6069-FDB7-4222-A804-D071DB628D02}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{65DB6069-FDB7-4222-A804-D071DB628D02}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{65DB6069-FDB7-4222-A804-D071DB628D02}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{65DB6069-FDB7-4222-A804-D071DB628D02}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