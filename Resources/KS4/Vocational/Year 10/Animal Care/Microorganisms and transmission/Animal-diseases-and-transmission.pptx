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C8E3AE-0161-4722-94E8-B96C3F41EFF7}">
  <a:tblStyle styleId="{85C8E3AE-0161-4722-94E8-B96C3F41EF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{85C8E3AE-0161-4722-94E8-B96C3F41EFF7}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{85C8E3AE-0161-4722-94E8-B96C3F41EFF7}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{85C8E3AE-0161-4722-94E8-B96C3F41EFF7}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{85C8E3AE-0161-4722-94E8-B96C3F41EFF7}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{85C8E3AE-0161-4722-94E8-B96C3F41EFF7}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