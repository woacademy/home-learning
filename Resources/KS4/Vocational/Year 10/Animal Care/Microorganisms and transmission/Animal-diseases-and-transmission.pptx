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7A2C77-70DD-4B8E-8AEC-1C1987C7BC00}">
  <a:tblStyle styleId="{3A7A2C77-70DD-4B8E-8AEC-1C1987C7BC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{3A7A2C77-70DD-4B8E-8AEC-1C1987C7BC00}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{3A7A2C77-70DD-4B8E-8AEC-1C1987C7BC00}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{3A7A2C77-70DD-4B8E-8AEC-1C1987C7BC00}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{3A7A2C77-70DD-4B8E-8AEC-1C1987C7BC00}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{3A7A2C77-70DD-4B8E-8AEC-1C1987C7BC00}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