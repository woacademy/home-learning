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9673C9-5952-404E-8633-29388B60B261}">
  <a:tblStyle styleId="{C09673C9-5952-404E-8633-29388B60B2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{C09673C9-5952-404E-8633-29388B60B261}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{C09673C9-5952-404E-8633-29388B60B261}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{C09673C9-5952-404E-8633-29388B60B261}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{C09673C9-5952-404E-8633-29388B60B261}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{C09673C9-5952-404E-8633-29388B60B261}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