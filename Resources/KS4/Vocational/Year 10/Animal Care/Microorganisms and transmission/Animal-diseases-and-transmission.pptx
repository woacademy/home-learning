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6EB7697-EFA1-4200-B6DC-ABFC1983B8F2}">
  <a:tblStyle styleId="{56EB7697-EFA1-4200-B6DC-ABFC1983B8F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{56EB7697-EFA1-4200-B6DC-ABFC1983B8F2}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{56EB7697-EFA1-4200-B6DC-ABFC1983B8F2}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{56EB7697-EFA1-4200-B6DC-ABFC1983B8F2}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{56EB7697-EFA1-4200-B6DC-ABFC1983B8F2}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{56EB7697-EFA1-4200-B6DC-ABFC1983B8F2}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