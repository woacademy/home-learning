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C4CAF4-9E26-48B1-951F-9CA69B530E54}">
  <a:tblStyle styleId="{B2C4CAF4-9E26-48B1-951F-9CA69B530E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{B2C4CAF4-9E26-48B1-951F-9CA69B530E54}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{B2C4CAF4-9E26-48B1-951F-9CA69B530E54}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{B2C4CAF4-9E26-48B1-951F-9CA69B530E54}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{B2C4CAF4-9E26-48B1-951F-9CA69B530E54}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{B2C4CAF4-9E26-48B1-951F-9CA69B530E54}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