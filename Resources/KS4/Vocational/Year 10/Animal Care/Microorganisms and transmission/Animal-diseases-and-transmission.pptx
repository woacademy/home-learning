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655703-876B-43EB-A72A-5FDC7BD11FBF}">
  <a:tblStyle styleId="{9A655703-876B-43EB-A72A-5FDC7BD11F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{9A655703-876B-43EB-A72A-5FDC7BD11FBF}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{9A655703-876B-43EB-A72A-5FDC7BD11FBF}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{9A655703-876B-43EB-A72A-5FDC7BD11FBF}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{9A655703-876B-43EB-A72A-5FDC7BD11FBF}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{9A655703-876B-43EB-A72A-5FDC7BD11FBF}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