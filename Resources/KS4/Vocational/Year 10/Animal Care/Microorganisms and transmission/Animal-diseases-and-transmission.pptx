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79D273-B2D5-42D5-9839-576C012241FC}">
  <a:tblStyle styleId="{3579D273-B2D5-42D5-9839-576C012241F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{3579D273-B2D5-42D5-9839-576C012241FC}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{3579D273-B2D5-42D5-9839-576C012241FC}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{3579D273-B2D5-42D5-9839-576C012241FC}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{3579D273-B2D5-42D5-9839-576C012241FC}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{3579D273-B2D5-42D5-9839-576C012241FC}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