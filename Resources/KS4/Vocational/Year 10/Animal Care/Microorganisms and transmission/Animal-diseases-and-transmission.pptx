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A7D24D-F183-49B9-A59C-8B1A19D8E091}">
  <a:tblStyle styleId="{8AA7D24D-F183-49B9-A59C-8B1A19D8E09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{8AA7D24D-F183-49B9-A59C-8B1A19D8E091}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{8AA7D24D-F183-49B9-A59C-8B1A19D8E091}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{8AA7D24D-F183-49B9-A59C-8B1A19D8E091}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{8AA7D24D-F183-49B9-A59C-8B1A19D8E091}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{8AA7D24D-F183-49B9-A59C-8B1A19D8E091}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