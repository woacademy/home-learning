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F114F9-5AC1-43AA-9A40-66B9EDE7D73D}">
  <a:tblStyle styleId="{05F114F9-5AC1-43AA-9A40-66B9EDE7D73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{05F114F9-5AC1-43AA-9A40-66B9EDE7D73D}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{05F114F9-5AC1-43AA-9A40-66B9EDE7D73D}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{05F114F9-5AC1-43AA-9A40-66B9EDE7D73D}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{05F114F9-5AC1-43AA-9A40-66B9EDE7D73D}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{05F114F9-5AC1-43AA-9A40-66B9EDE7D73D}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