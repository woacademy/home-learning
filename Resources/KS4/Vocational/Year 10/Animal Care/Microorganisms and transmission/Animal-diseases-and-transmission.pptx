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9E5CBD6-929E-4611-A193-EFA660FA51D4}">
  <a:tblStyle styleId="{69E5CBD6-929E-4611-A193-EFA660FA51D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{69E5CBD6-929E-4611-A193-EFA660FA51D4}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{69E5CBD6-929E-4611-A193-EFA660FA51D4}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{69E5CBD6-929E-4611-A193-EFA660FA51D4}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{69E5CBD6-929E-4611-A193-EFA660FA51D4}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{69E5CBD6-929E-4611-A193-EFA660FA51D4}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