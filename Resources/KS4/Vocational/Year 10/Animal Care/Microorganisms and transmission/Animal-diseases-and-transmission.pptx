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74359-D0F7-4347-9124-74143E3C03D7}">
  <a:tblStyle styleId="{D5F74359-D0F7-4347-9124-74143E3C03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{D5F74359-D0F7-4347-9124-74143E3C03D7}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{D5F74359-D0F7-4347-9124-74143E3C03D7}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{D5F74359-D0F7-4347-9124-74143E3C03D7}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{D5F74359-D0F7-4347-9124-74143E3C03D7}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{D5F74359-D0F7-4347-9124-74143E3C03D7}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