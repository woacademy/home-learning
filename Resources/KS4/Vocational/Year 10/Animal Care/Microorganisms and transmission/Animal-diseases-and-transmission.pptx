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C62E7A-10B0-4D3E-A8CA-9619C699F18F}">
  <a:tblStyle styleId="{0EC62E7A-10B0-4D3E-A8CA-9619C699F18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{0EC62E7A-10B0-4D3E-A8CA-9619C699F18F}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{0EC62E7A-10B0-4D3E-A8CA-9619C699F18F}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{0EC62E7A-10B0-4D3E-A8CA-9619C699F18F}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{0EC62E7A-10B0-4D3E-A8CA-9619C699F18F}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{0EC62E7A-10B0-4D3E-A8CA-9619C699F18F}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