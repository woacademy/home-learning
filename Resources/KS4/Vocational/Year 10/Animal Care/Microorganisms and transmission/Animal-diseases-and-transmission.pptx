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CC4F43-CBA4-4CE7-8F34-7023EA8A4E6C}">
  <a:tblStyle styleId="{51CC4F43-CBA4-4CE7-8F34-7023EA8A4E6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{51CC4F43-CBA4-4CE7-8F34-7023EA8A4E6C}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{51CC4F43-CBA4-4CE7-8F34-7023EA8A4E6C}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{51CC4F43-CBA4-4CE7-8F34-7023EA8A4E6C}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{51CC4F43-CBA4-4CE7-8F34-7023EA8A4E6C}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{51CC4F43-CBA4-4CE7-8F34-7023EA8A4E6C}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