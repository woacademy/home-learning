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F933D5-997D-4BA7-9B7C-DD6F70E83AF9}">
  <a:tblStyle styleId="{C4F933D5-997D-4BA7-9B7C-DD6F70E83AF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{C4F933D5-997D-4BA7-9B7C-DD6F70E83AF9}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{C4F933D5-997D-4BA7-9B7C-DD6F70E83AF9}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{C4F933D5-997D-4BA7-9B7C-DD6F70E83AF9}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{C4F933D5-997D-4BA7-9B7C-DD6F70E83AF9}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{C4F933D5-997D-4BA7-9B7C-DD6F70E83AF9}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