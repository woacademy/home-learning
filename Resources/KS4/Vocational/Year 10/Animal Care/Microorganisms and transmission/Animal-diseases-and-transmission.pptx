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EFCB4A-4BC7-42B2-B6EF-396195F4359B}">
  <a:tblStyle styleId="{D8EFCB4A-4BC7-42B2-B6EF-396195F435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{D8EFCB4A-4BC7-42B2-B6EF-396195F4359B}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{D8EFCB4A-4BC7-42B2-B6EF-396195F4359B}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{D8EFCB4A-4BC7-42B2-B6EF-396195F4359B}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{D8EFCB4A-4BC7-42B2-B6EF-396195F4359B}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{D8EFCB4A-4BC7-42B2-B6EF-396195F4359B}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