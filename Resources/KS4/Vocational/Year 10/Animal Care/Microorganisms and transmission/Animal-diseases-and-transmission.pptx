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F2A36C2-3DAB-43C4-A1BC-520CC4822091}">
  <a:tblStyle styleId="{BF2A36C2-3DAB-43C4-A1BC-520CC48220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{BF2A36C2-3DAB-43C4-A1BC-520CC4822091}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{BF2A36C2-3DAB-43C4-A1BC-520CC4822091}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{BF2A36C2-3DAB-43C4-A1BC-520CC4822091}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{BF2A36C2-3DAB-43C4-A1BC-520CC4822091}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{BF2A36C2-3DAB-43C4-A1BC-520CC4822091}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