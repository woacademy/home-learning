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B3C4F9-1ED4-4E3D-91A4-6BB750EF81D9}">
  <a:tblStyle styleId="{E8B3C4F9-1ED4-4E3D-91A4-6BB750EF81D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{E8B3C4F9-1ED4-4E3D-91A4-6BB750EF81D9}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{E8B3C4F9-1ED4-4E3D-91A4-6BB750EF81D9}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{E8B3C4F9-1ED4-4E3D-91A4-6BB750EF81D9}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{E8B3C4F9-1ED4-4E3D-91A4-6BB750EF81D9}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{E8B3C4F9-1ED4-4E3D-91A4-6BB750EF81D9}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