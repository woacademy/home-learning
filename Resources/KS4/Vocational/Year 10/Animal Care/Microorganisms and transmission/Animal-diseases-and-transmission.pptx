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C75913-6C89-48B9-BB22-1B6F7B4F947B}">
  <a:tblStyle styleId="{73C75913-6C89-48B9-BB22-1B6F7B4F947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{73C75913-6C89-48B9-BB22-1B6F7B4F947B}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{73C75913-6C89-48B9-BB22-1B6F7B4F947B}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{73C75913-6C89-48B9-BB22-1B6F7B4F947B}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{73C75913-6C89-48B9-BB22-1B6F7B4F947B}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{73C75913-6C89-48B9-BB22-1B6F7B4F947B}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