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0A7447-AB23-4149-BA7A-9D562AAA3936}">
  <a:tblStyle styleId="{790A7447-AB23-4149-BA7A-9D562AAA393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{790A7447-AB23-4149-BA7A-9D562AAA3936}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{790A7447-AB23-4149-BA7A-9D562AAA3936}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{790A7447-AB23-4149-BA7A-9D562AAA3936}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{790A7447-AB23-4149-BA7A-9D562AAA3936}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{790A7447-AB23-4149-BA7A-9D562AAA3936}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