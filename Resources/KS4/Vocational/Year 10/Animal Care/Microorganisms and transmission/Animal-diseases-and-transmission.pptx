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67C257-23A4-4A19-BE77-987ACC0EF9F0}">
  <a:tblStyle styleId="{3B67C257-23A4-4A19-BE77-987ACC0EF9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{3B67C257-23A4-4A19-BE77-987ACC0EF9F0}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{3B67C257-23A4-4A19-BE77-987ACC0EF9F0}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{3B67C257-23A4-4A19-BE77-987ACC0EF9F0}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{3B67C257-23A4-4A19-BE77-987ACC0EF9F0}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{3B67C257-23A4-4A19-BE77-987ACC0EF9F0}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