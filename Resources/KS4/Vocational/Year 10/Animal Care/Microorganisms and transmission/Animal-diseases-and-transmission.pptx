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4270BC-1878-4D7D-97A6-3117F4D826AD}">
  <a:tblStyle styleId="{7F4270BC-1878-4D7D-97A6-3117F4D826A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{7F4270BC-1878-4D7D-97A6-3117F4D826AD}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{7F4270BC-1878-4D7D-97A6-3117F4D826AD}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{7F4270BC-1878-4D7D-97A6-3117F4D826AD}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{7F4270BC-1878-4D7D-97A6-3117F4D826AD}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{7F4270BC-1878-4D7D-97A6-3117F4D826AD}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