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D0CBDFB-1CE6-4FD8-8768-D8C858FD9FF3}">
  <a:tblStyle styleId="{CD0CBDFB-1CE6-4FD8-8768-D8C858FD9FF3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{CD0CBDFB-1CE6-4FD8-8768-D8C858FD9FF3}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{CD0CBDFB-1CE6-4FD8-8768-D8C858FD9FF3}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{CD0CBDFB-1CE6-4FD8-8768-D8C858FD9FF3}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{CD0CBDFB-1CE6-4FD8-8768-D8C858FD9FF3}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{CD0CBDFB-1CE6-4FD8-8768-D8C858FD9FF3}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