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1C5E9F-2104-4C26-A6C4-1AD568EB533F}">
  <a:tblStyle styleId="{0D1C5E9F-2104-4C26-A6C4-1AD568EB533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{0D1C5E9F-2104-4C26-A6C4-1AD568EB533F}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{0D1C5E9F-2104-4C26-A6C4-1AD568EB533F}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{0D1C5E9F-2104-4C26-A6C4-1AD568EB533F}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{0D1C5E9F-2104-4C26-A6C4-1AD568EB533F}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{0D1C5E9F-2104-4C26-A6C4-1AD568EB533F}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