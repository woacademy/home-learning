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67F850-8CEA-4EE1-BBA9-181CC02FF8CE}">
  <a:tblStyle styleId="{5167F850-8CEA-4EE1-BBA9-181CC02FF8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{5167F850-8CEA-4EE1-BBA9-181CC02FF8CE}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{5167F850-8CEA-4EE1-BBA9-181CC02FF8CE}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{5167F850-8CEA-4EE1-BBA9-181CC02FF8CE}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{5167F850-8CEA-4EE1-BBA9-181CC02FF8CE}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{5167F850-8CEA-4EE1-BBA9-181CC02FF8CE}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