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68E000-AC38-4EC8-AE51-EBFE8D471F8D}">
  <a:tblStyle styleId="{7168E000-AC38-4EC8-AE51-EBFE8D471F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{7168E000-AC38-4EC8-AE51-EBFE8D471F8D}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{7168E000-AC38-4EC8-AE51-EBFE8D471F8D}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{7168E000-AC38-4EC8-AE51-EBFE8D471F8D}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{7168E000-AC38-4EC8-AE51-EBFE8D471F8D}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{7168E000-AC38-4EC8-AE51-EBFE8D471F8D}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