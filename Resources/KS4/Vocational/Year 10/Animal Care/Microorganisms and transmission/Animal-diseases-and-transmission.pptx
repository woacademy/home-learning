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DECE44-5E0B-4D17-8DE4-0F7A2593F3C4}">
  <a:tblStyle styleId="{E3DECE44-5E0B-4D17-8DE4-0F7A2593F3C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{E3DECE44-5E0B-4D17-8DE4-0F7A2593F3C4}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{E3DECE44-5E0B-4D17-8DE4-0F7A2593F3C4}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{E3DECE44-5E0B-4D17-8DE4-0F7A2593F3C4}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{E3DECE44-5E0B-4D17-8DE4-0F7A2593F3C4}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{E3DECE44-5E0B-4D17-8DE4-0F7A2593F3C4}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