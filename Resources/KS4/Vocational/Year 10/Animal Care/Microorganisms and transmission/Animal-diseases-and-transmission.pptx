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062AF81-01D2-4162-9E39-51E10340CB81}">
  <a:tblStyle styleId="{9062AF81-01D2-4162-9E39-51E10340CB8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{9062AF81-01D2-4162-9E39-51E10340CB81}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{9062AF81-01D2-4162-9E39-51E10340CB81}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{9062AF81-01D2-4162-9E39-51E10340CB81}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{9062AF81-01D2-4162-9E39-51E10340CB81}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{9062AF81-01D2-4162-9E39-51E10340CB81}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