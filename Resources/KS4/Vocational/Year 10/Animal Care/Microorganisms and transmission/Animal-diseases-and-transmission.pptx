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3EE86D-E62D-497D-9212-154E4ECD2438}">
  <a:tblStyle styleId="{B13EE86D-E62D-497D-9212-154E4ECD24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{B13EE86D-E62D-497D-9212-154E4ECD2438}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{B13EE86D-E62D-497D-9212-154E4ECD2438}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{B13EE86D-E62D-497D-9212-154E4ECD2438}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{B13EE86D-E62D-497D-9212-154E4ECD2438}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{B13EE86D-E62D-497D-9212-154E4ECD2438}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