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3FB1E1-C6A2-4D3B-A2E9-47ADD9355A86}">
  <a:tblStyle styleId="{8A3FB1E1-C6A2-4D3B-A2E9-47ADD9355A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{8A3FB1E1-C6A2-4D3B-A2E9-47ADD9355A86}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{8A3FB1E1-C6A2-4D3B-A2E9-47ADD9355A86}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{8A3FB1E1-C6A2-4D3B-A2E9-47ADD9355A86}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{8A3FB1E1-C6A2-4D3B-A2E9-47ADD9355A86}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{8A3FB1E1-C6A2-4D3B-A2E9-47ADD9355A86}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