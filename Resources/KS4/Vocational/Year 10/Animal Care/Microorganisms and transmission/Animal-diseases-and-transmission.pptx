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AD43FE-5F3E-40F1-A59E-E3957BBC2558}">
  <a:tblStyle styleId="{37AD43FE-5F3E-40F1-A59E-E3957BBC255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{37AD43FE-5F3E-40F1-A59E-E3957BBC2558}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{37AD43FE-5F3E-40F1-A59E-E3957BBC2558}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{37AD43FE-5F3E-40F1-A59E-E3957BBC2558}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{37AD43FE-5F3E-40F1-A59E-E3957BBC2558}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{37AD43FE-5F3E-40F1-A59E-E3957BBC2558}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