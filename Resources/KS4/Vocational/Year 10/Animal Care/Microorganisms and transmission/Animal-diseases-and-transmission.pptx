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E0601C-FE3C-402A-B435-A3A31EBA1637}">
  <a:tblStyle styleId="{24E0601C-FE3C-402A-B435-A3A31EBA163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{24E0601C-FE3C-402A-B435-A3A31EBA1637}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{24E0601C-FE3C-402A-B435-A3A31EBA1637}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{24E0601C-FE3C-402A-B435-A3A31EBA1637}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{24E0601C-FE3C-402A-B435-A3A31EBA1637}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{24E0601C-FE3C-402A-B435-A3A31EBA1637}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