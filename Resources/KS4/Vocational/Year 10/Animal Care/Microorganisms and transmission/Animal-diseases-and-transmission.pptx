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E948CD-3DEA-43EE-89A8-24C9F246177F}">
  <a:tblStyle styleId="{EBE948CD-3DEA-43EE-89A8-24C9F246177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{EBE948CD-3DEA-43EE-89A8-24C9F246177F}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{EBE948CD-3DEA-43EE-89A8-24C9F246177F}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{EBE948CD-3DEA-43EE-89A8-24C9F246177F}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{EBE948CD-3DEA-43EE-89A8-24C9F246177F}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{EBE948CD-3DEA-43EE-89A8-24C9F246177F}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