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0B6659-8BAB-4869-A2A0-BB5B8086BA2B}">
  <a:tblStyle styleId="{600B6659-8BAB-4869-A2A0-BB5B8086BA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{600B6659-8BAB-4869-A2A0-BB5B8086BA2B}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{600B6659-8BAB-4869-A2A0-BB5B8086BA2B}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{600B6659-8BAB-4869-A2A0-BB5B8086BA2B}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{600B6659-8BAB-4869-A2A0-BB5B8086BA2B}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{600B6659-8BAB-4869-A2A0-BB5B8086BA2B}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