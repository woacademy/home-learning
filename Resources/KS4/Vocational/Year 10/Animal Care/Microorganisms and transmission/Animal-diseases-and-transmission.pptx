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AD3021-9587-4949-AFCD-08D6A5135296}">
  <a:tblStyle styleId="{87AD3021-9587-4949-AFCD-08D6A51352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{87AD3021-9587-4949-AFCD-08D6A5135296}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{87AD3021-9587-4949-AFCD-08D6A5135296}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{87AD3021-9587-4949-AFCD-08D6A5135296}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{87AD3021-9587-4949-AFCD-08D6A5135296}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{87AD3021-9587-4949-AFCD-08D6A5135296}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