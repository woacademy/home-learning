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836852-BEF2-43C1-AE06-8CDD0A66F7B3}">
  <a:tblStyle styleId="{DB836852-BEF2-43C1-AE06-8CDD0A66F7B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{DB836852-BEF2-43C1-AE06-8CDD0A66F7B3}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{DB836852-BEF2-43C1-AE06-8CDD0A66F7B3}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{DB836852-BEF2-43C1-AE06-8CDD0A66F7B3}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{DB836852-BEF2-43C1-AE06-8CDD0A66F7B3}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{DB836852-BEF2-43C1-AE06-8CDD0A66F7B3}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