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0524C8-6C03-4CAE-8EFF-AB8639AA6B0A}">
  <a:tblStyle styleId="{760524C8-6C03-4CAE-8EFF-AB8639AA6B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{760524C8-6C03-4CAE-8EFF-AB8639AA6B0A}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{760524C8-6C03-4CAE-8EFF-AB8639AA6B0A}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{760524C8-6C03-4CAE-8EFF-AB8639AA6B0A}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{760524C8-6C03-4CAE-8EFF-AB8639AA6B0A}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{760524C8-6C03-4CAE-8EFF-AB8639AA6B0A}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