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A5278F-1AFC-476D-9ECE-68E60BDE0AF0}">
  <a:tblStyle styleId="{DBA5278F-1AFC-476D-9ECE-68E60BDE0A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{DBA5278F-1AFC-476D-9ECE-68E60BDE0AF0}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{DBA5278F-1AFC-476D-9ECE-68E60BDE0AF0}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{DBA5278F-1AFC-476D-9ECE-68E60BDE0AF0}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{DBA5278F-1AFC-476D-9ECE-68E60BDE0AF0}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{DBA5278F-1AFC-476D-9ECE-68E60BDE0AF0}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