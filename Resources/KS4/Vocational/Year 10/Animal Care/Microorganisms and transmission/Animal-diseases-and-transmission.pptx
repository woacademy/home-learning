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521C25-8768-4B57-9C51-BCDFC707F46A}">
  <a:tblStyle styleId="{15521C25-8768-4B57-9C51-BCDFC707F4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{15521C25-8768-4B57-9C51-BCDFC707F46A}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{15521C25-8768-4B57-9C51-BCDFC707F46A}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{15521C25-8768-4B57-9C51-BCDFC707F46A}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{15521C25-8768-4B57-9C51-BCDFC707F46A}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{15521C25-8768-4B57-9C51-BCDFC707F46A}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