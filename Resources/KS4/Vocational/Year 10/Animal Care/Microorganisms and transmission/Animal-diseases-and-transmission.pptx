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1C1B6A-9247-4E16-97E5-7382E1797910}">
  <a:tblStyle styleId="{741C1B6A-9247-4E16-97E5-7382E179791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{741C1B6A-9247-4E16-97E5-7382E1797910}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{741C1B6A-9247-4E16-97E5-7382E1797910}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{741C1B6A-9247-4E16-97E5-7382E1797910}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{741C1B6A-9247-4E16-97E5-7382E1797910}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{741C1B6A-9247-4E16-97E5-7382E1797910}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