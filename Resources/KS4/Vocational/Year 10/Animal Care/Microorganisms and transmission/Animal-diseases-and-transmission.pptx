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F76BA4-09A1-4424-BFD6-4A4229FCA66D}">
  <a:tblStyle styleId="{2EF76BA4-09A1-4424-BFD6-4A4229FCA6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{2EF76BA4-09A1-4424-BFD6-4A4229FCA66D}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{2EF76BA4-09A1-4424-BFD6-4A4229FCA66D}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{2EF76BA4-09A1-4424-BFD6-4A4229FCA66D}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{2EF76BA4-09A1-4424-BFD6-4A4229FCA66D}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{2EF76BA4-09A1-4424-BFD6-4A4229FCA66D}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