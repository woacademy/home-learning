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D28EB-A1F3-4788-BC46-45390A481382}">
  <a:tblStyle styleId="{E8BD28EB-A1F3-4788-BC46-45390A4813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{E8BD28EB-A1F3-4788-BC46-45390A481382}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{E8BD28EB-A1F3-4788-BC46-45390A481382}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{E8BD28EB-A1F3-4788-BC46-45390A481382}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{E8BD28EB-A1F3-4788-BC46-45390A481382}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{E8BD28EB-A1F3-4788-BC46-45390A481382}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