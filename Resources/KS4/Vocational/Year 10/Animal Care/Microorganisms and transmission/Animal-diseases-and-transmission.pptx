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69D741-A5BB-46B8-9A3C-05AFE86F1ADB}">
  <a:tblStyle styleId="{6A69D741-A5BB-46B8-9A3C-05AFE86F1A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{6A69D741-A5BB-46B8-9A3C-05AFE86F1ADB}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{6A69D741-A5BB-46B8-9A3C-05AFE86F1ADB}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{6A69D741-A5BB-46B8-9A3C-05AFE86F1ADB}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{6A69D741-A5BB-46B8-9A3C-05AFE86F1ADB}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{6A69D741-A5BB-46B8-9A3C-05AFE86F1ADB}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