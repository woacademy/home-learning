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E70C4E-43C8-4632-BE9C-5B7EC5A33162}">
  <a:tblStyle styleId="{8CE70C4E-43C8-4632-BE9C-5B7EC5A331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{8CE70C4E-43C8-4632-BE9C-5B7EC5A33162}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{8CE70C4E-43C8-4632-BE9C-5B7EC5A33162}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{8CE70C4E-43C8-4632-BE9C-5B7EC5A33162}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{8CE70C4E-43C8-4632-BE9C-5B7EC5A33162}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{8CE70C4E-43C8-4632-BE9C-5B7EC5A33162}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