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68B10-22B7-43DD-A8D3-F76E96F51B26}">
  <a:tblStyle styleId="{CE568B10-22B7-43DD-A8D3-F76E96F51B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{CE568B10-22B7-43DD-A8D3-F76E96F51B26}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{CE568B10-22B7-43DD-A8D3-F76E96F51B26}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{CE568B10-22B7-43DD-A8D3-F76E96F51B26}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{CE568B10-22B7-43DD-A8D3-F76E96F51B26}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{CE568B10-22B7-43DD-A8D3-F76E96F51B26}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