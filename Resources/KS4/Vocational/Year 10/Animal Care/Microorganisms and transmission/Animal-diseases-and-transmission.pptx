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495CD2-A558-478F-8C90-4065BB8F36B7}">
  <a:tblStyle styleId="{F7495CD2-A558-478F-8C90-4065BB8F36B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{F7495CD2-A558-478F-8C90-4065BB8F36B7}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{F7495CD2-A558-478F-8C90-4065BB8F36B7}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{F7495CD2-A558-478F-8C90-4065BB8F36B7}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{F7495CD2-A558-478F-8C90-4065BB8F36B7}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{F7495CD2-A558-478F-8C90-4065BB8F36B7}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