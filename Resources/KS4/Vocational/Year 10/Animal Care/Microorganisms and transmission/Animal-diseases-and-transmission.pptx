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D26683-59CD-43E1-8719-6E49EE62CF3D}">
  <a:tblStyle styleId="{F9D26683-59CD-43E1-8719-6E49EE62CF3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{F9D26683-59CD-43E1-8719-6E49EE62CF3D}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{F9D26683-59CD-43E1-8719-6E49EE62CF3D}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{F9D26683-59CD-43E1-8719-6E49EE62CF3D}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{F9D26683-59CD-43E1-8719-6E49EE62CF3D}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{F9D26683-59CD-43E1-8719-6E49EE62CF3D}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