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2D704F0-B6C5-4A32-A082-717B0CE80ED7}">
  <a:tblStyle styleId="{C2D704F0-B6C5-4A32-A082-717B0CE80ED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{C2D704F0-B6C5-4A32-A082-717B0CE80ED7}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{C2D704F0-B6C5-4A32-A082-717B0CE80ED7}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{C2D704F0-B6C5-4A32-A082-717B0CE80ED7}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{C2D704F0-B6C5-4A32-A082-717B0CE80ED7}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{C2D704F0-B6C5-4A32-A082-717B0CE80ED7}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