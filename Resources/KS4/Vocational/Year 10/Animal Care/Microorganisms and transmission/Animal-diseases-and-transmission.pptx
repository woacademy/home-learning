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FB7FDE-BAAC-4748-AAEF-AB9A1E695138}">
  <a:tblStyle styleId="{DCFB7FDE-BAAC-4748-AAEF-AB9A1E69513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{DCFB7FDE-BAAC-4748-AAEF-AB9A1E695138}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{DCFB7FDE-BAAC-4748-AAEF-AB9A1E695138}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{DCFB7FDE-BAAC-4748-AAEF-AB9A1E695138}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{DCFB7FDE-BAAC-4748-AAEF-AB9A1E695138}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{DCFB7FDE-BAAC-4748-AAEF-AB9A1E695138}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