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84D872-4EA8-41DA-9EEA-065309AAA543}">
  <a:tblStyle styleId="{E684D872-4EA8-41DA-9EEA-065309AAA5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{E684D872-4EA8-41DA-9EEA-065309AAA543}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{E684D872-4EA8-41DA-9EEA-065309AAA543}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{E684D872-4EA8-41DA-9EEA-065309AAA543}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{E684D872-4EA8-41DA-9EEA-065309AAA543}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{E684D872-4EA8-41DA-9EEA-065309AAA543}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