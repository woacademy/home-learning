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E3BC7D-99A3-4BB1-B0DB-27BD3EF8BC4E}">
  <a:tblStyle styleId="{41E3BC7D-99A3-4BB1-B0DB-27BD3EF8BC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{41E3BC7D-99A3-4BB1-B0DB-27BD3EF8BC4E}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{41E3BC7D-99A3-4BB1-B0DB-27BD3EF8BC4E}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{41E3BC7D-99A3-4BB1-B0DB-27BD3EF8BC4E}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{41E3BC7D-99A3-4BB1-B0DB-27BD3EF8BC4E}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{41E3BC7D-99A3-4BB1-B0DB-27BD3EF8BC4E}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