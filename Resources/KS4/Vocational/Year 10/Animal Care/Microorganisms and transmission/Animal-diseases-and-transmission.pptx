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8458DD-29A4-4B0A-85DD-CD0E937BF8C3}">
  <a:tblStyle styleId="{C18458DD-29A4-4B0A-85DD-CD0E937BF8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{C18458DD-29A4-4B0A-85DD-CD0E937BF8C3}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{C18458DD-29A4-4B0A-85DD-CD0E937BF8C3}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{C18458DD-29A4-4B0A-85DD-CD0E937BF8C3}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{C18458DD-29A4-4B0A-85DD-CD0E937BF8C3}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{C18458DD-29A4-4B0A-85DD-CD0E937BF8C3}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