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9AD417-FEE3-4931-BE32-7E273F6F0075}">
  <a:tblStyle styleId="{729AD417-FEE3-4931-BE32-7E273F6F00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{729AD417-FEE3-4931-BE32-7E273F6F0075}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{729AD417-FEE3-4931-BE32-7E273F6F0075}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{729AD417-FEE3-4931-BE32-7E273F6F0075}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{729AD417-FEE3-4931-BE32-7E273F6F0075}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{729AD417-FEE3-4931-BE32-7E273F6F0075}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