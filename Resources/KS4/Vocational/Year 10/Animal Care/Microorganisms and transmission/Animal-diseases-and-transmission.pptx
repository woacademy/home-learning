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65386E-DB69-4588-A870-C81E3A842E6D}">
  <a:tblStyle styleId="{4A65386E-DB69-4588-A870-C81E3A842E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{4A65386E-DB69-4588-A870-C81E3A842E6D}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{4A65386E-DB69-4588-A870-C81E3A842E6D}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{4A65386E-DB69-4588-A870-C81E3A842E6D}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{4A65386E-DB69-4588-A870-C81E3A842E6D}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{4A65386E-DB69-4588-A870-C81E3A842E6D}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