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470434-6B3A-4DBF-B70C-2ADFC02E279F}">
  <a:tblStyle styleId="{94470434-6B3A-4DBF-B70C-2ADFC02E279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{94470434-6B3A-4DBF-B70C-2ADFC02E279F}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{94470434-6B3A-4DBF-B70C-2ADFC02E279F}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{94470434-6B3A-4DBF-B70C-2ADFC02E279F}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{94470434-6B3A-4DBF-B70C-2ADFC02E279F}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{94470434-6B3A-4DBF-B70C-2ADFC02E279F}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