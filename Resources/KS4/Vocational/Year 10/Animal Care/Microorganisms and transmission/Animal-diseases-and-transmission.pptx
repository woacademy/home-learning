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F71B3F-44EE-4D37-9108-7837F6A2A7D8}">
  <a:tblStyle styleId="{7EF71B3F-44EE-4D37-9108-7837F6A2A7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{7EF71B3F-44EE-4D37-9108-7837F6A2A7D8}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{7EF71B3F-44EE-4D37-9108-7837F6A2A7D8}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{7EF71B3F-44EE-4D37-9108-7837F6A2A7D8}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{7EF71B3F-44EE-4D37-9108-7837F6A2A7D8}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{7EF71B3F-44EE-4D37-9108-7837F6A2A7D8}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