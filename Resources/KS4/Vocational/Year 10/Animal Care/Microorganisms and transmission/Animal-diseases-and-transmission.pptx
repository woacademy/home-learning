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DB11C4-B120-4F64-B5B3-A7F37CB076DB}">
  <a:tblStyle styleId="{0BDB11C4-B120-4F64-B5B3-A7F37CB076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{0BDB11C4-B120-4F64-B5B3-A7F37CB076DB}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{0BDB11C4-B120-4F64-B5B3-A7F37CB076DB}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{0BDB11C4-B120-4F64-B5B3-A7F37CB076DB}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{0BDB11C4-B120-4F64-B5B3-A7F37CB076DB}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{0BDB11C4-B120-4F64-B5B3-A7F37CB076DB}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