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570996-8A32-44B2-B86B-87E63D8E13A0}">
  <a:tblStyle styleId="{CE570996-8A32-44B2-B86B-87E63D8E13A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{CE570996-8A32-44B2-B86B-87E63D8E13A0}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{CE570996-8A32-44B2-B86B-87E63D8E13A0}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{CE570996-8A32-44B2-B86B-87E63D8E13A0}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{CE570996-8A32-44B2-B86B-87E63D8E13A0}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{CE570996-8A32-44B2-B86B-87E63D8E13A0}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