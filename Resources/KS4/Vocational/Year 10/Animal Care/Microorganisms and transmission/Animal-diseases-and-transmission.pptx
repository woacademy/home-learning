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ADCAEB-18C0-4BA1-A33C-3C1764532ECD}">
  <a:tblStyle styleId="{BCADCAEB-18C0-4BA1-A33C-3C1764532E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{BCADCAEB-18C0-4BA1-A33C-3C1764532ECD}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{BCADCAEB-18C0-4BA1-A33C-3C1764532ECD}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{BCADCAEB-18C0-4BA1-A33C-3C1764532ECD}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{BCADCAEB-18C0-4BA1-A33C-3C1764532ECD}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{BCADCAEB-18C0-4BA1-A33C-3C1764532ECD}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