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308E93-C402-4680-BE56-2D7D7FCD3340}">
  <a:tblStyle styleId="{20308E93-C402-4680-BE56-2D7D7FCD33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{20308E93-C402-4680-BE56-2D7D7FCD3340}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{20308E93-C402-4680-BE56-2D7D7FCD3340}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{20308E93-C402-4680-BE56-2D7D7FCD3340}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{20308E93-C402-4680-BE56-2D7D7FCD3340}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{20308E93-C402-4680-BE56-2D7D7FCD3340}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