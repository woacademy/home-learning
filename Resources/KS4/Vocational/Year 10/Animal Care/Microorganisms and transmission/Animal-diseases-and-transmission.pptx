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86F65-52A9-4A7B-BEFD-4FA8E519FCA3}">
  <a:tblStyle styleId="{D2F86F65-52A9-4A7B-BEFD-4FA8E519FC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{D2F86F65-52A9-4A7B-BEFD-4FA8E519FCA3}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{D2F86F65-52A9-4A7B-BEFD-4FA8E519FCA3}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{D2F86F65-52A9-4A7B-BEFD-4FA8E519FCA3}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{D2F86F65-52A9-4A7B-BEFD-4FA8E519FCA3}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{D2F86F65-52A9-4A7B-BEFD-4FA8E519FCA3}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