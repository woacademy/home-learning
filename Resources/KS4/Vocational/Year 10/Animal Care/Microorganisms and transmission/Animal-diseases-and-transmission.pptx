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5C3F37-FCCC-4DCC-9977-F2A59286F2A1}">
  <a:tblStyle styleId="{035C3F37-FCCC-4DCC-9977-F2A59286F2A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{035C3F37-FCCC-4DCC-9977-F2A59286F2A1}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{035C3F37-FCCC-4DCC-9977-F2A59286F2A1}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{035C3F37-FCCC-4DCC-9977-F2A59286F2A1}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{035C3F37-FCCC-4DCC-9977-F2A59286F2A1}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{035C3F37-FCCC-4DCC-9977-F2A59286F2A1}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