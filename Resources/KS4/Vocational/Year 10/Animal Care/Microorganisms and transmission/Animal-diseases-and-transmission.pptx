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38483-43FC-459F-9DEF-23436820B555}">
  <a:tblStyle styleId="{BDA38483-43FC-459F-9DEF-23436820B5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{BDA38483-43FC-459F-9DEF-23436820B555}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{BDA38483-43FC-459F-9DEF-23436820B555}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{BDA38483-43FC-459F-9DEF-23436820B555}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{BDA38483-43FC-459F-9DEF-23436820B555}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{BDA38483-43FC-459F-9DEF-23436820B555}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