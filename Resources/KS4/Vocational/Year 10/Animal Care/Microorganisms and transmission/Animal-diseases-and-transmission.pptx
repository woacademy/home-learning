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A1F45E-B05B-4943-AE52-CEF30710DBEE}">
  <a:tblStyle styleId="{94A1F45E-B05B-4943-AE52-CEF30710DB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{94A1F45E-B05B-4943-AE52-CEF30710DBEE}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{94A1F45E-B05B-4943-AE52-CEF30710DBEE}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{94A1F45E-B05B-4943-AE52-CEF30710DBEE}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{94A1F45E-B05B-4943-AE52-CEF30710DBEE}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{94A1F45E-B05B-4943-AE52-CEF30710DBEE}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