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2BE2D5-A168-4CA1-9045-B23C02FBD110}">
  <a:tblStyle styleId="{F62BE2D5-A168-4CA1-9045-B23C02FBD11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{F62BE2D5-A168-4CA1-9045-B23C02FBD110}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{F62BE2D5-A168-4CA1-9045-B23C02FBD110}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{F62BE2D5-A168-4CA1-9045-B23C02FBD110}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{F62BE2D5-A168-4CA1-9045-B23C02FBD110}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{F62BE2D5-A168-4CA1-9045-B23C02FBD110}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