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BB92BE-029F-433D-8FBD-1DC16630B152}">
  <a:tblStyle styleId="{41BB92BE-029F-433D-8FBD-1DC16630B15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{41BB92BE-029F-433D-8FBD-1DC16630B152}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{41BB92BE-029F-433D-8FBD-1DC16630B152}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{41BB92BE-029F-433D-8FBD-1DC16630B152}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{41BB92BE-029F-433D-8FBD-1DC16630B152}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{41BB92BE-029F-433D-8FBD-1DC16630B152}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