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C585ED-3A73-40A5-832A-655AC505F0E0}">
  <a:tblStyle styleId="{B6C585ED-3A73-40A5-832A-655AC505F0E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{B6C585ED-3A73-40A5-832A-655AC505F0E0}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{B6C585ED-3A73-40A5-832A-655AC505F0E0}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{B6C585ED-3A73-40A5-832A-655AC505F0E0}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{B6C585ED-3A73-40A5-832A-655AC505F0E0}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{B6C585ED-3A73-40A5-832A-655AC505F0E0}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