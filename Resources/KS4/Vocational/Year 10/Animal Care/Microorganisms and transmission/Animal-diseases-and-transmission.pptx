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A956A3F-1582-4286-9065-69957135CF18}">
  <a:tblStyle styleId="{7A956A3F-1582-4286-9065-69957135CF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{7A956A3F-1582-4286-9065-69957135CF18}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{7A956A3F-1582-4286-9065-69957135CF18}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{7A956A3F-1582-4286-9065-69957135CF18}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{7A956A3F-1582-4286-9065-69957135CF18}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{7A956A3F-1582-4286-9065-69957135CF18}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