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5F7D48B-BDEB-4461-8607-37FAD5D2D098}">
  <a:tblStyle styleId="{55F7D48B-BDEB-4461-8607-37FAD5D2D09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{55F7D48B-BDEB-4461-8607-37FAD5D2D098}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{55F7D48B-BDEB-4461-8607-37FAD5D2D098}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{55F7D48B-BDEB-4461-8607-37FAD5D2D098}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{55F7D48B-BDEB-4461-8607-37FAD5D2D098}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{55F7D48B-BDEB-4461-8607-37FAD5D2D098}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