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D24ACB-78E1-42DE-946E-E6B4868A07C9}">
  <a:tblStyle styleId="{09D24ACB-78E1-42DE-946E-E6B4868A07C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{09D24ACB-78E1-42DE-946E-E6B4868A07C9}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{09D24ACB-78E1-42DE-946E-E6B4868A07C9}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{09D24ACB-78E1-42DE-946E-E6B4868A07C9}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{09D24ACB-78E1-42DE-946E-E6B4868A07C9}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{09D24ACB-78E1-42DE-946E-E6B4868A07C9}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