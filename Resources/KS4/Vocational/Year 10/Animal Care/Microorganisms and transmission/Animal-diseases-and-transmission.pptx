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719BAE-551C-4B76-B448-D3AEDFDD1C1C}">
  <a:tblStyle styleId="{B8719BAE-551C-4B76-B448-D3AEDFDD1C1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{B8719BAE-551C-4B76-B448-D3AEDFDD1C1C}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{B8719BAE-551C-4B76-B448-D3AEDFDD1C1C}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{B8719BAE-551C-4B76-B448-D3AEDFDD1C1C}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{B8719BAE-551C-4B76-B448-D3AEDFDD1C1C}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{B8719BAE-551C-4B76-B448-D3AEDFDD1C1C}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