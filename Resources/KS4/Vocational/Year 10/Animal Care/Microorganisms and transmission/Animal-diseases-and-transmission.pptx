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2B46DD-6DAF-4915-987B-268086047B37}">
  <a:tblStyle styleId="{B62B46DD-6DAF-4915-987B-268086047B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{B62B46DD-6DAF-4915-987B-268086047B37}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{B62B46DD-6DAF-4915-987B-268086047B37}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{B62B46DD-6DAF-4915-987B-268086047B37}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{B62B46DD-6DAF-4915-987B-268086047B37}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{B62B46DD-6DAF-4915-987B-268086047B37}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