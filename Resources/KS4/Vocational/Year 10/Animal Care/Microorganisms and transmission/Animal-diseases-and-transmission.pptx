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013A7F-A793-4A4C-893F-DECED7FFF9DF}">
  <a:tblStyle styleId="{B1013A7F-A793-4A4C-893F-DECED7FFF9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{B1013A7F-A793-4A4C-893F-DECED7FFF9DF}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{B1013A7F-A793-4A4C-893F-DECED7FFF9DF}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{B1013A7F-A793-4A4C-893F-DECED7FFF9DF}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{B1013A7F-A793-4A4C-893F-DECED7FFF9DF}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{B1013A7F-A793-4A4C-893F-DECED7FFF9DF}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