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F51542-4919-474C-91B1-952D5C06E510}">
  <a:tblStyle styleId="{A2F51542-4919-474C-91B1-952D5C06E5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{A2F51542-4919-474C-91B1-952D5C06E510}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{A2F51542-4919-474C-91B1-952D5C06E510}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{A2F51542-4919-474C-91B1-952D5C06E510}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{A2F51542-4919-474C-91B1-952D5C06E510}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{A2F51542-4919-474C-91B1-952D5C06E510}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