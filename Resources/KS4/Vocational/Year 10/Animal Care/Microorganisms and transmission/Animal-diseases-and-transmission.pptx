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86D6C6-44C6-4954-9110-7AFC3047B753}">
  <a:tblStyle styleId="{7286D6C6-44C6-4954-9110-7AFC3047B7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{7286D6C6-44C6-4954-9110-7AFC3047B753}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{7286D6C6-44C6-4954-9110-7AFC3047B753}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{7286D6C6-44C6-4954-9110-7AFC3047B753}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{7286D6C6-44C6-4954-9110-7AFC3047B753}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{7286D6C6-44C6-4954-9110-7AFC3047B753}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