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39ECF8-0294-4D9A-BABB-D6BEBF735CF4}">
  <a:tblStyle styleId="{1539ECF8-0294-4D9A-BABB-D6BEBF735C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{1539ECF8-0294-4D9A-BABB-D6BEBF735CF4}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{1539ECF8-0294-4D9A-BABB-D6BEBF735CF4}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{1539ECF8-0294-4D9A-BABB-D6BEBF735CF4}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{1539ECF8-0294-4D9A-BABB-D6BEBF735CF4}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{1539ECF8-0294-4D9A-BABB-D6BEBF735CF4}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