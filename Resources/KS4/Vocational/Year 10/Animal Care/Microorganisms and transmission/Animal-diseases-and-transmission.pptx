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40F72B-EC33-42DA-9D02-5DC0251D4638}">
  <a:tblStyle styleId="{2F40F72B-EC33-42DA-9D02-5DC0251D46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{2F40F72B-EC33-42DA-9D02-5DC0251D4638}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{2F40F72B-EC33-42DA-9D02-5DC0251D4638}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{2F40F72B-EC33-42DA-9D02-5DC0251D4638}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{2F40F72B-EC33-42DA-9D02-5DC0251D4638}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{2F40F72B-EC33-42DA-9D02-5DC0251D4638}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