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7D3A35-29FD-49EF-B438-90F7031FFCAF}">
  <a:tblStyle styleId="{577D3A35-29FD-49EF-B438-90F7031FFC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{577D3A35-29FD-49EF-B438-90F7031FFCAF}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{577D3A35-29FD-49EF-B438-90F7031FFCAF}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{577D3A35-29FD-49EF-B438-90F7031FFCAF}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{577D3A35-29FD-49EF-B438-90F7031FFCAF}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{577D3A35-29FD-49EF-B438-90F7031FFCAF}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