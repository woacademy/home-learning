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045451-A686-4AFC-929F-DD454F58AE66}">
  <a:tblStyle styleId="{C2045451-A686-4AFC-929F-DD454F58AE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{C2045451-A686-4AFC-929F-DD454F58AE66}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{C2045451-A686-4AFC-929F-DD454F58AE66}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{C2045451-A686-4AFC-929F-DD454F58AE66}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{C2045451-A686-4AFC-929F-DD454F58AE66}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{C2045451-A686-4AFC-929F-DD454F58AE66}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