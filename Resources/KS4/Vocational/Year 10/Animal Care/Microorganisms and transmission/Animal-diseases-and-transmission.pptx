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AC868D-DCA3-4788-99E5-9998A0F820A1}">
  <a:tblStyle styleId="{FDAC868D-DCA3-4788-99E5-9998A0F820A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{FDAC868D-DCA3-4788-99E5-9998A0F820A1}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{FDAC868D-DCA3-4788-99E5-9998A0F820A1}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{FDAC868D-DCA3-4788-99E5-9998A0F820A1}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{FDAC868D-DCA3-4788-99E5-9998A0F820A1}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{FDAC868D-DCA3-4788-99E5-9998A0F820A1}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