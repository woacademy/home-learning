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2EDBDE-34E5-40FB-AC23-3E77B2B48054}">
  <a:tblStyle styleId="{7B2EDBDE-34E5-40FB-AC23-3E77B2B4805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{7B2EDBDE-34E5-40FB-AC23-3E77B2B48054}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{7B2EDBDE-34E5-40FB-AC23-3E77B2B48054}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{7B2EDBDE-34E5-40FB-AC23-3E77B2B48054}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{7B2EDBDE-34E5-40FB-AC23-3E77B2B48054}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{7B2EDBDE-34E5-40FB-AC23-3E77B2B48054}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