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D6E6D8E-8C0B-4231-B98C-0207F6B8B3CD}">
  <a:tblStyle styleId="{5D6E6D8E-8C0B-4231-B98C-0207F6B8B3C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{5D6E6D8E-8C0B-4231-B98C-0207F6B8B3CD}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{5D6E6D8E-8C0B-4231-B98C-0207F6B8B3CD}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{5D6E6D8E-8C0B-4231-B98C-0207F6B8B3CD}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{5D6E6D8E-8C0B-4231-B98C-0207F6B8B3CD}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{5D6E6D8E-8C0B-4231-B98C-0207F6B8B3CD}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