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ECB25A-085E-4595-8CF6-65DF71FD52F5}">
  <a:tblStyle styleId="{76ECB25A-085E-4595-8CF6-65DF71FD52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{76ECB25A-085E-4595-8CF6-65DF71FD52F5}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{76ECB25A-085E-4595-8CF6-65DF71FD52F5}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{76ECB25A-085E-4595-8CF6-65DF71FD52F5}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{76ECB25A-085E-4595-8CF6-65DF71FD52F5}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{76ECB25A-085E-4595-8CF6-65DF71FD52F5}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