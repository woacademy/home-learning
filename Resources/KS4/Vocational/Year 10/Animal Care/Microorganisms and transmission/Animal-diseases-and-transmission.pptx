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788A4D-D2CE-459E-94B1-0A816AD014A1}">
  <a:tblStyle styleId="{88788A4D-D2CE-459E-94B1-0A816AD014A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{88788A4D-D2CE-459E-94B1-0A816AD014A1}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{88788A4D-D2CE-459E-94B1-0A816AD014A1}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{88788A4D-D2CE-459E-94B1-0A816AD014A1}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{88788A4D-D2CE-459E-94B1-0A816AD014A1}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{88788A4D-D2CE-459E-94B1-0A816AD014A1}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