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0FF1C8-E45E-4C71-BEB0-2865F5B2E513}">
  <a:tblStyle styleId="{120FF1C8-E45E-4C71-BEB0-2865F5B2E5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{120FF1C8-E45E-4C71-BEB0-2865F5B2E513}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{120FF1C8-E45E-4C71-BEB0-2865F5B2E513}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{120FF1C8-E45E-4C71-BEB0-2865F5B2E513}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{120FF1C8-E45E-4C71-BEB0-2865F5B2E513}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{120FF1C8-E45E-4C71-BEB0-2865F5B2E513}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