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BC6235-3868-4F13-929A-92E20EDF9CD9}">
  <a:tblStyle styleId="{46BC6235-3868-4F13-929A-92E20EDF9C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{46BC6235-3868-4F13-929A-92E20EDF9CD9}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{46BC6235-3868-4F13-929A-92E20EDF9CD9}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{46BC6235-3868-4F13-929A-92E20EDF9CD9}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{46BC6235-3868-4F13-929A-92E20EDF9CD9}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{46BC6235-3868-4F13-929A-92E20EDF9CD9}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