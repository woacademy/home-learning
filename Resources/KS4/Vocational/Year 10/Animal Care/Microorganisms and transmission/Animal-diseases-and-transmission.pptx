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5B30A0-1D63-4F23-A521-CC6FADD0D00A}">
  <a:tblStyle styleId="{EC5B30A0-1D63-4F23-A521-CC6FADD0D0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{EC5B30A0-1D63-4F23-A521-CC6FADD0D00A}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{EC5B30A0-1D63-4F23-A521-CC6FADD0D00A}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{EC5B30A0-1D63-4F23-A521-CC6FADD0D00A}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{EC5B30A0-1D63-4F23-A521-CC6FADD0D00A}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{EC5B30A0-1D63-4F23-A521-CC6FADD0D00A}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