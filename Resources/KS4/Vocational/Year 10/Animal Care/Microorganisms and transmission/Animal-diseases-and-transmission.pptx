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4F8F42-9B90-4603-B82C-D6AF0CED276F}">
  <a:tblStyle styleId="{4E4F8F42-9B90-4603-B82C-D6AF0CED27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{4E4F8F42-9B90-4603-B82C-D6AF0CED276F}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{4E4F8F42-9B90-4603-B82C-D6AF0CED276F}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{4E4F8F42-9B90-4603-B82C-D6AF0CED276F}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{4E4F8F42-9B90-4603-B82C-D6AF0CED276F}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{4E4F8F42-9B90-4603-B82C-D6AF0CED276F}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