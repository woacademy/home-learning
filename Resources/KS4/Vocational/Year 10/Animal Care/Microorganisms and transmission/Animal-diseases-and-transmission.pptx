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237C1F-496D-490E-858E-498C5E78098A}">
  <a:tblStyle styleId="{D6237C1F-496D-490E-858E-498C5E7809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{D6237C1F-496D-490E-858E-498C5E78098A}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{D6237C1F-496D-490E-858E-498C5E78098A}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{D6237C1F-496D-490E-858E-498C5E78098A}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{D6237C1F-496D-490E-858E-498C5E78098A}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{D6237C1F-496D-490E-858E-498C5E78098A}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