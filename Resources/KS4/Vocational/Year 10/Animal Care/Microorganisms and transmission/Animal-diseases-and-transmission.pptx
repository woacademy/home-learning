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AE10E5-4937-41FB-8800-428C40E4FC4C}">
  <a:tblStyle styleId="{7FAE10E5-4937-41FB-8800-428C40E4FC4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{7FAE10E5-4937-41FB-8800-428C40E4FC4C}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{7FAE10E5-4937-41FB-8800-428C40E4FC4C}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{7FAE10E5-4937-41FB-8800-428C40E4FC4C}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{7FAE10E5-4937-41FB-8800-428C40E4FC4C}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{7FAE10E5-4937-41FB-8800-428C40E4FC4C}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