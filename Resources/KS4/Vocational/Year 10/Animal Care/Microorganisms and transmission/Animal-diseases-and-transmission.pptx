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EEF2B-268E-493A-A5DE-4A382AD96235}">
  <a:tblStyle styleId="{ED9EEF2B-268E-493A-A5DE-4A382AD962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{ED9EEF2B-268E-493A-A5DE-4A382AD96235}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{ED9EEF2B-268E-493A-A5DE-4A382AD96235}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{ED9EEF2B-268E-493A-A5DE-4A382AD96235}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{ED9EEF2B-268E-493A-A5DE-4A382AD96235}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{ED9EEF2B-268E-493A-A5DE-4A382AD96235}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