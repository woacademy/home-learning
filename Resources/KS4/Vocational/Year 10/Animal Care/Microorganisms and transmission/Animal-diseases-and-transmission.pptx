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868C8B-52F5-4F0C-B443-0DD033FB3E6A}">
  <a:tblStyle styleId="{0E868C8B-52F5-4F0C-B443-0DD033FB3E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{0E868C8B-52F5-4F0C-B443-0DD033FB3E6A}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{0E868C8B-52F5-4F0C-B443-0DD033FB3E6A}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{0E868C8B-52F5-4F0C-B443-0DD033FB3E6A}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{0E868C8B-52F5-4F0C-B443-0DD033FB3E6A}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{0E868C8B-52F5-4F0C-B443-0DD033FB3E6A}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