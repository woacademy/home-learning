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74BD92-FB97-4266-AE8A-B45E4005F5CE}">
  <a:tblStyle styleId="{2F74BD92-FB97-4266-AE8A-B45E4005F5C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{2F74BD92-FB97-4266-AE8A-B45E4005F5CE}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{2F74BD92-FB97-4266-AE8A-B45E4005F5CE}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{2F74BD92-FB97-4266-AE8A-B45E4005F5CE}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{2F74BD92-FB97-4266-AE8A-B45E4005F5CE}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{2F74BD92-FB97-4266-AE8A-B45E4005F5CE}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