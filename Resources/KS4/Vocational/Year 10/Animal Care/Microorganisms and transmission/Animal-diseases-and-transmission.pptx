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CDB96F-10DD-4C0D-8426-30BC3596B90D}">
  <a:tblStyle styleId="{D8CDB96F-10DD-4C0D-8426-30BC3596B9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{D8CDB96F-10DD-4C0D-8426-30BC3596B90D}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{D8CDB96F-10DD-4C0D-8426-30BC3596B90D}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{D8CDB96F-10DD-4C0D-8426-30BC3596B90D}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{D8CDB96F-10DD-4C0D-8426-30BC3596B90D}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{D8CDB96F-10DD-4C0D-8426-30BC3596B90D}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