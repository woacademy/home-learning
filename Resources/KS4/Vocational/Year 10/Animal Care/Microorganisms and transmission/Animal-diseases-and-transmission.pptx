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9E17A84-8E86-420F-9580-518B407DA059}">
  <a:tblStyle styleId="{E9E17A84-8E86-420F-9580-518B407DA05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{E9E17A84-8E86-420F-9580-518B407DA059}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{E9E17A84-8E86-420F-9580-518B407DA059}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{E9E17A84-8E86-420F-9580-518B407DA059}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{E9E17A84-8E86-420F-9580-518B407DA059}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{E9E17A84-8E86-420F-9580-518B407DA059}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