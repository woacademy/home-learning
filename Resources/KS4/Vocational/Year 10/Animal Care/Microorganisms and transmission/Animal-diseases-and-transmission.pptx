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4E433B-464C-4B6F-9C75-618D883CDEAC}">
  <a:tblStyle styleId="{4F4E433B-464C-4B6F-9C75-618D883CDEA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{4F4E433B-464C-4B6F-9C75-618D883CDEAC}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{4F4E433B-464C-4B6F-9C75-618D883CDEAC}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{4F4E433B-464C-4B6F-9C75-618D883CDEAC}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{4F4E433B-464C-4B6F-9C75-618D883CDEAC}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{4F4E433B-464C-4B6F-9C75-618D883CDEAC}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