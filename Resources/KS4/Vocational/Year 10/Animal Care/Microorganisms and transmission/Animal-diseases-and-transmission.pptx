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82E77C-3423-4E89-9CB9-1E4F7B730D8B}">
  <a:tblStyle styleId="{FE82E77C-3423-4E89-9CB9-1E4F7B730D8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{FE82E77C-3423-4E89-9CB9-1E4F7B730D8B}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{FE82E77C-3423-4E89-9CB9-1E4F7B730D8B}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{FE82E77C-3423-4E89-9CB9-1E4F7B730D8B}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{FE82E77C-3423-4E89-9CB9-1E4F7B730D8B}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{FE82E77C-3423-4E89-9CB9-1E4F7B730D8B}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