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01A4C1-B830-4AD3-99DD-55F10BFCEFAA}">
  <a:tblStyle styleId="{B001A4C1-B830-4AD3-99DD-55F10BFCEF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{B001A4C1-B830-4AD3-99DD-55F10BFCEFAA}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{B001A4C1-B830-4AD3-99DD-55F10BFCEFAA}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{B001A4C1-B830-4AD3-99DD-55F10BFCEFAA}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{B001A4C1-B830-4AD3-99DD-55F10BFCEFAA}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{B001A4C1-B830-4AD3-99DD-55F10BFCEFAA}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