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A30621E-68BA-4395-BBD5-17CE631FB857}">
  <a:tblStyle styleId="{9A30621E-68BA-4395-BBD5-17CE631FB85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{9A30621E-68BA-4395-BBD5-17CE631FB857}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{9A30621E-68BA-4395-BBD5-17CE631FB857}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{9A30621E-68BA-4395-BBD5-17CE631FB857}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{9A30621E-68BA-4395-BBD5-17CE631FB857}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{9A30621E-68BA-4395-BBD5-17CE631FB857}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