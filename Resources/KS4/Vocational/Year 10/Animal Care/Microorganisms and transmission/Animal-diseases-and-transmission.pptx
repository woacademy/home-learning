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C987F-2BB5-41FE-A5D9-2610EC8AD1D8}">
  <a:tblStyle styleId="{1CFC987F-2BB5-41FE-A5D9-2610EC8AD1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{1CFC987F-2BB5-41FE-A5D9-2610EC8AD1D8}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{1CFC987F-2BB5-41FE-A5D9-2610EC8AD1D8}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{1CFC987F-2BB5-41FE-A5D9-2610EC8AD1D8}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{1CFC987F-2BB5-41FE-A5D9-2610EC8AD1D8}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{1CFC987F-2BB5-41FE-A5D9-2610EC8AD1D8}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