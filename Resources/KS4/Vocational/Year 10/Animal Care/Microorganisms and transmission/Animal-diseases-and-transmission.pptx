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BA7104-317A-41DF-BDC6-C698F51E56C3}">
  <a:tblStyle styleId="{D6BA7104-317A-41DF-BDC6-C698F51E56C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{D6BA7104-317A-41DF-BDC6-C698F51E56C3}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{D6BA7104-317A-41DF-BDC6-C698F51E56C3}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{D6BA7104-317A-41DF-BDC6-C698F51E56C3}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{D6BA7104-317A-41DF-BDC6-C698F51E56C3}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{D6BA7104-317A-41DF-BDC6-C698F51E56C3}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