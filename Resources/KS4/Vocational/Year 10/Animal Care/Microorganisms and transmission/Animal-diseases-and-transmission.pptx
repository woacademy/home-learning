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77DF06-64B9-4815-B431-DC7F8D5336AE}">
  <a:tblStyle styleId="{E177DF06-64B9-4815-B431-DC7F8D5336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{E177DF06-64B9-4815-B431-DC7F8D5336AE}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{E177DF06-64B9-4815-B431-DC7F8D5336AE}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{E177DF06-64B9-4815-B431-DC7F8D5336AE}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{E177DF06-64B9-4815-B431-DC7F8D5336AE}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{E177DF06-64B9-4815-B431-DC7F8D5336AE}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