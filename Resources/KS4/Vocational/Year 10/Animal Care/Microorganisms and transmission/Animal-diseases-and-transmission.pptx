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F7E05-2DFC-4FB7-A2CA-3D662931B4E0}">
  <a:tblStyle styleId="{99AF7E05-2DFC-4FB7-A2CA-3D662931B4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{99AF7E05-2DFC-4FB7-A2CA-3D662931B4E0}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{99AF7E05-2DFC-4FB7-A2CA-3D662931B4E0}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{99AF7E05-2DFC-4FB7-A2CA-3D662931B4E0}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{99AF7E05-2DFC-4FB7-A2CA-3D662931B4E0}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{99AF7E05-2DFC-4FB7-A2CA-3D662931B4E0}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