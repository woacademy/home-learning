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55DA38-471D-44DC-B347-9FCA12E978A5}">
  <a:tblStyle styleId="{1B55DA38-471D-44DC-B347-9FCA12E978A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{1B55DA38-471D-44DC-B347-9FCA12E978A5}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{1B55DA38-471D-44DC-B347-9FCA12E978A5}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{1B55DA38-471D-44DC-B347-9FCA12E978A5}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{1B55DA38-471D-44DC-B347-9FCA12E978A5}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{1B55DA38-471D-44DC-B347-9FCA12E978A5}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