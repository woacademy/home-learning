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913C5-37AC-46AE-AADE-59C008B89347}">
  <a:tblStyle styleId="{D45913C5-37AC-46AE-AADE-59C008B893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{D45913C5-37AC-46AE-AADE-59C008B89347}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{D45913C5-37AC-46AE-AADE-59C008B89347}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{D45913C5-37AC-46AE-AADE-59C008B89347}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{D45913C5-37AC-46AE-AADE-59C008B89347}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{D45913C5-37AC-46AE-AADE-59C008B89347}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