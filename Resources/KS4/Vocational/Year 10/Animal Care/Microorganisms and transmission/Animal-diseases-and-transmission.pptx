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D9BDE1-038F-446E-BC6A-FA03F6E38514}">
  <a:tblStyle styleId="{D6D9BDE1-038F-446E-BC6A-FA03F6E385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{D6D9BDE1-038F-446E-BC6A-FA03F6E38514}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{D6D9BDE1-038F-446E-BC6A-FA03F6E38514}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{D6D9BDE1-038F-446E-BC6A-FA03F6E38514}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{D6D9BDE1-038F-446E-BC6A-FA03F6E38514}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{D6D9BDE1-038F-446E-BC6A-FA03F6E38514}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