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B57157E-423B-461F-BFF4-A6B0FB988392}">
  <a:tblStyle styleId="{0B57157E-423B-461F-BFF4-A6B0FB98839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{0B57157E-423B-461F-BFF4-A6B0FB988392}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{0B57157E-423B-461F-BFF4-A6B0FB988392}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{0B57157E-423B-461F-BFF4-A6B0FB988392}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{0B57157E-423B-461F-BFF4-A6B0FB988392}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{0B57157E-423B-461F-BFF4-A6B0FB988392}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