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B536BE7-AD2E-40BB-8225-CA67124D08C6}">
  <a:tblStyle styleId="{9B536BE7-AD2E-40BB-8225-CA67124D08C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{9B536BE7-AD2E-40BB-8225-CA67124D08C6}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{9B536BE7-AD2E-40BB-8225-CA67124D08C6}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{9B536BE7-AD2E-40BB-8225-CA67124D08C6}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{9B536BE7-AD2E-40BB-8225-CA67124D08C6}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{9B536BE7-AD2E-40BB-8225-CA67124D08C6}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