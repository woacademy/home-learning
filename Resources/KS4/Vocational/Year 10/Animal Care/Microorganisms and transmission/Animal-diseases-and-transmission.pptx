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DF7480-105F-42F8-AFA9-B294228BC8F1}">
  <a:tblStyle styleId="{CEDF7480-105F-42F8-AFA9-B294228BC8F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{CEDF7480-105F-42F8-AFA9-B294228BC8F1}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{CEDF7480-105F-42F8-AFA9-B294228BC8F1}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{CEDF7480-105F-42F8-AFA9-B294228BC8F1}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{CEDF7480-105F-42F8-AFA9-B294228BC8F1}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{CEDF7480-105F-42F8-AFA9-B294228BC8F1}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