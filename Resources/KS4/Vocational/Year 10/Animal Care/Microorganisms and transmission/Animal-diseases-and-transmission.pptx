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75A39D-78CB-412C-A5FB-D9D4AB776808}">
  <a:tblStyle styleId="{9E75A39D-78CB-412C-A5FB-D9D4AB7768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{9E75A39D-78CB-412C-A5FB-D9D4AB776808}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{9E75A39D-78CB-412C-A5FB-D9D4AB776808}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{9E75A39D-78CB-412C-A5FB-D9D4AB776808}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{9E75A39D-78CB-412C-A5FB-D9D4AB776808}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{9E75A39D-78CB-412C-A5FB-D9D4AB776808}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