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494FC1-9647-410C-AD3D-DFA90DD450F4}">
  <a:tblStyle styleId="{7A494FC1-9647-410C-AD3D-DFA90DD450F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{7A494FC1-9647-410C-AD3D-DFA90DD450F4}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{7A494FC1-9647-410C-AD3D-DFA90DD450F4}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{7A494FC1-9647-410C-AD3D-DFA90DD450F4}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{7A494FC1-9647-410C-AD3D-DFA90DD450F4}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{7A494FC1-9647-410C-AD3D-DFA90DD450F4}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