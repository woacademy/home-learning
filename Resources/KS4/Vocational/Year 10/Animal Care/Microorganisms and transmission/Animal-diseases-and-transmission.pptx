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0E7D88-FB68-44F1-A719-CC22B7D55F05}">
  <a:tblStyle styleId="{A20E7D88-FB68-44F1-A719-CC22B7D55F0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{A20E7D88-FB68-44F1-A719-CC22B7D55F05}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{A20E7D88-FB68-44F1-A719-CC22B7D55F05}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{A20E7D88-FB68-44F1-A719-CC22B7D55F05}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{A20E7D88-FB68-44F1-A719-CC22B7D55F05}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{A20E7D88-FB68-44F1-A719-CC22B7D55F05}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