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0A396F-5668-4E08-A4F7-06D66136F818}">
  <a:tblStyle styleId="{C80A396F-5668-4E08-A4F7-06D66136F8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{C80A396F-5668-4E08-A4F7-06D66136F818}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{C80A396F-5668-4E08-A4F7-06D66136F818}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{C80A396F-5668-4E08-A4F7-06D66136F818}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{C80A396F-5668-4E08-A4F7-06D66136F818}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{C80A396F-5668-4E08-A4F7-06D66136F818}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