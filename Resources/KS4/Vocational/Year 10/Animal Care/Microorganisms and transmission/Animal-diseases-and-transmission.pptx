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F93C8D-6870-4F73-95A4-81BBFC70A2A3}">
  <a:tblStyle styleId="{2AF93C8D-6870-4F73-95A4-81BBFC70A2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{2AF93C8D-6870-4F73-95A4-81BBFC70A2A3}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{2AF93C8D-6870-4F73-95A4-81BBFC70A2A3}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{2AF93C8D-6870-4F73-95A4-81BBFC70A2A3}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{2AF93C8D-6870-4F73-95A4-81BBFC70A2A3}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{2AF93C8D-6870-4F73-95A4-81BBFC70A2A3}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