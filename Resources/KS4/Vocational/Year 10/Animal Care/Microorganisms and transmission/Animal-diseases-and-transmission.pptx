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E7B43E6-0BA1-494A-A5DA-A1E08A7618EC}">
  <a:tblStyle styleId="{5E7B43E6-0BA1-494A-A5DA-A1E08A7618E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{5E7B43E6-0BA1-494A-A5DA-A1E08A7618EC}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{5E7B43E6-0BA1-494A-A5DA-A1E08A7618EC}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{5E7B43E6-0BA1-494A-A5DA-A1E08A7618EC}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{5E7B43E6-0BA1-494A-A5DA-A1E08A7618EC}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{5E7B43E6-0BA1-494A-A5DA-A1E08A7618EC}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