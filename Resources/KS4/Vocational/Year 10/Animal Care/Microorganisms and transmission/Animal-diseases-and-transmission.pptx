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0597B0-C2AE-4CDC-BE39-3037E8654B65}">
  <a:tblStyle styleId="{170597B0-C2AE-4CDC-BE39-3037E8654B6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{170597B0-C2AE-4CDC-BE39-3037E8654B65}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{170597B0-C2AE-4CDC-BE39-3037E8654B65}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{170597B0-C2AE-4CDC-BE39-3037E8654B65}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{170597B0-C2AE-4CDC-BE39-3037E8654B65}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{170597B0-C2AE-4CDC-BE39-3037E8654B65}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