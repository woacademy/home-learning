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2D32EC-4503-4881-8A7E-291534F39FB9}">
  <a:tblStyle styleId="{6B2D32EC-4503-4881-8A7E-291534F39FB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{6B2D32EC-4503-4881-8A7E-291534F39FB9}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{6B2D32EC-4503-4881-8A7E-291534F39FB9}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{6B2D32EC-4503-4881-8A7E-291534F39FB9}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{6B2D32EC-4503-4881-8A7E-291534F39FB9}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{6B2D32EC-4503-4881-8A7E-291534F39FB9}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