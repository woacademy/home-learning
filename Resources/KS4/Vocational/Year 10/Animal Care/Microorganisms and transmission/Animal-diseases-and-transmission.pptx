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3A20EB-E290-4C8B-977D-54527865F6E2}">
  <a:tblStyle styleId="{453A20EB-E290-4C8B-977D-54527865F6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{453A20EB-E290-4C8B-977D-54527865F6E2}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{453A20EB-E290-4C8B-977D-54527865F6E2}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{453A20EB-E290-4C8B-977D-54527865F6E2}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{453A20EB-E290-4C8B-977D-54527865F6E2}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{453A20EB-E290-4C8B-977D-54527865F6E2}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