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762233-7362-4166-9AC6-E6CCFA2758FE}">
  <a:tblStyle styleId="{48762233-7362-4166-9AC6-E6CCFA2758F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{48762233-7362-4166-9AC6-E6CCFA2758FE}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{48762233-7362-4166-9AC6-E6CCFA2758FE}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{48762233-7362-4166-9AC6-E6CCFA2758FE}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{48762233-7362-4166-9AC6-E6CCFA2758FE}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{48762233-7362-4166-9AC6-E6CCFA2758FE}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