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81A1BA-1676-4839-B6B2-C1A194582AD1}">
  <a:tblStyle styleId="{8681A1BA-1676-4839-B6B2-C1A194582A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{8681A1BA-1676-4839-B6B2-C1A194582AD1}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{8681A1BA-1676-4839-B6B2-C1A194582AD1}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{8681A1BA-1676-4839-B6B2-C1A194582AD1}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{8681A1BA-1676-4839-B6B2-C1A194582AD1}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{8681A1BA-1676-4839-B6B2-C1A194582AD1}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