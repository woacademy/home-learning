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54F24D-6AA3-4B30-9800-B3AFDBD008C0}">
  <a:tblStyle styleId="{CB54F24D-6AA3-4B30-9800-B3AFDBD008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{CB54F24D-6AA3-4B30-9800-B3AFDBD008C0}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{CB54F24D-6AA3-4B30-9800-B3AFDBD008C0}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{CB54F24D-6AA3-4B30-9800-B3AFDBD008C0}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{CB54F24D-6AA3-4B30-9800-B3AFDBD008C0}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{CB54F24D-6AA3-4B30-9800-B3AFDBD008C0}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