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C7F7653-D85B-4233-B5C7-D02307475384}">
  <a:tblStyle styleId="{CC7F7653-D85B-4233-B5C7-D0230747538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{CC7F7653-D85B-4233-B5C7-D02307475384}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{CC7F7653-D85B-4233-B5C7-D02307475384}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{CC7F7653-D85B-4233-B5C7-D02307475384}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{CC7F7653-D85B-4233-B5C7-D02307475384}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{CC7F7653-D85B-4233-B5C7-D02307475384}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