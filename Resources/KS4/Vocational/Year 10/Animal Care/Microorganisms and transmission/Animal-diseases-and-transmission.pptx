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BE7C7A-81F3-4567-826E-EE8686260BC4}">
  <a:tblStyle styleId="{4EBE7C7A-81F3-4567-826E-EE8686260B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{4EBE7C7A-81F3-4567-826E-EE8686260BC4}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{4EBE7C7A-81F3-4567-826E-EE8686260BC4}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{4EBE7C7A-81F3-4567-826E-EE8686260BC4}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{4EBE7C7A-81F3-4567-826E-EE8686260BC4}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{4EBE7C7A-81F3-4567-826E-EE8686260BC4}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