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1CE8D7-D3B6-46FA-9184-F4966DE78A7B}">
  <a:tblStyle styleId="{BB1CE8D7-D3B6-46FA-9184-F4966DE78A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{BB1CE8D7-D3B6-46FA-9184-F4966DE78A7B}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{BB1CE8D7-D3B6-46FA-9184-F4966DE78A7B}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{BB1CE8D7-D3B6-46FA-9184-F4966DE78A7B}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{BB1CE8D7-D3B6-46FA-9184-F4966DE78A7B}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{BB1CE8D7-D3B6-46FA-9184-F4966DE78A7B}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