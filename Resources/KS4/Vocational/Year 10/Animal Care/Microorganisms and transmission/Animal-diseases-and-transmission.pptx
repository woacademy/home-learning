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87FF71-3122-4E3D-877C-036B44ECED79}">
  <a:tblStyle styleId="{2687FF71-3122-4E3D-877C-036B44ECED7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{2687FF71-3122-4E3D-877C-036B44ECED79}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{2687FF71-3122-4E3D-877C-036B44ECED79}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{2687FF71-3122-4E3D-877C-036B44ECED79}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{2687FF71-3122-4E3D-877C-036B44ECED79}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{2687FF71-3122-4E3D-877C-036B44ECED79}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