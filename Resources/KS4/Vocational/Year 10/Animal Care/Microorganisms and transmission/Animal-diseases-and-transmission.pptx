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0DC7C3-DCF7-4D11-8C76-B88D6B7FDFF3}">
  <a:tblStyle styleId="{BE0DC7C3-DCF7-4D11-8C76-B88D6B7FDF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{BE0DC7C3-DCF7-4D11-8C76-B88D6B7FDFF3}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{BE0DC7C3-DCF7-4D11-8C76-B88D6B7FDFF3}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{BE0DC7C3-DCF7-4D11-8C76-B88D6B7FDFF3}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{BE0DC7C3-DCF7-4D11-8C76-B88D6B7FDFF3}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{BE0DC7C3-DCF7-4D11-8C76-B88D6B7FDFF3}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