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EE2370-0C76-4C98-ADA7-0D2407C3B63B}">
  <a:tblStyle styleId="{5BEE2370-0C76-4C98-ADA7-0D2407C3B6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{5BEE2370-0C76-4C98-ADA7-0D2407C3B63B}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{5BEE2370-0C76-4C98-ADA7-0D2407C3B63B}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{5BEE2370-0C76-4C98-ADA7-0D2407C3B63B}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{5BEE2370-0C76-4C98-ADA7-0D2407C3B63B}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{5BEE2370-0C76-4C98-ADA7-0D2407C3B63B}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