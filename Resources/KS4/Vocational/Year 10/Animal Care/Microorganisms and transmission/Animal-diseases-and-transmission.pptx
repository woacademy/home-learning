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98FFB3-C06F-4676-B222-E87C9166FEC1}">
  <a:tblStyle styleId="{5098FFB3-C06F-4676-B222-E87C9166FEC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{5098FFB3-C06F-4676-B222-E87C9166FEC1}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{5098FFB3-C06F-4676-B222-E87C9166FEC1}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{5098FFB3-C06F-4676-B222-E87C9166FEC1}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{5098FFB3-C06F-4676-B222-E87C9166FEC1}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{5098FFB3-C06F-4676-B222-E87C9166FEC1}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