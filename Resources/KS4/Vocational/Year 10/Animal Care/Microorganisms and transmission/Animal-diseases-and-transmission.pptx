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41FAF7-359A-4206-A42B-73447C861D73}">
  <a:tblStyle styleId="{DD41FAF7-359A-4206-A42B-73447C861D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{DD41FAF7-359A-4206-A42B-73447C861D73}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{DD41FAF7-359A-4206-A42B-73447C861D73}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{DD41FAF7-359A-4206-A42B-73447C861D73}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{DD41FAF7-359A-4206-A42B-73447C861D73}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{DD41FAF7-359A-4206-A42B-73447C861D73}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