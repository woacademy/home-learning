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0968DC-F77B-4C54-B595-7993B5D07E5B}">
  <a:tblStyle styleId="{2B0968DC-F77B-4C54-B595-7993B5D07E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{2B0968DC-F77B-4C54-B595-7993B5D07E5B}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{2B0968DC-F77B-4C54-B595-7993B5D07E5B}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{2B0968DC-F77B-4C54-B595-7993B5D07E5B}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{2B0968DC-F77B-4C54-B595-7993B5D07E5B}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{2B0968DC-F77B-4C54-B595-7993B5D07E5B}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