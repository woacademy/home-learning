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BC4CBF-4FBF-436C-8638-F17A994F788F}">
  <a:tblStyle styleId="{24BC4CBF-4FBF-436C-8638-F17A994F788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{24BC4CBF-4FBF-436C-8638-F17A994F788F}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{24BC4CBF-4FBF-436C-8638-F17A994F788F}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{24BC4CBF-4FBF-436C-8638-F17A994F788F}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{24BC4CBF-4FBF-436C-8638-F17A994F788F}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{24BC4CBF-4FBF-436C-8638-F17A994F788F}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