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795D785-4279-424A-9480-54BD4C4B7612}">
  <a:tblStyle styleId="{2795D785-4279-424A-9480-54BD4C4B76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{2795D785-4279-424A-9480-54BD4C4B7612}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{2795D785-4279-424A-9480-54BD4C4B7612}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{2795D785-4279-424A-9480-54BD4C4B7612}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{2795D785-4279-424A-9480-54BD4C4B7612}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{2795D785-4279-424A-9480-54BD4C4B7612}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