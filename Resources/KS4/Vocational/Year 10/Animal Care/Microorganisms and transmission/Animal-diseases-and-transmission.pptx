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82FF2-830D-4359-BE09-5E133F2E9AB4}">
  <a:tblStyle styleId="{B0082FF2-830D-4359-BE09-5E133F2E9A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{B0082FF2-830D-4359-BE09-5E133F2E9AB4}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{B0082FF2-830D-4359-BE09-5E133F2E9AB4}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{B0082FF2-830D-4359-BE09-5E133F2E9AB4}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{B0082FF2-830D-4359-BE09-5E133F2E9AB4}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{B0082FF2-830D-4359-BE09-5E133F2E9AB4}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