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597342-4D89-438F-9534-AB1D97F3F121}">
  <a:tblStyle styleId="{80597342-4D89-438F-9534-AB1D97F3F12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{80597342-4D89-438F-9534-AB1D97F3F121}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{80597342-4D89-438F-9534-AB1D97F3F121}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{80597342-4D89-438F-9534-AB1D97F3F121}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{80597342-4D89-438F-9534-AB1D97F3F121}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{80597342-4D89-438F-9534-AB1D97F3F121}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