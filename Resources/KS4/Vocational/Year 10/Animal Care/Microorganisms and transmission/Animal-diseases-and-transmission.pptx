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2771EC-E137-4AC3-A2A1-C564B48EB391}">
  <a:tblStyle styleId="{3F2771EC-E137-4AC3-A2A1-C564B48EB39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{3F2771EC-E137-4AC3-A2A1-C564B48EB391}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{3F2771EC-E137-4AC3-A2A1-C564B48EB391}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{3F2771EC-E137-4AC3-A2A1-C564B48EB391}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{3F2771EC-E137-4AC3-A2A1-C564B48EB391}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{3F2771EC-E137-4AC3-A2A1-C564B48EB391}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