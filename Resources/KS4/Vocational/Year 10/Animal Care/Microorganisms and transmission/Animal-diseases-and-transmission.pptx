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27198-0D33-4816-B0E5-A06BE86CE6FE}">
  <a:tblStyle styleId="{D7427198-0D33-4816-B0E5-A06BE86CE6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{D7427198-0D33-4816-B0E5-A06BE86CE6FE}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{D7427198-0D33-4816-B0E5-A06BE86CE6FE}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{D7427198-0D33-4816-B0E5-A06BE86CE6FE}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{D7427198-0D33-4816-B0E5-A06BE86CE6FE}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{D7427198-0D33-4816-B0E5-A06BE86CE6FE}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