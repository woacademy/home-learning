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76BB17-8A75-419F-94F8-C6871262FB29}">
  <a:tblStyle styleId="{A676BB17-8A75-419F-94F8-C6871262FB2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{A676BB17-8A75-419F-94F8-C6871262FB29}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{A676BB17-8A75-419F-94F8-C6871262FB29}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{A676BB17-8A75-419F-94F8-C6871262FB29}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{A676BB17-8A75-419F-94F8-C6871262FB29}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{A676BB17-8A75-419F-94F8-C6871262FB29}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