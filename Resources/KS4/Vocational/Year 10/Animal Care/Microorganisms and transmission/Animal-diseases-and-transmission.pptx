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4D4AD4-175E-44E4-880C-8DA793AB21CE}">
  <a:tblStyle styleId="{184D4AD4-175E-44E4-880C-8DA793AB21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{184D4AD4-175E-44E4-880C-8DA793AB21CE}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{184D4AD4-175E-44E4-880C-8DA793AB21CE}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{184D4AD4-175E-44E4-880C-8DA793AB21CE}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{184D4AD4-175E-44E4-880C-8DA793AB21CE}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{184D4AD4-175E-44E4-880C-8DA793AB21CE}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