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A91DD4-3043-404A-BC78-07DB0CCB932E}">
  <a:tblStyle styleId="{E4A91DD4-3043-404A-BC78-07DB0CCB93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{E4A91DD4-3043-404A-BC78-07DB0CCB932E}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{E4A91DD4-3043-404A-BC78-07DB0CCB932E}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{E4A91DD4-3043-404A-BC78-07DB0CCB932E}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{E4A91DD4-3043-404A-BC78-07DB0CCB932E}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{E4A91DD4-3043-404A-BC78-07DB0CCB932E}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