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FC9B93-BAF7-4945-A5C0-02483B4C7492}">
  <a:tblStyle styleId="{F8FC9B93-BAF7-4945-A5C0-02483B4C749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{F8FC9B93-BAF7-4945-A5C0-02483B4C7492}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{F8FC9B93-BAF7-4945-A5C0-02483B4C7492}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{F8FC9B93-BAF7-4945-A5C0-02483B4C7492}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{F8FC9B93-BAF7-4945-A5C0-02483B4C7492}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{F8FC9B93-BAF7-4945-A5C0-02483B4C7492}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