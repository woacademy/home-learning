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EAE9D-51BD-4647-B958-1DD9835EFA25}">
  <a:tblStyle styleId="{826EAE9D-51BD-4647-B958-1DD9835EFA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{826EAE9D-51BD-4647-B958-1DD9835EFA25}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{826EAE9D-51BD-4647-B958-1DD9835EFA25}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{826EAE9D-51BD-4647-B958-1DD9835EFA25}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{826EAE9D-51BD-4647-B958-1DD9835EFA25}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{826EAE9D-51BD-4647-B958-1DD9835EFA25}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