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18ADD-CC58-4129-A006-5E1E0310432D}">
  <a:tblStyle styleId="{31618ADD-CC58-4129-A006-5E1E0310432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{31618ADD-CC58-4129-A006-5E1E0310432D}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{31618ADD-CC58-4129-A006-5E1E0310432D}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{31618ADD-CC58-4129-A006-5E1E0310432D}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{31618ADD-CC58-4129-A006-5E1E0310432D}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{31618ADD-CC58-4129-A006-5E1E0310432D}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