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68ADDE-2D73-49C5-A367-6771019DD87E}">
  <a:tblStyle styleId="{B868ADDE-2D73-49C5-A367-6771019DD8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{B868ADDE-2D73-49C5-A367-6771019DD87E}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{B868ADDE-2D73-49C5-A367-6771019DD87E}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{B868ADDE-2D73-49C5-A367-6771019DD87E}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{B868ADDE-2D73-49C5-A367-6771019DD87E}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{B868ADDE-2D73-49C5-A367-6771019DD87E}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