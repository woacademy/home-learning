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7F4482-E68C-453D-8123-873D969C74CC}">
  <a:tblStyle styleId="{487F4482-E68C-453D-8123-873D969C74C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{487F4482-E68C-453D-8123-873D969C74CC}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{487F4482-E68C-453D-8123-873D969C74CC}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{487F4482-E68C-453D-8123-873D969C74CC}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{487F4482-E68C-453D-8123-873D969C74CC}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{487F4482-E68C-453D-8123-873D969C74CC}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