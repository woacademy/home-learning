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3410937-E5A9-4F73-9759-CB3ED2A1F8E2}">
  <a:tblStyle styleId="{D3410937-E5A9-4F73-9759-CB3ED2A1F8E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{D3410937-E5A9-4F73-9759-CB3ED2A1F8E2}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{D3410937-E5A9-4F73-9759-CB3ED2A1F8E2}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{D3410937-E5A9-4F73-9759-CB3ED2A1F8E2}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{D3410937-E5A9-4F73-9759-CB3ED2A1F8E2}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{D3410937-E5A9-4F73-9759-CB3ED2A1F8E2}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