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335F7D-97DD-48F7-B79E-8921ED0921AB}">
  <a:tblStyle styleId="{9D335F7D-97DD-48F7-B79E-8921ED0921A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{9D335F7D-97DD-48F7-B79E-8921ED0921AB}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{9D335F7D-97DD-48F7-B79E-8921ED0921AB}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{9D335F7D-97DD-48F7-B79E-8921ED0921AB}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{9D335F7D-97DD-48F7-B79E-8921ED0921AB}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{9D335F7D-97DD-48F7-B79E-8921ED0921AB}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