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D03519-B8BD-4970-B448-AAB4F8F6933A}">
  <a:tblStyle styleId="{E0D03519-B8BD-4970-B448-AAB4F8F693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{E0D03519-B8BD-4970-B448-AAB4F8F6933A}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{E0D03519-B8BD-4970-B448-AAB4F8F6933A}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{E0D03519-B8BD-4970-B448-AAB4F8F6933A}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{E0D03519-B8BD-4970-B448-AAB4F8F6933A}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{E0D03519-B8BD-4970-B448-AAB4F8F6933A}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