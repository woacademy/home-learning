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FECF4-2A89-43C9-8375-DD94F1200B66}">
  <a:tblStyle styleId="{E5CFECF4-2A89-43C9-8375-DD94F1200B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{E5CFECF4-2A89-43C9-8375-DD94F1200B66}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{E5CFECF4-2A89-43C9-8375-DD94F1200B66}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{E5CFECF4-2A89-43C9-8375-DD94F1200B66}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{E5CFECF4-2A89-43C9-8375-DD94F1200B66}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{E5CFECF4-2A89-43C9-8375-DD94F1200B66}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