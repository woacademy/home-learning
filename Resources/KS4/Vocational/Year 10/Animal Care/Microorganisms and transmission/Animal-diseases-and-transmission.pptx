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6D7958-DAA8-4763-9D18-3B4B27438B20}">
  <a:tblStyle styleId="{D96D7958-DAA8-4763-9D18-3B4B27438B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{D96D7958-DAA8-4763-9D18-3B4B27438B20}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{D96D7958-DAA8-4763-9D18-3B4B27438B20}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{D96D7958-DAA8-4763-9D18-3B4B27438B20}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{D96D7958-DAA8-4763-9D18-3B4B27438B20}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{D96D7958-DAA8-4763-9D18-3B4B27438B20}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