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77264-073D-45A9-8982-FBE6EF691A2B}">
  <a:tblStyle styleId="{58A77264-073D-45A9-8982-FBE6EF691A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{58A77264-073D-45A9-8982-FBE6EF691A2B}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{58A77264-073D-45A9-8982-FBE6EF691A2B}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{58A77264-073D-45A9-8982-FBE6EF691A2B}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{58A77264-073D-45A9-8982-FBE6EF691A2B}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{58A77264-073D-45A9-8982-FBE6EF691A2B}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