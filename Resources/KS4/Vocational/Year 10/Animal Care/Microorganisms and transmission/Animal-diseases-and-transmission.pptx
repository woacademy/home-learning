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51CEC8-ECE1-4922-9555-BC91CB053E5C}">
  <a:tblStyle styleId="{E651CEC8-ECE1-4922-9555-BC91CB053E5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{E651CEC8-ECE1-4922-9555-BC91CB053E5C}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{E651CEC8-ECE1-4922-9555-BC91CB053E5C}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{E651CEC8-ECE1-4922-9555-BC91CB053E5C}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{E651CEC8-ECE1-4922-9555-BC91CB053E5C}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{E651CEC8-ECE1-4922-9555-BC91CB053E5C}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