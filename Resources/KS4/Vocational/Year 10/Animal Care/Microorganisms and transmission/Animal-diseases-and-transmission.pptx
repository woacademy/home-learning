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8B7DB1-7853-4A01-8753-A5EBB653E942}">
  <a:tblStyle styleId="{FC8B7DB1-7853-4A01-8753-A5EBB653E9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{FC8B7DB1-7853-4A01-8753-A5EBB653E942}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{FC8B7DB1-7853-4A01-8753-A5EBB653E942}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{FC8B7DB1-7853-4A01-8753-A5EBB653E942}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{FC8B7DB1-7853-4A01-8753-A5EBB653E942}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{FC8B7DB1-7853-4A01-8753-A5EBB653E942}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