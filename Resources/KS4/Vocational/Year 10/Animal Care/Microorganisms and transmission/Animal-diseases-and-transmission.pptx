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BEA0580-6379-4AD4-A4A1-A9C40030019C}">
  <a:tblStyle styleId="{4BEA0580-6379-4AD4-A4A1-A9C4003001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{4BEA0580-6379-4AD4-A4A1-A9C40030019C}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{4BEA0580-6379-4AD4-A4A1-A9C40030019C}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{4BEA0580-6379-4AD4-A4A1-A9C40030019C}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{4BEA0580-6379-4AD4-A4A1-A9C40030019C}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{4BEA0580-6379-4AD4-A4A1-A9C40030019C}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