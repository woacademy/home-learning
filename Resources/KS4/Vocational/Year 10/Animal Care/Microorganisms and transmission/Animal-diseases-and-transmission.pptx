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999C6-6CBF-4823-A216-8CEB7332D041}">
  <a:tblStyle styleId="{CD3999C6-6CBF-4823-A216-8CEB7332D0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{CD3999C6-6CBF-4823-A216-8CEB7332D041}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{CD3999C6-6CBF-4823-A216-8CEB7332D041}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{CD3999C6-6CBF-4823-A216-8CEB7332D041}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{CD3999C6-6CBF-4823-A216-8CEB7332D041}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{CD3999C6-6CBF-4823-A216-8CEB7332D041}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