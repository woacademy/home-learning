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281DC-8DCF-4B61-97BB-A584F545410C}">
  <a:tblStyle styleId="{37C281DC-8DCF-4B61-97BB-A584F54541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{37C281DC-8DCF-4B61-97BB-A584F545410C}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{37C281DC-8DCF-4B61-97BB-A584F545410C}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{37C281DC-8DCF-4B61-97BB-A584F545410C}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{37C281DC-8DCF-4B61-97BB-A584F545410C}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{37C281DC-8DCF-4B61-97BB-A584F545410C}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