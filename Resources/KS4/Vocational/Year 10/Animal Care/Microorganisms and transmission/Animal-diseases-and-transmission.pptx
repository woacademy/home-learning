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9F14B-99CA-4928-9FA3-4181FC3BC294}">
  <a:tblStyle styleId="{4CF9F14B-99CA-4928-9FA3-4181FC3BC29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{4CF9F14B-99CA-4928-9FA3-4181FC3BC294}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{4CF9F14B-99CA-4928-9FA3-4181FC3BC294}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{4CF9F14B-99CA-4928-9FA3-4181FC3BC294}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{4CF9F14B-99CA-4928-9FA3-4181FC3BC294}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{4CF9F14B-99CA-4928-9FA3-4181FC3BC294}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