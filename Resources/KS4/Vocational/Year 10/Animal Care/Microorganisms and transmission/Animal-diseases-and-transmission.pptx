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D8464E-9EB4-4C33-B6C7-C7AA7B6369A2}">
  <a:tblStyle styleId="{54D8464E-9EB4-4C33-B6C7-C7AA7B6369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{54D8464E-9EB4-4C33-B6C7-C7AA7B6369A2}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{54D8464E-9EB4-4C33-B6C7-C7AA7B6369A2}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{54D8464E-9EB4-4C33-B6C7-C7AA7B6369A2}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{54D8464E-9EB4-4C33-B6C7-C7AA7B6369A2}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{54D8464E-9EB4-4C33-B6C7-C7AA7B6369A2}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