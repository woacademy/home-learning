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CE22BD-CE3B-40CD-BAD8-02632CCAA470}">
  <a:tblStyle styleId="{7CCE22BD-CE3B-40CD-BAD8-02632CCAA47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{7CCE22BD-CE3B-40CD-BAD8-02632CCAA470}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{7CCE22BD-CE3B-40CD-BAD8-02632CCAA470}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{7CCE22BD-CE3B-40CD-BAD8-02632CCAA470}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{7CCE22BD-CE3B-40CD-BAD8-02632CCAA470}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{7CCE22BD-CE3B-40CD-BAD8-02632CCAA470}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