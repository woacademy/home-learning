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DA135B-EAD8-455A-8742-69AB7AC0216E}">
  <a:tblStyle styleId="{8ADA135B-EAD8-455A-8742-69AB7AC021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{8ADA135B-EAD8-455A-8742-69AB7AC0216E}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{8ADA135B-EAD8-455A-8742-69AB7AC0216E}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{8ADA135B-EAD8-455A-8742-69AB7AC0216E}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{8ADA135B-EAD8-455A-8742-69AB7AC0216E}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{8ADA135B-EAD8-455A-8742-69AB7AC0216E}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