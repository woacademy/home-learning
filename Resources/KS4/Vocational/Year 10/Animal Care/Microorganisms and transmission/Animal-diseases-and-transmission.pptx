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FFF77F-5AC7-4B45-8A33-CC7B6B5B7BF1}">
  <a:tblStyle styleId="{7EFFF77F-5AC7-4B45-8A33-CC7B6B5B7B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{7EFFF77F-5AC7-4B45-8A33-CC7B6B5B7BF1}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{7EFFF77F-5AC7-4B45-8A33-CC7B6B5B7BF1}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{7EFFF77F-5AC7-4B45-8A33-CC7B6B5B7BF1}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{7EFFF77F-5AC7-4B45-8A33-CC7B6B5B7BF1}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{7EFFF77F-5AC7-4B45-8A33-CC7B6B5B7BF1}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