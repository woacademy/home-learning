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358E83-6373-484C-BB37-B70E27F0A245}">
  <a:tblStyle styleId="{9F358E83-6373-484C-BB37-B70E27F0A24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{9F358E83-6373-484C-BB37-B70E27F0A245}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{9F358E83-6373-484C-BB37-B70E27F0A245}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{9F358E83-6373-484C-BB37-B70E27F0A245}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{9F358E83-6373-484C-BB37-B70E27F0A245}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{9F358E83-6373-484C-BB37-B70E27F0A245}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