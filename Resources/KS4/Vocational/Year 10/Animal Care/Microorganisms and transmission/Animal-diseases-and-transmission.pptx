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539C35-63D9-4789-9358-78C15A448975}">
  <a:tblStyle styleId="{53539C35-63D9-4789-9358-78C15A4489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{53539C35-63D9-4789-9358-78C15A448975}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{53539C35-63D9-4789-9358-78C15A448975}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{53539C35-63D9-4789-9358-78C15A448975}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{53539C35-63D9-4789-9358-78C15A448975}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{53539C35-63D9-4789-9358-78C15A448975}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