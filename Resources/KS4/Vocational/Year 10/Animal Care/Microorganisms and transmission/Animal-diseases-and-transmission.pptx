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B79676-8609-4F2C-92A7-8C9374A0C575}">
  <a:tblStyle styleId="{4EB79676-8609-4F2C-92A7-8C9374A0C5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{4EB79676-8609-4F2C-92A7-8C9374A0C575}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{4EB79676-8609-4F2C-92A7-8C9374A0C575}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{4EB79676-8609-4F2C-92A7-8C9374A0C575}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{4EB79676-8609-4F2C-92A7-8C9374A0C575}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{4EB79676-8609-4F2C-92A7-8C9374A0C575}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