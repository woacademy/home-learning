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A90448-EBBF-4D06-A8F0-330399E9C089}">
  <a:tblStyle styleId="{DBA90448-EBBF-4D06-A8F0-330399E9C08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{DBA90448-EBBF-4D06-A8F0-330399E9C089}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{DBA90448-EBBF-4D06-A8F0-330399E9C089}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{DBA90448-EBBF-4D06-A8F0-330399E9C089}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{DBA90448-EBBF-4D06-A8F0-330399E9C089}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{DBA90448-EBBF-4D06-A8F0-330399E9C089}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