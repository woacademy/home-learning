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3AB794-0C3F-4CDA-A624-CB60F28D7212}">
  <a:tblStyle styleId="{5C3AB794-0C3F-4CDA-A624-CB60F28D721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{5C3AB794-0C3F-4CDA-A624-CB60F28D7212}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{5C3AB794-0C3F-4CDA-A624-CB60F28D7212}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{5C3AB794-0C3F-4CDA-A624-CB60F28D7212}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{5C3AB794-0C3F-4CDA-A624-CB60F28D7212}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{5C3AB794-0C3F-4CDA-A624-CB60F28D7212}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