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C81D37-B57A-48D4-B140-A15EC02D917D}">
  <a:tblStyle styleId="{13C81D37-B57A-48D4-B140-A15EC02D917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{13C81D37-B57A-48D4-B140-A15EC02D917D}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{13C81D37-B57A-48D4-B140-A15EC02D917D}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{13C81D37-B57A-48D4-B140-A15EC02D917D}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{13C81D37-B57A-48D4-B140-A15EC02D917D}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{13C81D37-B57A-48D4-B140-A15EC02D917D}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