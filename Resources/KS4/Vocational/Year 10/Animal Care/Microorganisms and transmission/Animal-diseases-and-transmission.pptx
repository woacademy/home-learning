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B095D6-AE0E-44BF-9DC9-AE23DE45293D}">
  <a:tblStyle styleId="{54B095D6-AE0E-44BF-9DC9-AE23DE45293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{54B095D6-AE0E-44BF-9DC9-AE23DE45293D}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{54B095D6-AE0E-44BF-9DC9-AE23DE45293D}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{54B095D6-AE0E-44BF-9DC9-AE23DE45293D}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{54B095D6-AE0E-44BF-9DC9-AE23DE45293D}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{54B095D6-AE0E-44BF-9DC9-AE23DE45293D}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