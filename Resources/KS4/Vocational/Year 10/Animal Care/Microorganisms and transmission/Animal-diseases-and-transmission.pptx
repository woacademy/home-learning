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278872-6673-4D4A-9B72-D07CC3DBE704}">
  <a:tblStyle styleId="{C1278872-6673-4D4A-9B72-D07CC3DBE7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{C1278872-6673-4D4A-9B72-D07CC3DBE704}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{C1278872-6673-4D4A-9B72-D07CC3DBE704}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{C1278872-6673-4D4A-9B72-D07CC3DBE704}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{C1278872-6673-4D4A-9B72-D07CC3DBE704}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{C1278872-6673-4D4A-9B72-D07CC3DBE704}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