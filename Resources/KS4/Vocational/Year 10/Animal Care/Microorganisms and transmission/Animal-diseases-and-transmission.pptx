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5E1983-BFB3-4717-BBE5-D294C4D204B8}">
  <a:tblStyle styleId="{795E1983-BFB3-4717-BBE5-D294C4D204B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{795E1983-BFB3-4717-BBE5-D294C4D204B8}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{795E1983-BFB3-4717-BBE5-D294C4D204B8}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{795E1983-BFB3-4717-BBE5-D294C4D204B8}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{795E1983-BFB3-4717-BBE5-D294C4D204B8}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{795E1983-BFB3-4717-BBE5-D294C4D204B8}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