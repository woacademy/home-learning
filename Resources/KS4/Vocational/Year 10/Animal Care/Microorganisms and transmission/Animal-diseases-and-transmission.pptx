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4FF74A-CBE2-4870-BE71-994883E2BD84}">
  <a:tblStyle styleId="{484FF74A-CBE2-4870-BE71-994883E2BD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{484FF74A-CBE2-4870-BE71-994883E2BD84}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{484FF74A-CBE2-4870-BE71-994883E2BD84}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{484FF74A-CBE2-4870-BE71-994883E2BD84}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{484FF74A-CBE2-4870-BE71-994883E2BD84}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{484FF74A-CBE2-4870-BE71-994883E2BD84}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