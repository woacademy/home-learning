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7F3FF4-4F3C-482E-B3DD-F4AE4D14E10E}">
  <a:tblStyle styleId="{617F3FF4-4F3C-482E-B3DD-F4AE4D14E10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{617F3FF4-4F3C-482E-B3DD-F4AE4D14E10E}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{617F3FF4-4F3C-482E-B3DD-F4AE4D14E10E}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{617F3FF4-4F3C-482E-B3DD-F4AE4D14E10E}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{617F3FF4-4F3C-482E-B3DD-F4AE4D14E10E}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{617F3FF4-4F3C-482E-B3DD-F4AE4D14E10E}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