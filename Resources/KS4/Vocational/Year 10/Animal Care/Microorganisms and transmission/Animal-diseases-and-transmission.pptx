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095EEE-CC24-422E-98C9-818C80784A00}">
  <a:tblStyle styleId="{61095EEE-CC24-422E-98C9-818C80784A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{61095EEE-CC24-422E-98C9-818C80784A00}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{61095EEE-CC24-422E-98C9-818C80784A00}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{61095EEE-CC24-422E-98C9-818C80784A00}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{61095EEE-CC24-422E-98C9-818C80784A00}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{61095EEE-CC24-422E-98C9-818C80784A00}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