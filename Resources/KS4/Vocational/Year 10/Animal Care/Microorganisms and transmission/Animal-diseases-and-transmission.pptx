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F76EC6-21AA-451F-8A21-209EC3FB1F8A}">
  <a:tblStyle styleId="{F7F76EC6-21AA-451F-8A21-209EC3FB1F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{F7F76EC6-21AA-451F-8A21-209EC3FB1F8A}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{F7F76EC6-21AA-451F-8A21-209EC3FB1F8A}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{F7F76EC6-21AA-451F-8A21-209EC3FB1F8A}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{F7F76EC6-21AA-451F-8A21-209EC3FB1F8A}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{F7F76EC6-21AA-451F-8A21-209EC3FB1F8A}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