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07730F-D389-419D-82B8-38557BAEFADF}">
  <a:tblStyle styleId="{E807730F-D389-419D-82B8-38557BAEFAD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{E807730F-D389-419D-82B8-38557BAEFADF}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{E807730F-D389-419D-82B8-38557BAEFADF}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{E807730F-D389-419D-82B8-38557BAEFADF}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{E807730F-D389-419D-82B8-38557BAEFADF}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{E807730F-D389-419D-82B8-38557BAEFADF}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