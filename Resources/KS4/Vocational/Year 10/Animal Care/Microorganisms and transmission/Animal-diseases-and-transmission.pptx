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DF764EA-E7A4-435A-9044-5B0933144D20}">
  <a:tblStyle styleId="{4DF764EA-E7A4-435A-9044-5B0933144D20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{4DF764EA-E7A4-435A-9044-5B0933144D20}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{4DF764EA-E7A4-435A-9044-5B0933144D20}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{4DF764EA-E7A4-435A-9044-5B0933144D20}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{4DF764EA-E7A4-435A-9044-5B0933144D20}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{4DF764EA-E7A4-435A-9044-5B0933144D20}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