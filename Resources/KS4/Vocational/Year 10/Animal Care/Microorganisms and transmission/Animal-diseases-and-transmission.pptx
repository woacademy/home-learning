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9A820B-8671-44E6-9474-D5E2D91C0E08}">
  <a:tblStyle styleId="{519A820B-8671-44E6-9474-D5E2D91C0E0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{519A820B-8671-44E6-9474-D5E2D91C0E08}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{519A820B-8671-44E6-9474-D5E2D91C0E08}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{519A820B-8671-44E6-9474-D5E2D91C0E08}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{519A820B-8671-44E6-9474-D5E2D91C0E08}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{519A820B-8671-44E6-9474-D5E2D91C0E08}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