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44AFA6-6019-4A2B-83EC-757EC1548BF9}">
  <a:tblStyle styleId="{4D44AFA6-6019-4A2B-83EC-757EC1548B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{4D44AFA6-6019-4A2B-83EC-757EC1548BF9}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{4D44AFA6-6019-4A2B-83EC-757EC1548BF9}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{4D44AFA6-6019-4A2B-83EC-757EC1548BF9}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{4D44AFA6-6019-4A2B-83EC-757EC1548BF9}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{4D44AFA6-6019-4A2B-83EC-757EC1548BF9}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