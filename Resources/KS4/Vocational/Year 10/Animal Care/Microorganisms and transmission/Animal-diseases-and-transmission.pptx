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662A56-49F0-4B3F-8F95-38A5FE5904CB}">
  <a:tblStyle styleId="{ED662A56-49F0-4B3F-8F95-38A5FE5904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{ED662A56-49F0-4B3F-8F95-38A5FE5904CB}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{ED662A56-49F0-4B3F-8F95-38A5FE5904CB}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{ED662A56-49F0-4B3F-8F95-38A5FE5904CB}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{ED662A56-49F0-4B3F-8F95-38A5FE5904CB}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{ED662A56-49F0-4B3F-8F95-38A5FE5904CB}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