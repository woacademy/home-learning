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2F8982-E67D-4141-9DA9-F36372AB7FD5}">
  <a:tblStyle styleId="{F42F8982-E67D-4141-9DA9-F36372AB7F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{F42F8982-E67D-4141-9DA9-F36372AB7FD5}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{F42F8982-E67D-4141-9DA9-F36372AB7FD5}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{F42F8982-E67D-4141-9DA9-F36372AB7FD5}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{F42F8982-E67D-4141-9DA9-F36372AB7FD5}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{F42F8982-E67D-4141-9DA9-F36372AB7FD5}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