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FFD436-EF7F-4712-91BC-3D6214577196}">
  <a:tblStyle styleId="{C0FFD436-EF7F-4712-91BC-3D62145771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{C0FFD436-EF7F-4712-91BC-3D6214577196}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{C0FFD436-EF7F-4712-91BC-3D6214577196}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{C0FFD436-EF7F-4712-91BC-3D6214577196}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{C0FFD436-EF7F-4712-91BC-3D6214577196}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{C0FFD436-EF7F-4712-91BC-3D6214577196}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