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7D197F-2B39-4813-AA28-8A2F95F4C92C}">
  <a:tblStyle styleId="{BC7D197F-2B39-4813-AA28-8A2F95F4C92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{BC7D197F-2B39-4813-AA28-8A2F95F4C92C}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{BC7D197F-2B39-4813-AA28-8A2F95F4C92C}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{BC7D197F-2B39-4813-AA28-8A2F95F4C92C}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{BC7D197F-2B39-4813-AA28-8A2F95F4C92C}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{BC7D197F-2B39-4813-AA28-8A2F95F4C92C}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