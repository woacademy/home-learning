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3DB730-F4F7-4D74-8F9D-C0E407DCD5B7}">
  <a:tblStyle styleId="{683DB730-F4F7-4D74-8F9D-C0E407DCD5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{683DB730-F4F7-4D74-8F9D-C0E407DCD5B7}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{683DB730-F4F7-4D74-8F9D-C0E407DCD5B7}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{683DB730-F4F7-4D74-8F9D-C0E407DCD5B7}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{683DB730-F4F7-4D74-8F9D-C0E407DCD5B7}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{683DB730-F4F7-4D74-8F9D-C0E407DCD5B7}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