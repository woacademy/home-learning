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B65A2B-374F-4661-8C06-7D54574E68F1}">
  <a:tblStyle styleId="{9BB65A2B-374F-4661-8C06-7D54574E68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{9BB65A2B-374F-4661-8C06-7D54574E68F1}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{9BB65A2B-374F-4661-8C06-7D54574E68F1}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{9BB65A2B-374F-4661-8C06-7D54574E68F1}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{9BB65A2B-374F-4661-8C06-7D54574E68F1}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{9BB65A2B-374F-4661-8C06-7D54574E68F1}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