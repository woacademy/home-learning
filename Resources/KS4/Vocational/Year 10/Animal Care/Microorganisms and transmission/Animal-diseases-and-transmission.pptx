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51AD71-A205-48FF-B9F0-5792F63FCD02}">
  <a:tblStyle styleId="{AA51AD71-A205-48FF-B9F0-5792F63FCD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{AA51AD71-A205-48FF-B9F0-5792F63FCD02}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{AA51AD71-A205-48FF-B9F0-5792F63FCD02}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{AA51AD71-A205-48FF-B9F0-5792F63FCD02}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{AA51AD71-A205-48FF-B9F0-5792F63FCD02}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{AA51AD71-A205-48FF-B9F0-5792F63FCD02}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