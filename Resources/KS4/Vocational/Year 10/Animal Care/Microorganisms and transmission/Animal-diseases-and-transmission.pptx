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198DCC-3A16-42C1-BE03-6A1E44A86DC2}">
  <a:tblStyle styleId="{87198DCC-3A16-42C1-BE03-6A1E44A86DC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{87198DCC-3A16-42C1-BE03-6A1E44A86DC2}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{87198DCC-3A16-42C1-BE03-6A1E44A86DC2}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{87198DCC-3A16-42C1-BE03-6A1E44A86DC2}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{87198DCC-3A16-42C1-BE03-6A1E44A86DC2}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{87198DCC-3A16-42C1-BE03-6A1E44A86DC2}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