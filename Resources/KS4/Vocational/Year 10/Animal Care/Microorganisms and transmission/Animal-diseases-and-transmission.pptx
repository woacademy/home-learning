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A26C9-E647-4F43-833A-63346FE10912}">
  <a:tblStyle styleId="{950A26C9-E647-4F43-833A-63346FE109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{950A26C9-E647-4F43-833A-63346FE10912}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{950A26C9-E647-4F43-833A-63346FE10912}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{950A26C9-E647-4F43-833A-63346FE10912}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{950A26C9-E647-4F43-833A-63346FE10912}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{950A26C9-E647-4F43-833A-63346FE10912}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