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F1C9238-256E-4987-874A-FC5EF5D57BBB}">
  <a:tblStyle styleId="{CF1C9238-256E-4987-874A-FC5EF5D57BB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{CF1C9238-256E-4987-874A-FC5EF5D57BBB}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{CF1C9238-256E-4987-874A-FC5EF5D57BBB}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{CF1C9238-256E-4987-874A-FC5EF5D57BBB}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{CF1C9238-256E-4987-874A-FC5EF5D57BBB}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{CF1C9238-256E-4987-874A-FC5EF5D57BBB}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