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48273E-CC46-49C3-AA56-0C08FEE1E150}">
  <a:tblStyle styleId="{C148273E-CC46-49C3-AA56-0C08FEE1E1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{C148273E-CC46-49C3-AA56-0C08FEE1E150}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{C148273E-CC46-49C3-AA56-0C08FEE1E150}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{C148273E-CC46-49C3-AA56-0C08FEE1E150}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{C148273E-CC46-49C3-AA56-0C08FEE1E150}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{C148273E-CC46-49C3-AA56-0C08FEE1E150}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