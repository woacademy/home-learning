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6D8FD-D329-4109-931F-10E34ABAE8DC}">
  <a:tblStyle styleId="{1D26D8FD-D329-4109-931F-10E34ABAE8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{1D26D8FD-D329-4109-931F-10E34ABAE8DC}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{1D26D8FD-D329-4109-931F-10E34ABAE8DC}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{1D26D8FD-D329-4109-931F-10E34ABAE8DC}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{1D26D8FD-D329-4109-931F-10E34ABAE8DC}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{1D26D8FD-D329-4109-931F-10E34ABAE8DC}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