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E112F7-7594-4268-8D96-D56B68C2B55E}">
  <a:tblStyle styleId="{86E112F7-7594-4268-8D96-D56B68C2B5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{86E112F7-7594-4268-8D96-D56B68C2B55E}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{86E112F7-7594-4268-8D96-D56B68C2B55E}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{86E112F7-7594-4268-8D96-D56B68C2B55E}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{86E112F7-7594-4268-8D96-D56B68C2B55E}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{86E112F7-7594-4268-8D96-D56B68C2B55E}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