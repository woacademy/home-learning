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F74CB6-3219-4D00-A6C0-F167041BD7C5}">
  <a:tblStyle styleId="{61F74CB6-3219-4D00-A6C0-F167041BD7C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{61F74CB6-3219-4D00-A6C0-F167041BD7C5}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{61F74CB6-3219-4D00-A6C0-F167041BD7C5}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{61F74CB6-3219-4D00-A6C0-F167041BD7C5}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{61F74CB6-3219-4D00-A6C0-F167041BD7C5}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{61F74CB6-3219-4D00-A6C0-F167041BD7C5}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