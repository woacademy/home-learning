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B65FE0-5CB3-41EB-9668-AA5C856DB596}">
  <a:tblStyle styleId="{5BB65FE0-5CB3-41EB-9668-AA5C856DB5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{5BB65FE0-5CB3-41EB-9668-AA5C856DB596}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{5BB65FE0-5CB3-41EB-9668-AA5C856DB596}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{5BB65FE0-5CB3-41EB-9668-AA5C856DB596}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{5BB65FE0-5CB3-41EB-9668-AA5C856DB596}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{5BB65FE0-5CB3-41EB-9668-AA5C856DB596}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