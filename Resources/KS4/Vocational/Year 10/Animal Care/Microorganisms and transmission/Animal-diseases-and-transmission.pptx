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B5FD32-FE42-4CD9-B486-059BDF80AD23}">
  <a:tblStyle styleId="{A6B5FD32-FE42-4CD9-B486-059BDF80AD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{A6B5FD32-FE42-4CD9-B486-059BDF80AD23}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{A6B5FD32-FE42-4CD9-B486-059BDF80AD23}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{A6B5FD32-FE42-4CD9-B486-059BDF80AD23}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{A6B5FD32-FE42-4CD9-B486-059BDF80AD23}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{A6B5FD32-FE42-4CD9-B486-059BDF80AD23}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