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4C0A08-0181-40F6-8378-5969B03D1CAE}">
  <a:tblStyle styleId="{314C0A08-0181-40F6-8378-5969B03D1C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{314C0A08-0181-40F6-8378-5969B03D1CAE}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{314C0A08-0181-40F6-8378-5969B03D1CAE}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{314C0A08-0181-40F6-8378-5969B03D1CAE}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{314C0A08-0181-40F6-8378-5969B03D1CAE}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{314C0A08-0181-40F6-8378-5969B03D1CAE}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