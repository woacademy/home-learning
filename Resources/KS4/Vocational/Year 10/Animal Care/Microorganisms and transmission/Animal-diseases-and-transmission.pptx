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FABCFF-A522-48F5-A439-328E088C7B22}">
  <a:tblStyle styleId="{79FABCFF-A522-48F5-A439-328E088C7B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{79FABCFF-A522-48F5-A439-328E088C7B22}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{79FABCFF-A522-48F5-A439-328E088C7B22}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{79FABCFF-A522-48F5-A439-328E088C7B22}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{79FABCFF-A522-48F5-A439-328E088C7B22}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{79FABCFF-A522-48F5-A439-328E088C7B22}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