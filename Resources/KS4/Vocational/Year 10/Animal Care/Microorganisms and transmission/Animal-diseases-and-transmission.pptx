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BF64BF-EDAE-4AA4-AAAC-670A0C127DC1}">
  <a:tblStyle styleId="{1CBF64BF-EDAE-4AA4-AAAC-670A0C127D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{1CBF64BF-EDAE-4AA4-AAAC-670A0C127DC1}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{1CBF64BF-EDAE-4AA4-AAAC-670A0C127DC1}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{1CBF64BF-EDAE-4AA4-AAAC-670A0C127DC1}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{1CBF64BF-EDAE-4AA4-AAAC-670A0C127DC1}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{1CBF64BF-EDAE-4AA4-AAAC-670A0C127DC1}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