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11FF50-A8D9-4D7C-A6CC-6BE22952EDCA}">
  <a:tblStyle styleId="{D511FF50-A8D9-4D7C-A6CC-6BE22952ED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{D511FF50-A8D9-4D7C-A6CC-6BE22952EDCA}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{D511FF50-A8D9-4D7C-A6CC-6BE22952EDCA}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{D511FF50-A8D9-4D7C-A6CC-6BE22952EDCA}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{D511FF50-A8D9-4D7C-A6CC-6BE22952EDCA}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{D511FF50-A8D9-4D7C-A6CC-6BE22952EDCA}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