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D619A3-F8D2-411A-8E21-C3BF140E9FE2}">
  <a:tblStyle styleId="{A2D619A3-F8D2-411A-8E21-C3BF140E9F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{A2D619A3-F8D2-411A-8E21-C3BF140E9FE2}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{A2D619A3-F8D2-411A-8E21-C3BF140E9FE2}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{A2D619A3-F8D2-411A-8E21-C3BF140E9FE2}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{A2D619A3-F8D2-411A-8E21-C3BF140E9FE2}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{A2D619A3-F8D2-411A-8E21-C3BF140E9FE2}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