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A4F268-39DB-4C5E-A18C-06835517F02B}">
  <a:tblStyle styleId="{AAA4F268-39DB-4C5E-A18C-06835517F0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{AAA4F268-39DB-4C5E-A18C-06835517F02B}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{AAA4F268-39DB-4C5E-A18C-06835517F02B}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{AAA4F268-39DB-4C5E-A18C-06835517F02B}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{AAA4F268-39DB-4C5E-A18C-06835517F02B}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{AAA4F268-39DB-4C5E-A18C-06835517F02B}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