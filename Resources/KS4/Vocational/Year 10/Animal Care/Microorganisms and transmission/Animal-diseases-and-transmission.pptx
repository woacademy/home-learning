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B4841F-88ED-4804-9236-49BFCDEA03EB}">
  <a:tblStyle styleId="{E8B4841F-88ED-4804-9236-49BFCDEA03E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{E8B4841F-88ED-4804-9236-49BFCDEA03EB}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{E8B4841F-88ED-4804-9236-49BFCDEA03EB}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{E8B4841F-88ED-4804-9236-49BFCDEA03EB}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{E8B4841F-88ED-4804-9236-49BFCDEA03EB}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{E8B4841F-88ED-4804-9236-49BFCDEA03EB}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