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4FA8D4-2D69-43FA-9584-1FA2E40DB6E7}">
  <a:tblStyle styleId="{C84FA8D4-2D69-43FA-9584-1FA2E40DB6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{C84FA8D4-2D69-43FA-9584-1FA2E40DB6E7}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{C84FA8D4-2D69-43FA-9584-1FA2E40DB6E7}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{C84FA8D4-2D69-43FA-9584-1FA2E40DB6E7}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{C84FA8D4-2D69-43FA-9584-1FA2E40DB6E7}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{C84FA8D4-2D69-43FA-9584-1FA2E40DB6E7}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