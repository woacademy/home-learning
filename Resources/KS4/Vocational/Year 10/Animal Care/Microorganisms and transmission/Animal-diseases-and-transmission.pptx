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EDCBFC5-0635-4940-AE63-7B5EE04173D4}">
  <a:tblStyle styleId="{BEDCBFC5-0635-4940-AE63-7B5EE04173D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{BEDCBFC5-0635-4940-AE63-7B5EE04173D4}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{BEDCBFC5-0635-4940-AE63-7B5EE04173D4}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{BEDCBFC5-0635-4940-AE63-7B5EE04173D4}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{BEDCBFC5-0635-4940-AE63-7B5EE04173D4}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{BEDCBFC5-0635-4940-AE63-7B5EE04173D4}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