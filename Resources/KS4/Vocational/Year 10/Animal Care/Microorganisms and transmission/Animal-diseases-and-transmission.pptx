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8C6E6F-180F-4DD1-A91F-76EEE63C8354}">
  <a:tblStyle styleId="{458C6E6F-180F-4DD1-A91F-76EEE63C83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{458C6E6F-180F-4DD1-A91F-76EEE63C8354}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{458C6E6F-180F-4DD1-A91F-76EEE63C8354}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{458C6E6F-180F-4DD1-A91F-76EEE63C8354}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{458C6E6F-180F-4DD1-A91F-76EEE63C8354}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{458C6E6F-180F-4DD1-A91F-76EEE63C8354}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