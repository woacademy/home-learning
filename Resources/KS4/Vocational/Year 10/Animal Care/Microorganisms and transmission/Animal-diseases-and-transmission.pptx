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E7B80-1720-4ABE-9A32-7D5FC9436F55}">
  <a:tblStyle styleId="{46DE7B80-1720-4ABE-9A32-7D5FC9436F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{46DE7B80-1720-4ABE-9A32-7D5FC9436F55}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{46DE7B80-1720-4ABE-9A32-7D5FC9436F55}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{46DE7B80-1720-4ABE-9A32-7D5FC9436F55}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{46DE7B80-1720-4ABE-9A32-7D5FC9436F55}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{46DE7B80-1720-4ABE-9A32-7D5FC9436F55}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