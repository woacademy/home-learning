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FA2AED-5C88-4C87-A749-23260955B616}">
  <a:tblStyle styleId="{18FA2AED-5C88-4C87-A749-23260955B61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{18FA2AED-5C88-4C87-A749-23260955B616}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{18FA2AED-5C88-4C87-A749-23260955B616}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{18FA2AED-5C88-4C87-A749-23260955B616}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{18FA2AED-5C88-4C87-A749-23260955B616}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{18FA2AED-5C88-4C87-A749-23260955B616}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