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410D94-05B4-4949-8792-D67CD25EA953}">
  <a:tblStyle styleId="{42410D94-05B4-4949-8792-D67CD25EA9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{42410D94-05B4-4949-8792-D67CD25EA953}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{42410D94-05B4-4949-8792-D67CD25EA953}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{42410D94-05B4-4949-8792-D67CD25EA953}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{42410D94-05B4-4949-8792-D67CD25EA953}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{42410D94-05B4-4949-8792-D67CD25EA953}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