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3BC9C-EFA6-4F63-9219-A1C77ECD464A}">
  <a:tblStyle styleId="{CC23BC9C-EFA6-4F63-9219-A1C77ECD46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{CC23BC9C-EFA6-4F63-9219-A1C77ECD464A}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{CC23BC9C-EFA6-4F63-9219-A1C77ECD464A}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{CC23BC9C-EFA6-4F63-9219-A1C77ECD464A}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{CC23BC9C-EFA6-4F63-9219-A1C77ECD464A}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{CC23BC9C-EFA6-4F63-9219-A1C77ECD464A}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