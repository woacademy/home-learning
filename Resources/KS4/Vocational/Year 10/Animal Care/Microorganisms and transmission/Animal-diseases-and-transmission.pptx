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7ED5BF-200A-4FB0-A184-81CDECEC73F0}">
  <a:tblStyle styleId="{057ED5BF-200A-4FB0-A184-81CDECEC73F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{057ED5BF-200A-4FB0-A184-81CDECEC73F0}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{057ED5BF-200A-4FB0-A184-81CDECEC73F0}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{057ED5BF-200A-4FB0-A184-81CDECEC73F0}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{057ED5BF-200A-4FB0-A184-81CDECEC73F0}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{057ED5BF-200A-4FB0-A184-81CDECEC73F0}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