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ED3824-F69B-4FBD-97EB-E1917179A924}">
  <a:tblStyle styleId="{1DED3824-F69B-4FBD-97EB-E1917179A92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{1DED3824-F69B-4FBD-97EB-E1917179A924}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{1DED3824-F69B-4FBD-97EB-E1917179A924}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{1DED3824-F69B-4FBD-97EB-E1917179A924}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{1DED3824-F69B-4FBD-97EB-E1917179A924}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{1DED3824-F69B-4FBD-97EB-E1917179A924}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