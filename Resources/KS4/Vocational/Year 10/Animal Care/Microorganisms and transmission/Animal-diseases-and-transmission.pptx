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13E6837-DBBF-432D-8203-F880B97F7D07}">
  <a:tblStyle styleId="{413E6837-DBBF-432D-8203-F880B97F7D0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{413E6837-DBBF-432D-8203-F880B97F7D07}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{413E6837-DBBF-432D-8203-F880B97F7D07}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{413E6837-DBBF-432D-8203-F880B97F7D07}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{413E6837-DBBF-432D-8203-F880B97F7D07}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{413E6837-DBBF-432D-8203-F880B97F7D07}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