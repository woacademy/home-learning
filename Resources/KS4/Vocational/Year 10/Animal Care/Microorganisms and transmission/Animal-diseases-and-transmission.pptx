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874D40A-211C-4ACC-8E2B-4923D13C59B9}">
  <a:tblStyle styleId="{A874D40A-211C-4ACC-8E2B-4923D13C59B9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{A874D40A-211C-4ACC-8E2B-4923D13C59B9}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{A874D40A-211C-4ACC-8E2B-4923D13C59B9}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{A874D40A-211C-4ACC-8E2B-4923D13C59B9}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{A874D40A-211C-4ACC-8E2B-4923D13C59B9}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{A874D40A-211C-4ACC-8E2B-4923D13C59B9}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