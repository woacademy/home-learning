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76C31-77D2-4F3E-9B84-18704561F88C}">
  <a:tblStyle styleId="{95476C31-77D2-4F3E-9B84-18704561F8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{95476C31-77D2-4F3E-9B84-18704561F88C}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{95476C31-77D2-4F3E-9B84-18704561F88C}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{95476C31-77D2-4F3E-9B84-18704561F88C}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{95476C31-77D2-4F3E-9B84-18704561F88C}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{95476C31-77D2-4F3E-9B84-18704561F88C}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