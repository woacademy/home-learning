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23DA41-BE4B-4504-960A-FC28B5C7E3D1}">
  <a:tblStyle styleId="{8423DA41-BE4B-4504-960A-FC28B5C7E3D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{8423DA41-BE4B-4504-960A-FC28B5C7E3D1}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{8423DA41-BE4B-4504-960A-FC28B5C7E3D1}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{8423DA41-BE4B-4504-960A-FC28B5C7E3D1}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{8423DA41-BE4B-4504-960A-FC28B5C7E3D1}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{8423DA41-BE4B-4504-960A-FC28B5C7E3D1}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