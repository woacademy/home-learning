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5A264F-3F9F-43DC-83B3-9722B5AF1741}">
  <a:tblStyle styleId="{985A264F-3F9F-43DC-83B3-9722B5AF17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{985A264F-3F9F-43DC-83B3-9722B5AF1741}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{985A264F-3F9F-43DC-83B3-9722B5AF1741}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{985A264F-3F9F-43DC-83B3-9722B5AF1741}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{985A264F-3F9F-43DC-83B3-9722B5AF1741}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{985A264F-3F9F-43DC-83B3-9722B5AF1741}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