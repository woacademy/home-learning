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FB8041F-4C39-4E5E-A5E8-5E79D12F863B}">
  <a:tblStyle styleId="{4FB8041F-4C39-4E5E-A5E8-5E79D12F863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{4FB8041F-4C39-4E5E-A5E8-5E79D12F863B}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{4FB8041F-4C39-4E5E-A5E8-5E79D12F863B}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{4FB8041F-4C39-4E5E-A5E8-5E79D12F863B}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{4FB8041F-4C39-4E5E-A5E8-5E79D12F863B}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{4FB8041F-4C39-4E5E-A5E8-5E79D12F863B}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