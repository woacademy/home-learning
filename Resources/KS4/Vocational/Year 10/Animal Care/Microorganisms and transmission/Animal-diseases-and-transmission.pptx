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DB8FC0-41B0-49CE-AB88-8FA13215C296}">
  <a:tblStyle styleId="{12DB8FC0-41B0-49CE-AB88-8FA13215C29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{12DB8FC0-41B0-49CE-AB88-8FA13215C296}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{12DB8FC0-41B0-49CE-AB88-8FA13215C296}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{12DB8FC0-41B0-49CE-AB88-8FA13215C296}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{12DB8FC0-41B0-49CE-AB88-8FA13215C296}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{12DB8FC0-41B0-49CE-AB88-8FA13215C296}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