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6223F0-913D-47FA-9CAD-2A5036B80564}">
  <a:tblStyle styleId="{0D6223F0-913D-47FA-9CAD-2A5036B805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{0D6223F0-913D-47FA-9CAD-2A5036B80564}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{0D6223F0-913D-47FA-9CAD-2A5036B80564}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{0D6223F0-913D-47FA-9CAD-2A5036B80564}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{0D6223F0-913D-47FA-9CAD-2A5036B80564}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{0D6223F0-913D-47FA-9CAD-2A5036B80564}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