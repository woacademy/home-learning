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14834E-F33F-43A2-8F35-C8C09006CF04}">
  <a:tblStyle styleId="{A814834E-F33F-43A2-8F35-C8C09006CF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{A814834E-F33F-43A2-8F35-C8C09006CF04}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{A814834E-F33F-43A2-8F35-C8C09006CF04}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{A814834E-F33F-43A2-8F35-C8C09006CF04}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{A814834E-F33F-43A2-8F35-C8C09006CF04}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{A814834E-F33F-43A2-8F35-C8C09006CF04}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