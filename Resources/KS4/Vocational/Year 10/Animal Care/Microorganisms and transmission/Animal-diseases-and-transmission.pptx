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B8CEC6-A714-44C9-A724-A68975A32D00}">
  <a:tblStyle styleId="{ABB8CEC6-A714-44C9-A724-A68975A32D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{ABB8CEC6-A714-44C9-A724-A68975A32D00}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{ABB8CEC6-A714-44C9-A724-A68975A32D00}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{ABB8CEC6-A714-44C9-A724-A68975A32D00}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{ABB8CEC6-A714-44C9-A724-A68975A32D00}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{ABB8CEC6-A714-44C9-A724-A68975A32D00}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