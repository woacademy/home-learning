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52A154-7311-402C-BF7E-DEC5D5EC79A5}">
  <a:tblStyle styleId="{3552A154-7311-402C-BF7E-DEC5D5EC79A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{3552A154-7311-402C-BF7E-DEC5D5EC79A5}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{3552A154-7311-402C-BF7E-DEC5D5EC79A5}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{3552A154-7311-402C-BF7E-DEC5D5EC79A5}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{3552A154-7311-402C-BF7E-DEC5D5EC79A5}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{3552A154-7311-402C-BF7E-DEC5D5EC79A5}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