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7F982C-6F91-4F3B-88F0-0FC30A83CEF8}">
  <a:tblStyle styleId="{557F982C-6F91-4F3B-88F0-0FC30A83CEF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{557F982C-6F91-4F3B-88F0-0FC30A83CEF8}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{557F982C-6F91-4F3B-88F0-0FC30A83CEF8}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{557F982C-6F91-4F3B-88F0-0FC30A83CEF8}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{557F982C-6F91-4F3B-88F0-0FC30A83CEF8}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{557F982C-6F91-4F3B-88F0-0FC30A83CEF8}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