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D0A0DB-CB5C-44FF-9D4A-81E6C16E1680}">
  <a:tblStyle styleId="{3AD0A0DB-CB5C-44FF-9D4A-81E6C16E16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{3AD0A0DB-CB5C-44FF-9D4A-81E6C16E1680}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{3AD0A0DB-CB5C-44FF-9D4A-81E6C16E1680}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{3AD0A0DB-CB5C-44FF-9D4A-81E6C16E1680}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{3AD0A0DB-CB5C-44FF-9D4A-81E6C16E1680}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{3AD0A0DB-CB5C-44FF-9D4A-81E6C16E1680}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