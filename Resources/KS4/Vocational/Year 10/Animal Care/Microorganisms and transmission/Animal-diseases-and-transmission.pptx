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7D225D-8896-460D-94BF-679D293598B8}">
  <a:tblStyle styleId="{A07D225D-8896-460D-94BF-679D293598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{A07D225D-8896-460D-94BF-679D293598B8}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{A07D225D-8896-460D-94BF-679D293598B8}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{A07D225D-8896-460D-94BF-679D293598B8}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{A07D225D-8896-460D-94BF-679D293598B8}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{A07D225D-8896-460D-94BF-679D293598B8}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