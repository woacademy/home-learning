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BB4726-7D3D-40E6-829F-97A7F1980EDB}">
  <a:tblStyle styleId="{A9BB4726-7D3D-40E6-829F-97A7F1980E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{A9BB4726-7D3D-40E6-829F-97A7F1980EDB}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{A9BB4726-7D3D-40E6-829F-97A7F1980EDB}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{A9BB4726-7D3D-40E6-829F-97A7F1980EDB}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{A9BB4726-7D3D-40E6-829F-97A7F1980EDB}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{A9BB4726-7D3D-40E6-829F-97A7F1980EDB}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