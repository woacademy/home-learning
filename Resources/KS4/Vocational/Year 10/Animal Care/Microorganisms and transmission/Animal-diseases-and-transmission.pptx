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9173C-1465-4742-BC51-B9322FDA430D}">
  <a:tblStyle styleId="{6D99173C-1465-4742-BC51-B9322FDA43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{6D99173C-1465-4742-BC51-B9322FDA430D}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{6D99173C-1465-4742-BC51-B9322FDA430D}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{6D99173C-1465-4742-BC51-B9322FDA430D}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{6D99173C-1465-4742-BC51-B9322FDA430D}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{6D99173C-1465-4742-BC51-B9322FDA430D}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