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89F527-E11D-4C86-A081-227622C7C8F8}">
  <a:tblStyle styleId="{9C89F527-E11D-4C86-A081-227622C7C8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{9C89F527-E11D-4C86-A081-227622C7C8F8}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{9C89F527-E11D-4C86-A081-227622C7C8F8}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{9C89F527-E11D-4C86-A081-227622C7C8F8}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{9C89F527-E11D-4C86-A081-227622C7C8F8}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{9C89F527-E11D-4C86-A081-227622C7C8F8}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