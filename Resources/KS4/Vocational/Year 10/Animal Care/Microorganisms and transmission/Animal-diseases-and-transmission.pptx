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C5E1C1-775B-41BA-AFC9-5BB80A392D0F}">
  <a:tblStyle styleId="{2FC5E1C1-775B-41BA-AFC9-5BB80A392D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{2FC5E1C1-775B-41BA-AFC9-5BB80A392D0F}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{2FC5E1C1-775B-41BA-AFC9-5BB80A392D0F}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{2FC5E1C1-775B-41BA-AFC9-5BB80A392D0F}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{2FC5E1C1-775B-41BA-AFC9-5BB80A392D0F}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{2FC5E1C1-775B-41BA-AFC9-5BB80A392D0F}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