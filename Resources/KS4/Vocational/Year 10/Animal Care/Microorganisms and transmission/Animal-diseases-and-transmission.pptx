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E50D27-F2EA-497A-8F4F-FA1755B66BE9}">
  <a:tblStyle styleId="{8BE50D27-F2EA-497A-8F4F-FA1755B66B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{8BE50D27-F2EA-497A-8F4F-FA1755B66BE9}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{8BE50D27-F2EA-497A-8F4F-FA1755B66BE9}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{8BE50D27-F2EA-497A-8F4F-FA1755B66BE9}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{8BE50D27-F2EA-497A-8F4F-FA1755B66BE9}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{8BE50D27-F2EA-497A-8F4F-FA1755B66BE9}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