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F1CB2-3EA6-4F4D-873D-A5D3D58704D8}">
  <a:tblStyle styleId="{BF8F1CB2-3EA6-4F4D-873D-A5D3D58704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{BF8F1CB2-3EA6-4F4D-873D-A5D3D58704D8}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{BF8F1CB2-3EA6-4F4D-873D-A5D3D58704D8}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{BF8F1CB2-3EA6-4F4D-873D-A5D3D58704D8}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{BF8F1CB2-3EA6-4F4D-873D-A5D3D58704D8}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{BF8F1CB2-3EA6-4F4D-873D-A5D3D58704D8}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