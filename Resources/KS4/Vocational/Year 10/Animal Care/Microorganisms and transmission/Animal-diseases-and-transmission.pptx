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D94CEB-A479-4F2D-A2FC-AFF7124209F6}">
  <a:tblStyle styleId="{E5D94CEB-A479-4F2D-A2FC-AFF7124209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{E5D94CEB-A479-4F2D-A2FC-AFF7124209F6}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{E5D94CEB-A479-4F2D-A2FC-AFF7124209F6}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{E5D94CEB-A479-4F2D-A2FC-AFF7124209F6}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{E5D94CEB-A479-4F2D-A2FC-AFF7124209F6}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{E5D94CEB-A479-4F2D-A2FC-AFF7124209F6}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