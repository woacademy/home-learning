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014EE2-503A-47E9-89AA-0AEE273456C0}">
  <a:tblStyle styleId="{4C014EE2-503A-47E9-89AA-0AEE273456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{4C014EE2-503A-47E9-89AA-0AEE273456C0}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{4C014EE2-503A-47E9-89AA-0AEE273456C0}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{4C014EE2-503A-47E9-89AA-0AEE273456C0}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{4C014EE2-503A-47E9-89AA-0AEE273456C0}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{4C014EE2-503A-47E9-89AA-0AEE273456C0}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