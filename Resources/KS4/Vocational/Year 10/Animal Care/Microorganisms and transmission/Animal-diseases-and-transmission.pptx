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C6B5A8-5DDC-4FE0-8A4A-9B5AEABB01CD}">
  <a:tblStyle styleId="{E1C6B5A8-5DDC-4FE0-8A4A-9B5AEABB01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{E1C6B5A8-5DDC-4FE0-8A4A-9B5AEABB01CD}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{E1C6B5A8-5DDC-4FE0-8A4A-9B5AEABB01CD}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{E1C6B5A8-5DDC-4FE0-8A4A-9B5AEABB01CD}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{E1C6B5A8-5DDC-4FE0-8A4A-9B5AEABB01CD}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{E1C6B5A8-5DDC-4FE0-8A4A-9B5AEABB01CD}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