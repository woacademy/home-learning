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1EC461-D6EC-4D63-959C-7B2020C04111}">
  <a:tblStyle styleId="{431EC461-D6EC-4D63-959C-7B2020C0411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{431EC461-D6EC-4D63-959C-7B2020C04111}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{431EC461-D6EC-4D63-959C-7B2020C04111}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{431EC461-D6EC-4D63-959C-7B2020C04111}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{431EC461-D6EC-4D63-959C-7B2020C04111}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{431EC461-D6EC-4D63-959C-7B2020C04111}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