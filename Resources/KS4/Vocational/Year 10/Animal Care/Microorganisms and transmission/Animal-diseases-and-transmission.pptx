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EB1B0-996A-4DEB-978A-F420B7939408}">
  <a:tblStyle styleId="{1A0EB1B0-996A-4DEB-978A-F420B79394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{1A0EB1B0-996A-4DEB-978A-F420B7939408}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{1A0EB1B0-996A-4DEB-978A-F420B7939408}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{1A0EB1B0-996A-4DEB-978A-F420B7939408}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{1A0EB1B0-996A-4DEB-978A-F420B7939408}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{1A0EB1B0-996A-4DEB-978A-F420B7939408}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