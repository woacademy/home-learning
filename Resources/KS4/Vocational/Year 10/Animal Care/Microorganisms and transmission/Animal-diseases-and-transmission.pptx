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3AB227-F22C-4437-AEFB-933175ECBC22}">
  <a:tblStyle styleId="{B63AB227-F22C-4437-AEFB-933175ECBC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{B63AB227-F22C-4437-AEFB-933175ECBC22}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{B63AB227-F22C-4437-AEFB-933175ECBC22}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{B63AB227-F22C-4437-AEFB-933175ECBC22}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{B63AB227-F22C-4437-AEFB-933175ECBC22}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{B63AB227-F22C-4437-AEFB-933175ECBC22}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