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61717A-D960-40A5-87FC-4E29C32B1FA8}">
  <a:tblStyle styleId="{8861717A-D960-40A5-87FC-4E29C32B1F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{8861717A-D960-40A5-87FC-4E29C32B1FA8}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{8861717A-D960-40A5-87FC-4E29C32B1FA8}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{8861717A-D960-40A5-87FC-4E29C32B1FA8}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{8861717A-D960-40A5-87FC-4E29C32B1FA8}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{8861717A-D960-40A5-87FC-4E29C32B1FA8}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