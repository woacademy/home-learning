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35AC6C-97B8-4F17-B84F-397A70CB6496}">
  <a:tblStyle styleId="{B135AC6C-97B8-4F17-B84F-397A70CB64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{B135AC6C-97B8-4F17-B84F-397A70CB6496}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{B135AC6C-97B8-4F17-B84F-397A70CB6496}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{B135AC6C-97B8-4F17-B84F-397A70CB6496}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{B135AC6C-97B8-4F17-B84F-397A70CB6496}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{B135AC6C-97B8-4F17-B84F-397A70CB6496}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