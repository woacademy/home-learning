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DE1D09-66A1-44CF-BCE1-A34C6308B3C8}">
  <a:tblStyle styleId="{5ADE1D09-66A1-44CF-BCE1-A34C6308B3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{5ADE1D09-66A1-44CF-BCE1-A34C6308B3C8}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{5ADE1D09-66A1-44CF-BCE1-A34C6308B3C8}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{5ADE1D09-66A1-44CF-BCE1-A34C6308B3C8}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{5ADE1D09-66A1-44CF-BCE1-A34C6308B3C8}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{5ADE1D09-66A1-44CF-BCE1-A34C6308B3C8}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