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66ED97-2150-45AE-8EA9-721FB0C5FC10}">
  <a:tblStyle styleId="{1066ED97-2150-45AE-8EA9-721FB0C5FC1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{1066ED97-2150-45AE-8EA9-721FB0C5FC10}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{1066ED97-2150-45AE-8EA9-721FB0C5FC10}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{1066ED97-2150-45AE-8EA9-721FB0C5FC10}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{1066ED97-2150-45AE-8EA9-721FB0C5FC10}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{1066ED97-2150-45AE-8EA9-721FB0C5FC10}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