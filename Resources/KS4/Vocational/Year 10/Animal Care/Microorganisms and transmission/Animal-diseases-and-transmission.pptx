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4EAD96-D0B5-48CE-B638-399C431E21B1}">
  <a:tblStyle styleId="{7E4EAD96-D0B5-48CE-B638-399C431E21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{7E4EAD96-D0B5-48CE-B638-399C431E21B1}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{7E4EAD96-D0B5-48CE-B638-399C431E21B1}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{7E4EAD96-D0B5-48CE-B638-399C431E21B1}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{7E4EAD96-D0B5-48CE-B638-399C431E21B1}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{7E4EAD96-D0B5-48CE-B638-399C431E21B1}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