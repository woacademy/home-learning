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15EDFD-525E-415F-B93F-61747C2DE8A1}">
  <a:tblStyle styleId="{BB15EDFD-525E-415F-B93F-61747C2DE8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{BB15EDFD-525E-415F-B93F-61747C2DE8A1}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{BB15EDFD-525E-415F-B93F-61747C2DE8A1}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{BB15EDFD-525E-415F-B93F-61747C2DE8A1}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{BB15EDFD-525E-415F-B93F-61747C2DE8A1}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{BB15EDFD-525E-415F-B93F-61747C2DE8A1}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