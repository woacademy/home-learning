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711CDD1-92DB-4C10-8AA0-A730A3357131}">
  <a:tblStyle styleId="{8711CDD1-92DB-4C10-8AA0-A730A335713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{8711CDD1-92DB-4C10-8AA0-A730A3357131}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{8711CDD1-92DB-4C10-8AA0-A730A3357131}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{8711CDD1-92DB-4C10-8AA0-A730A3357131}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{8711CDD1-92DB-4C10-8AA0-A730A3357131}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{8711CDD1-92DB-4C10-8AA0-A730A3357131}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