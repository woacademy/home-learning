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905A4-C69D-48B8-B3BA-C8DCC5326C21}">
  <a:tblStyle styleId="{831905A4-C69D-48B8-B3BA-C8DCC5326C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{831905A4-C69D-48B8-B3BA-C8DCC5326C21}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{831905A4-C69D-48B8-B3BA-C8DCC5326C21}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{831905A4-C69D-48B8-B3BA-C8DCC5326C21}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{831905A4-C69D-48B8-B3BA-C8DCC5326C21}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{831905A4-C69D-48B8-B3BA-C8DCC5326C21}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