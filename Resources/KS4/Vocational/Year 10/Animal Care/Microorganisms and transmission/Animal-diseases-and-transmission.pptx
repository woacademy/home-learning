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BBBDCB-59FC-4C61-A917-5C70F1CEC02C}">
  <a:tblStyle styleId="{DEBBBDCB-59FC-4C61-A917-5C70F1CEC0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{DEBBBDCB-59FC-4C61-A917-5C70F1CEC02C}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{DEBBBDCB-59FC-4C61-A917-5C70F1CEC02C}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{DEBBBDCB-59FC-4C61-A917-5C70F1CEC02C}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{DEBBBDCB-59FC-4C61-A917-5C70F1CEC02C}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{DEBBBDCB-59FC-4C61-A917-5C70F1CEC02C}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