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C462CC-F77F-42FD-A4FD-F5F22AA338AF}">
  <a:tblStyle styleId="{95C462CC-F77F-42FD-A4FD-F5F22AA338A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{95C462CC-F77F-42FD-A4FD-F5F22AA338AF}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{95C462CC-F77F-42FD-A4FD-F5F22AA338AF}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{95C462CC-F77F-42FD-A4FD-F5F22AA338AF}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{95C462CC-F77F-42FD-A4FD-F5F22AA338AF}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{95C462CC-F77F-42FD-A4FD-F5F22AA338AF}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