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55781F-5848-4061-8369-5133E01605BD}">
  <a:tblStyle styleId="{0055781F-5848-4061-8369-5133E01605B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{0055781F-5848-4061-8369-5133E01605BD}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{0055781F-5848-4061-8369-5133E01605BD}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{0055781F-5848-4061-8369-5133E01605BD}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{0055781F-5848-4061-8369-5133E01605BD}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{0055781F-5848-4061-8369-5133E01605BD}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