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FFC9C0-B232-4CFC-85BA-55D1B28C3388}">
  <a:tblStyle styleId="{81FFC9C0-B232-4CFC-85BA-55D1B28C33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{81FFC9C0-B232-4CFC-85BA-55D1B28C3388}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{81FFC9C0-B232-4CFC-85BA-55D1B28C3388}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{81FFC9C0-B232-4CFC-85BA-55D1B28C3388}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{81FFC9C0-B232-4CFC-85BA-55D1B28C3388}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{81FFC9C0-B232-4CFC-85BA-55D1B28C3388}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