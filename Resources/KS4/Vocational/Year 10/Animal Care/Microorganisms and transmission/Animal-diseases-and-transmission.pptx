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D803A2-1571-4489-A756-BBB702F80709}">
  <a:tblStyle styleId="{A5D803A2-1571-4489-A756-BBB702F8070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{A5D803A2-1571-4489-A756-BBB702F80709}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{A5D803A2-1571-4489-A756-BBB702F80709}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{A5D803A2-1571-4489-A756-BBB702F80709}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{A5D803A2-1571-4489-A756-BBB702F80709}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{A5D803A2-1571-4489-A756-BBB702F80709}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