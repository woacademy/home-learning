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C8AD04-E16B-4A67-A3F1-E08E6B58452A}">
  <a:tblStyle styleId="{98C8AD04-E16B-4A67-A3F1-E08E6B58452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{98C8AD04-E16B-4A67-A3F1-E08E6B58452A}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{98C8AD04-E16B-4A67-A3F1-E08E6B58452A}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{98C8AD04-E16B-4A67-A3F1-E08E6B58452A}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{98C8AD04-E16B-4A67-A3F1-E08E6B58452A}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{98C8AD04-E16B-4A67-A3F1-E08E6B58452A}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