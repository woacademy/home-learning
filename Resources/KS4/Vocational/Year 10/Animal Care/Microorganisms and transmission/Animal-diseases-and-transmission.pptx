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BBBECD-B5C9-4421-A9B1-BAAF30677CDD}">
  <a:tblStyle styleId="{15BBBECD-B5C9-4421-A9B1-BAAF30677CD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{15BBBECD-B5C9-4421-A9B1-BAAF30677CDD}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{15BBBECD-B5C9-4421-A9B1-BAAF30677CDD}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{15BBBECD-B5C9-4421-A9B1-BAAF30677CDD}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{15BBBECD-B5C9-4421-A9B1-BAAF30677CDD}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{15BBBECD-B5C9-4421-A9B1-BAAF30677CDD}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