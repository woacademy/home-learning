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618FF3-DD03-4252-820E-DAFED962C576}">
  <a:tblStyle styleId="{9D618FF3-DD03-4252-820E-DAFED962C5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{9D618FF3-DD03-4252-820E-DAFED962C576}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{9D618FF3-DD03-4252-820E-DAFED962C576}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{9D618FF3-DD03-4252-820E-DAFED962C576}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{9D618FF3-DD03-4252-820E-DAFED962C576}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{9D618FF3-DD03-4252-820E-DAFED962C576}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