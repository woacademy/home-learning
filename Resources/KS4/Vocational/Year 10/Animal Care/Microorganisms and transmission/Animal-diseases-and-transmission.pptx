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57B8D9-1DC5-4E28-9B42-B88CF1BE9DDC}">
  <a:tblStyle styleId="{4657B8D9-1DC5-4E28-9B42-B88CF1BE9DD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{4657B8D9-1DC5-4E28-9B42-B88CF1BE9DDC}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{4657B8D9-1DC5-4E28-9B42-B88CF1BE9DDC}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{4657B8D9-1DC5-4E28-9B42-B88CF1BE9DDC}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{4657B8D9-1DC5-4E28-9B42-B88CF1BE9DDC}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{4657B8D9-1DC5-4E28-9B42-B88CF1BE9DDC}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