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6620FD-14A6-49FE-B5D7-D54641F407CD}">
  <a:tblStyle styleId="{806620FD-14A6-49FE-B5D7-D54641F407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{806620FD-14A6-49FE-B5D7-D54641F407CD}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{806620FD-14A6-49FE-B5D7-D54641F407CD}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{806620FD-14A6-49FE-B5D7-D54641F407CD}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{806620FD-14A6-49FE-B5D7-D54641F407CD}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{806620FD-14A6-49FE-B5D7-D54641F407CD}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