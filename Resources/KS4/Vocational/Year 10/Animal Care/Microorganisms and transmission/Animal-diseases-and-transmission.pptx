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5A7366-8F4B-470C-88BA-3A319AD6B425}">
  <a:tblStyle styleId="{845A7366-8F4B-470C-88BA-3A319AD6B42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{845A7366-8F4B-470C-88BA-3A319AD6B425}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{845A7366-8F4B-470C-88BA-3A319AD6B425}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{845A7366-8F4B-470C-88BA-3A319AD6B425}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{845A7366-8F4B-470C-88BA-3A319AD6B425}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{845A7366-8F4B-470C-88BA-3A319AD6B425}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