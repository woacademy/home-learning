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BFE2AD-BCEE-4663-930E-B29CB3061065}">
  <a:tblStyle styleId="{59BFE2AD-BCEE-4663-930E-B29CB30610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{59BFE2AD-BCEE-4663-930E-B29CB3061065}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{59BFE2AD-BCEE-4663-930E-B29CB3061065}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{59BFE2AD-BCEE-4663-930E-B29CB3061065}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{59BFE2AD-BCEE-4663-930E-B29CB3061065}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{59BFE2AD-BCEE-4663-930E-B29CB3061065}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