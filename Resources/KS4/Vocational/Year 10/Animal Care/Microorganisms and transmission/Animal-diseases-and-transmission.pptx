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7774445-AF80-4D8B-8D41-D5992588CD81}">
  <a:tblStyle styleId="{B7774445-AF80-4D8B-8D41-D5992588CD8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{B7774445-AF80-4D8B-8D41-D5992588CD81}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{B7774445-AF80-4D8B-8D41-D5992588CD81}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{B7774445-AF80-4D8B-8D41-D5992588CD81}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{B7774445-AF80-4D8B-8D41-D5992588CD81}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{B7774445-AF80-4D8B-8D41-D5992588CD81}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