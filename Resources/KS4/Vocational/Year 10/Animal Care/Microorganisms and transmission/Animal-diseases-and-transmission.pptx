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9BDB7C-FC21-4B00-9B44-8CB6999436D7}">
  <a:tblStyle styleId="{349BDB7C-FC21-4B00-9B44-8CB6999436D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{349BDB7C-FC21-4B00-9B44-8CB6999436D7}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{349BDB7C-FC21-4B00-9B44-8CB6999436D7}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{349BDB7C-FC21-4B00-9B44-8CB6999436D7}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{349BDB7C-FC21-4B00-9B44-8CB6999436D7}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{349BDB7C-FC21-4B00-9B44-8CB6999436D7}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