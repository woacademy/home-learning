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E7B526-4E36-464D-8906-794A72DB1713}">
  <a:tblStyle styleId="{27E7B526-4E36-464D-8906-794A72DB171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{27E7B526-4E36-464D-8906-794A72DB1713}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{27E7B526-4E36-464D-8906-794A72DB1713}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{27E7B526-4E36-464D-8906-794A72DB1713}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{27E7B526-4E36-464D-8906-794A72DB1713}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{27E7B526-4E36-464D-8906-794A72DB1713}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