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F0616F-5A62-410B-98C1-667DA2CF2AE9}">
  <a:tblStyle styleId="{D1F0616F-5A62-410B-98C1-667DA2CF2AE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{D1F0616F-5A62-410B-98C1-667DA2CF2AE9}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{D1F0616F-5A62-410B-98C1-667DA2CF2AE9}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{D1F0616F-5A62-410B-98C1-667DA2CF2AE9}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{D1F0616F-5A62-410B-98C1-667DA2CF2AE9}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{D1F0616F-5A62-410B-98C1-667DA2CF2AE9}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