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CE8E1A-A182-4DF0-A59F-0047E70D8C56}">
  <a:tblStyle styleId="{7DCE8E1A-A182-4DF0-A59F-0047E70D8C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{7DCE8E1A-A182-4DF0-A59F-0047E70D8C56}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{7DCE8E1A-A182-4DF0-A59F-0047E70D8C56}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{7DCE8E1A-A182-4DF0-A59F-0047E70D8C56}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{7DCE8E1A-A182-4DF0-A59F-0047E70D8C56}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{7DCE8E1A-A182-4DF0-A59F-0047E70D8C56}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