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13AFF12-B676-491A-9267-22EA358DAF9C}">
  <a:tblStyle styleId="{013AFF12-B676-491A-9267-22EA358DAF9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{013AFF12-B676-491A-9267-22EA358DAF9C}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{013AFF12-B676-491A-9267-22EA358DAF9C}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{013AFF12-B676-491A-9267-22EA358DAF9C}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{013AFF12-B676-491A-9267-22EA358DAF9C}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{013AFF12-B676-491A-9267-22EA358DAF9C}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