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6B336-6A8A-4DCE-82DC-98A8B08441F2}">
  <a:tblStyle styleId="{5D56B336-6A8A-4DCE-82DC-98A8B08441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{5D56B336-6A8A-4DCE-82DC-98A8B08441F2}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{5D56B336-6A8A-4DCE-82DC-98A8B08441F2}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{5D56B336-6A8A-4DCE-82DC-98A8B08441F2}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{5D56B336-6A8A-4DCE-82DC-98A8B08441F2}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{5D56B336-6A8A-4DCE-82DC-98A8B08441F2}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