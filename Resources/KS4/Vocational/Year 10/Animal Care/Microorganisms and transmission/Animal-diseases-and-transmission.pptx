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C78A38-D04B-44AD-949C-060B688CCC5A}">
  <a:tblStyle styleId="{D4C78A38-D04B-44AD-949C-060B688CCC5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{D4C78A38-D04B-44AD-949C-060B688CCC5A}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{D4C78A38-D04B-44AD-949C-060B688CCC5A}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{D4C78A38-D04B-44AD-949C-060B688CCC5A}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{D4C78A38-D04B-44AD-949C-060B688CCC5A}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{D4C78A38-D04B-44AD-949C-060B688CCC5A}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