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2B6CFB-E462-4F4C-8058-69D40D3F6C1A}">
  <a:tblStyle styleId="{822B6CFB-E462-4F4C-8058-69D40D3F6C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{822B6CFB-E462-4F4C-8058-69D40D3F6C1A}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{822B6CFB-E462-4F4C-8058-69D40D3F6C1A}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{822B6CFB-E462-4F4C-8058-69D40D3F6C1A}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{822B6CFB-E462-4F4C-8058-69D40D3F6C1A}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{822B6CFB-E462-4F4C-8058-69D40D3F6C1A}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