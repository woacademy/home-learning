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710842-6182-424E-BB0A-2D7766E87E7E}">
  <a:tblStyle styleId="{A7710842-6182-424E-BB0A-2D7766E87E7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{A7710842-6182-424E-BB0A-2D7766E87E7E}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{A7710842-6182-424E-BB0A-2D7766E87E7E}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{A7710842-6182-424E-BB0A-2D7766E87E7E}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{A7710842-6182-424E-BB0A-2D7766E87E7E}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{A7710842-6182-424E-BB0A-2D7766E87E7E}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