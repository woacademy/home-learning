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7A1BAD-8F9D-40FA-9223-A75F6C9A1E42}">
  <a:tblStyle styleId="{D87A1BAD-8F9D-40FA-9223-A75F6C9A1E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{D87A1BAD-8F9D-40FA-9223-A75F6C9A1E42}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{D87A1BAD-8F9D-40FA-9223-A75F6C9A1E42}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{D87A1BAD-8F9D-40FA-9223-A75F6C9A1E42}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{D87A1BAD-8F9D-40FA-9223-A75F6C9A1E42}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{D87A1BAD-8F9D-40FA-9223-A75F6C9A1E42}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