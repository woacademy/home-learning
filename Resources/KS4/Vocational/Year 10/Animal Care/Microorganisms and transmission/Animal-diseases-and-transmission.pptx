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6A9421-1B51-487D-959D-D571E6B7BF70}">
  <a:tblStyle styleId="{916A9421-1B51-487D-959D-D571E6B7BF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{916A9421-1B51-487D-959D-D571E6B7BF70}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{916A9421-1B51-487D-959D-D571E6B7BF70}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{916A9421-1B51-487D-959D-D571E6B7BF70}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{916A9421-1B51-487D-959D-D571E6B7BF70}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{916A9421-1B51-487D-959D-D571E6B7BF70}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