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46925A-759B-4490-8A4F-3AD2D74B04E5}">
  <a:tblStyle styleId="{3846925A-759B-4490-8A4F-3AD2D74B04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{3846925A-759B-4490-8A4F-3AD2D74B04E5}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{3846925A-759B-4490-8A4F-3AD2D74B04E5}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{3846925A-759B-4490-8A4F-3AD2D74B04E5}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{3846925A-759B-4490-8A4F-3AD2D74B04E5}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{3846925A-759B-4490-8A4F-3AD2D74B04E5}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