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7FF602-B76E-48EB-8409-81F1CA4D79D0}">
  <a:tblStyle styleId="{CC7FF602-B76E-48EB-8409-81F1CA4D79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{CC7FF602-B76E-48EB-8409-81F1CA4D79D0}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{CC7FF602-B76E-48EB-8409-81F1CA4D79D0}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{CC7FF602-B76E-48EB-8409-81F1CA4D79D0}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{CC7FF602-B76E-48EB-8409-81F1CA4D79D0}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{CC7FF602-B76E-48EB-8409-81F1CA4D79D0}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