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FBE803-C899-4CF5-BB32-9FDE57F10897}">
  <a:tblStyle styleId="{15FBE803-C899-4CF5-BB32-9FDE57F1089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{15FBE803-C899-4CF5-BB32-9FDE57F10897}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{15FBE803-C899-4CF5-BB32-9FDE57F10897}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{15FBE803-C899-4CF5-BB32-9FDE57F10897}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{15FBE803-C899-4CF5-BB32-9FDE57F10897}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{15FBE803-C899-4CF5-BB32-9FDE57F10897}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