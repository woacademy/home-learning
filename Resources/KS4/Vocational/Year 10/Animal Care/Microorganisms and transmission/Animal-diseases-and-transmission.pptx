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571D5D-AA72-48BD-AC84-C2972C791580}">
  <a:tblStyle styleId="{8F571D5D-AA72-48BD-AC84-C2972C7915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{8F571D5D-AA72-48BD-AC84-C2972C791580}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{8F571D5D-AA72-48BD-AC84-C2972C791580}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{8F571D5D-AA72-48BD-AC84-C2972C791580}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{8F571D5D-AA72-48BD-AC84-C2972C791580}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{8F571D5D-AA72-48BD-AC84-C2972C791580}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