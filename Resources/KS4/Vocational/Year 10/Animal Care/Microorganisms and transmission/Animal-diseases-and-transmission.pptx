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ABB11B-0555-444B-B617-C9B5E66F9616}">
  <a:tblStyle styleId="{63ABB11B-0555-444B-B617-C9B5E66F96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{63ABB11B-0555-444B-B617-C9B5E66F9616}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{63ABB11B-0555-444B-B617-C9B5E66F9616}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{63ABB11B-0555-444B-B617-C9B5E66F9616}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{63ABB11B-0555-444B-B617-C9B5E66F9616}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{63ABB11B-0555-444B-B617-C9B5E66F9616}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