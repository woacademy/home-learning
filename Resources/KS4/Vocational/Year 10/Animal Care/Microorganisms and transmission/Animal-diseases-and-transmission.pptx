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EF16E7-E5D0-476B-945F-22CB2A3D21FA}">
  <a:tblStyle styleId="{31EF16E7-E5D0-476B-945F-22CB2A3D21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{31EF16E7-E5D0-476B-945F-22CB2A3D21FA}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{31EF16E7-E5D0-476B-945F-22CB2A3D21FA}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{31EF16E7-E5D0-476B-945F-22CB2A3D21FA}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{31EF16E7-E5D0-476B-945F-22CB2A3D21FA}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{31EF16E7-E5D0-476B-945F-22CB2A3D21FA}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