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DF54B6-BF51-4F49-90AE-17379338B1FA}">
  <a:tblStyle styleId="{39DF54B6-BF51-4F49-90AE-17379338B1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{39DF54B6-BF51-4F49-90AE-17379338B1FA}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{39DF54B6-BF51-4F49-90AE-17379338B1FA}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{39DF54B6-BF51-4F49-90AE-17379338B1FA}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{39DF54B6-BF51-4F49-90AE-17379338B1FA}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{39DF54B6-BF51-4F49-90AE-17379338B1FA}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