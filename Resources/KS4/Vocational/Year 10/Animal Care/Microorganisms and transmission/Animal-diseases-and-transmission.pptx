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AA2517-FE0A-4D5F-B162-2CF7919635B0}">
  <a:tblStyle styleId="{27AA2517-FE0A-4D5F-B162-2CF7919635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{27AA2517-FE0A-4D5F-B162-2CF7919635B0}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{27AA2517-FE0A-4D5F-B162-2CF7919635B0}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{27AA2517-FE0A-4D5F-B162-2CF7919635B0}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{27AA2517-FE0A-4D5F-B162-2CF7919635B0}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{27AA2517-FE0A-4D5F-B162-2CF7919635B0}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