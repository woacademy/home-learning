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E32B44-0B77-4BC0-BF79-0B75699F8B3A}">
  <a:tblStyle styleId="{81E32B44-0B77-4BC0-BF79-0B75699F8B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{81E32B44-0B77-4BC0-BF79-0B75699F8B3A}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{81E32B44-0B77-4BC0-BF79-0B75699F8B3A}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{81E32B44-0B77-4BC0-BF79-0B75699F8B3A}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{81E32B44-0B77-4BC0-BF79-0B75699F8B3A}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{81E32B44-0B77-4BC0-BF79-0B75699F8B3A}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