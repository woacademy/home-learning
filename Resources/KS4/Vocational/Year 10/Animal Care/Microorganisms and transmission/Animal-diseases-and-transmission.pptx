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DFCC57-17E0-473D-9212-36775ED77DD1}">
  <a:tblStyle styleId="{36DFCC57-17E0-473D-9212-36775ED77D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{36DFCC57-17E0-473D-9212-36775ED77DD1}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{36DFCC57-17E0-473D-9212-36775ED77DD1}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{36DFCC57-17E0-473D-9212-36775ED77DD1}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{36DFCC57-17E0-473D-9212-36775ED77DD1}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{36DFCC57-17E0-473D-9212-36775ED77DD1}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