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7B793B-BE5E-464B-9D6E-E968083901CD}">
  <a:tblStyle styleId="{667B793B-BE5E-464B-9D6E-E968083901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{667B793B-BE5E-464B-9D6E-E968083901CD}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{667B793B-BE5E-464B-9D6E-E968083901CD}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{667B793B-BE5E-464B-9D6E-E968083901CD}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{667B793B-BE5E-464B-9D6E-E968083901CD}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{667B793B-BE5E-464B-9D6E-E968083901CD}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