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B89C3F-9808-4780-9E2A-869F11998DFD}">
  <a:tblStyle styleId="{E7B89C3F-9808-4780-9E2A-869F11998D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{E7B89C3F-9808-4780-9E2A-869F11998DFD}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{E7B89C3F-9808-4780-9E2A-869F11998DFD}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{E7B89C3F-9808-4780-9E2A-869F11998DFD}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{E7B89C3F-9808-4780-9E2A-869F11998DFD}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{E7B89C3F-9808-4780-9E2A-869F11998DFD}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