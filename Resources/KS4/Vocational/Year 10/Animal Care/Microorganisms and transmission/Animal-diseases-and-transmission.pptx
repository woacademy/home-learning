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5D2A47-C610-410D-BB65-F59C64DC85E2}">
  <a:tblStyle styleId="{785D2A47-C610-410D-BB65-F59C64DC85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{785D2A47-C610-410D-BB65-F59C64DC85E2}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{785D2A47-C610-410D-BB65-F59C64DC85E2}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{785D2A47-C610-410D-BB65-F59C64DC85E2}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{785D2A47-C610-410D-BB65-F59C64DC85E2}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{785D2A47-C610-410D-BB65-F59C64DC85E2}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