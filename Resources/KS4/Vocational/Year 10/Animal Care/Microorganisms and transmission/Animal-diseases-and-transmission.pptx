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0BCBC-DCD2-46B3-A7B4-90FC7E5BDA76}">
  <a:tblStyle styleId="{5420BCBC-DCD2-46B3-A7B4-90FC7E5BDA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{5420BCBC-DCD2-46B3-A7B4-90FC7E5BDA76}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{5420BCBC-DCD2-46B3-A7B4-90FC7E5BDA76}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{5420BCBC-DCD2-46B3-A7B4-90FC7E5BDA76}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{5420BCBC-DCD2-46B3-A7B4-90FC7E5BDA76}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{5420BCBC-DCD2-46B3-A7B4-90FC7E5BDA76}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