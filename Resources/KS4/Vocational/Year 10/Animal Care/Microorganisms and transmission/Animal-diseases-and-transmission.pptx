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EEA497-ACF5-4A75-98F3-3389BF35B061}">
  <a:tblStyle styleId="{E8EEA497-ACF5-4A75-98F3-3389BF35B0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{E8EEA497-ACF5-4A75-98F3-3389BF35B061}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{E8EEA497-ACF5-4A75-98F3-3389BF35B061}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{E8EEA497-ACF5-4A75-98F3-3389BF35B061}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{E8EEA497-ACF5-4A75-98F3-3389BF35B061}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{E8EEA497-ACF5-4A75-98F3-3389BF35B061}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