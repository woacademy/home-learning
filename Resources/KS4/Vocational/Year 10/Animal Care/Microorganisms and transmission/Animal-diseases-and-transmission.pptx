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B9D7A-19F3-4FE7-944A-A8E220148F9B}">
  <a:tblStyle styleId="{579B9D7A-19F3-4FE7-944A-A8E220148F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{579B9D7A-19F3-4FE7-944A-A8E220148F9B}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{579B9D7A-19F3-4FE7-944A-A8E220148F9B}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{579B9D7A-19F3-4FE7-944A-A8E220148F9B}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{579B9D7A-19F3-4FE7-944A-A8E220148F9B}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{579B9D7A-19F3-4FE7-944A-A8E220148F9B}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