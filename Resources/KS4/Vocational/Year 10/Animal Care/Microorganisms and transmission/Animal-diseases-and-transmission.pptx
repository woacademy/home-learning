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9FF81-9D60-44CB-8FD1-AB70D2DF4663}">
  <a:tblStyle styleId="{0559FF81-9D60-44CB-8FD1-AB70D2DF46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{0559FF81-9D60-44CB-8FD1-AB70D2DF4663}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{0559FF81-9D60-44CB-8FD1-AB70D2DF4663}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{0559FF81-9D60-44CB-8FD1-AB70D2DF4663}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{0559FF81-9D60-44CB-8FD1-AB70D2DF4663}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{0559FF81-9D60-44CB-8FD1-AB70D2DF4663}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