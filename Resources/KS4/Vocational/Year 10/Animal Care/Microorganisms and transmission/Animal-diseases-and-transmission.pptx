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BDE2F0-6FF3-4221-9F8D-25CF72DF989D}">
  <a:tblStyle styleId="{B8BDE2F0-6FF3-4221-9F8D-25CF72DF989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{B8BDE2F0-6FF3-4221-9F8D-25CF72DF989D}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{B8BDE2F0-6FF3-4221-9F8D-25CF72DF989D}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{B8BDE2F0-6FF3-4221-9F8D-25CF72DF989D}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{B8BDE2F0-6FF3-4221-9F8D-25CF72DF989D}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{B8BDE2F0-6FF3-4221-9F8D-25CF72DF989D}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