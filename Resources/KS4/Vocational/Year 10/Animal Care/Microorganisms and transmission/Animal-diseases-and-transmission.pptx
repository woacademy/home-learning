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7CC518-6DFF-4515-A70E-D7BE43F7DF6B}">
  <a:tblStyle styleId="{7C7CC518-6DFF-4515-A70E-D7BE43F7DF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{7C7CC518-6DFF-4515-A70E-D7BE43F7DF6B}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{7C7CC518-6DFF-4515-A70E-D7BE43F7DF6B}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{7C7CC518-6DFF-4515-A70E-D7BE43F7DF6B}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{7C7CC518-6DFF-4515-A70E-D7BE43F7DF6B}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{7C7CC518-6DFF-4515-A70E-D7BE43F7DF6B}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