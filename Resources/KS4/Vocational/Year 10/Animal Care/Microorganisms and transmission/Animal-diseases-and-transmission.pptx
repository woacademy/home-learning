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51DA76-DBB7-4A9C-9B53-547863587148}">
  <a:tblStyle styleId="{8351DA76-DBB7-4A9C-9B53-5478635871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{8351DA76-DBB7-4A9C-9B53-547863587148}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{8351DA76-DBB7-4A9C-9B53-547863587148}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{8351DA76-DBB7-4A9C-9B53-547863587148}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{8351DA76-DBB7-4A9C-9B53-547863587148}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{8351DA76-DBB7-4A9C-9B53-547863587148}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