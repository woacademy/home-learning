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6F352-4A72-4655-ABED-4D409F2277AE}">
  <a:tblStyle styleId="{BA36F352-4A72-4655-ABED-4D409F2277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{BA36F352-4A72-4655-ABED-4D409F2277AE}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{BA36F352-4A72-4655-ABED-4D409F2277AE}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{BA36F352-4A72-4655-ABED-4D409F2277AE}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{BA36F352-4A72-4655-ABED-4D409F2277AE}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{BA36F352-4A72-4655-ABED-4D409F2277AE}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