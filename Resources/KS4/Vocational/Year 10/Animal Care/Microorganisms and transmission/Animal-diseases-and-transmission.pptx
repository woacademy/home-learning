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6459A4-8930-4CE9-8E2C-6918FAE48185}">
  <a:tblStyle styleId="{696459A4-8930-4CE9-8E2C-6918FAE481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{696459A4-8930-4CE9-8E2C-6918FAE48185}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{696459A4-8930-4CE9-8E2C-6918FAE48185}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{696459A4-8930-4CE9-8E2C-6918FAE48185}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{696459A4-8930-4CE9-8E2C-6918FAE48185}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{696459A4-8930-4CE9-8E2C-6918FAE48185}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