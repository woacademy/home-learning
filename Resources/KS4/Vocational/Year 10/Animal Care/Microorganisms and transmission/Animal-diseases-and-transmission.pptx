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9EB56D-ABF8-4D5F-8CF3-4229CC76E306}">
  <a:tblStyle styleId="{249EB56D-ABF8-4D5F-8CF3-4229CC76E30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{249EB56D-ABF8-4D5F-8CF3-4229CC76E306}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{249EB56D-ABF8-4D5F-8CF3-4229CC76E306}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{249EB56D-ABF8-4D5F-8CF3-4229CC76E306}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{249EB56D-ABF8-4D5F-8CF3-4229CC76E306}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{249EB56D-ABF8-4D5F-8CF3-4229CC76E306}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