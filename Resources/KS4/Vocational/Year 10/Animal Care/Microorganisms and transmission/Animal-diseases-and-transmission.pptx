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D4FEF4-5EB3-46A7-B0C7-B5405C7E5657}">
  <a:tblStyle styleId="{65D4FEF4-5EB3-46A7-B0C7-B5405C7E56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{65D4FEF4-5EB3-46A7-B0C7-B5405C7E5657}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{65D4FEF4-5EB3-46A7-B0C7-B5405C7E5657}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{65D4FEF4-5EB3-46A7-B0C7-B5405C7E5657}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{65D4FEF4-5EB3-46A7-B0C7-B5405C7E5657}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{65D4FEF4-5EB3-46A7-B0C7-B5405C7E5657}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