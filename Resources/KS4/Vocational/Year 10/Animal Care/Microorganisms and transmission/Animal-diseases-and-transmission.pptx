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3C37F0-547E-4D59-9522-7D4FFE437F2F}">
  <a:tblStyle styleId="{8E3C37F0-547E-4D59-9522-7D4FFE437F2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{8E3C37F0-547E-4D59-9522-7D4FFE437F2F}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{8E3C37F0-547E-4D59-9522-7D4FFE437F2F}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{8E3C37F0-547E-4D59-9522-7D4FFE437F2F}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{8E3C37F0-547E-4D59-9522-7D4FFE437F2F}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{8E3C37F0-547E-4D59-9522-7D4FFE437F2F}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