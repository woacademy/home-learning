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DD800D-EAC1-4E08-A398-CDFC62E6538E}">
  <a:tblStyle styleId="{9CDD800D-EAC1-4E08-A398-CDFC62E653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{9CDD800D-EAC1-4E08-A398-CDFC62E6538E}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{9CDD800D-EAC1-4E08-A398-CDFC62E6538E}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{9CDD800D-EAC1-4E08-A398-CDFC62E6538E}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{9CDD800D-EAC1-4E08-A398-CDFC62E6538E}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{9CDD800D-EAC1-4E08-A398-CDFC62E6538E}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