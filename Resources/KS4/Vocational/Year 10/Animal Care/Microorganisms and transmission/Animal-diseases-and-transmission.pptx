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AEBC22-31AC-445E-9922-C2BF8A9AD95B}">
  <a:tblStyle styleId="{AAAEBC22-31AC-445E-9922-C2BF8A9AD9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{AAAEBC22-31AC-445E-9922-C2BF8A9AD95B}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{AAAEBC22-31AC-445E-9922-C2BF8A9AD95B}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{AAAEBC22-31AC-445E-9922-C2BF8A9AD95B}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{AAAEBC22-31AC-445E-9922-C2BF8A9AD95B}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{AAAEBC22-31AC-445E-9922-C2BF8A9AD95B}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