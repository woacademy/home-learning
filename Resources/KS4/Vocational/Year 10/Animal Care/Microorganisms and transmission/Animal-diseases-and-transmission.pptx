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F9D0846-F097-4EE1-9BA8-6133ECFC1B93}">
  <a:tblStyle styleId="{4F9D0846-F097-4EE1-9BA8-6133ECFC1B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{4F9D0846-F097-4EE1-9BA8-6133ECFC1B93}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{4F9D0846-F097-4EE1-9BA8-6133ECFC1B93}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{4F9D0846-F097-4EE1-9BA8-6133ECFC1B93}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{4F9D0846-F097-4EE1-9BA8-6133ECFC1B93}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{4F9D0846-F097-4EE1-9BA8-6133ECFC1B93}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