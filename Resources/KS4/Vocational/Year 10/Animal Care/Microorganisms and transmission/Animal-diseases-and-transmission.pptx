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53EB58-BDBE-47CB-928A-5091AA37C526}">
  <a:tblStyle styleId="{1F53EB58-BDBE-47CB-928A-5091AA37C52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{1F53EB58-BDBE-47CB-928A-5091AA37C526}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{1F53EB58-BDBE-47CB-928A-5091AA37C526}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{1F53EB58-BDBE-47CB-928A-5091AA37C526}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{1F53EB58-BDBE-47CB-928A-5091AA37C526}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{1F53EB58-BDBE-47CB-928A-5091AA37C526}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