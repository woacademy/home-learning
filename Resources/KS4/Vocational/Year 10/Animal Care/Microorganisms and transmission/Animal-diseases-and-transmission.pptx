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5CAF17-491E-4926-91EF-D7B9EBDB3FE3}">
  <a:tblStyle styleId="{385CAF17-491E-4926-91EF-D7B9EBDB3FE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{385CAF17-491E-4926-91EF-D7B9EBDB3FE3}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{385CAF17-491E-4926-91EF-D7B9EBDB3FE3}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{385CAF17-491E-4926-91EF-D7B9EBDB3FE3}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{385CAF17-491E-4926-91EF-D7B9EBDB3FE3}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{385CAF17-491E-4926-91EF-D7B9EBDB3FE3}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