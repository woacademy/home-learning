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F40529-9F48-4083-B86A-5CD8BA0E91EF}">
  <a:tblStyle styleId="{9CF40529-9F48-4083-B86A-5CD8BA0E91E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{9CF40529-9F48-4083-B86A-5CD8BA0E91EF}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{9CF40529-9F48-4083-B86A-5CD8BA0E91EF}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{9CF40529-9F48-4083-B86A-5CD8BA0E91EF}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{9CF40529-9F48-4083-B86A-5CD8BA0E91EF}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{9CF40529-9F48-4083-B86A-5CD8BA0E91EF}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