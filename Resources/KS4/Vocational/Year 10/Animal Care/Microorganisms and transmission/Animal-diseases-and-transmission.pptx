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81C9600-FAA2-42D3-8D48-B4A771C45B66}">
  <a:tblStyle styleId="{081C9600-FAA2-42D3-8D48-B4A771C45B6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{081C9600-FAA2-42D3-8D48-B4A771C45B66}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{081C9600-FAA2-42D3-8D48-B4A771C45B66}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{081C9600-FAA2-42D3-8D48-B4A771C45B66}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{081C9600-FAA2-42D3-8D48-B4A771C45B66}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{081C9600-FAA2-42D3-8D48-B4A771C45B66}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