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CA21D9-2ECE-4EBA-B236-7F137EF08CEC}">
  <a:tblStyle styleId="{EFCA21D9-2ECE-4EBA-B236-7F137EF08C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{EFCA21D9-2ECE-4EBA-B236-7F137EF08CEC}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{EFCA21D9-2ECE-4EBA-B236-7F137EF08CEC}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{EFCA21D9-2ECE-4EBA-B236-7F137EF08CEC}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{EFCA21D9-2ECE-4EBA-B236-7F137EF08CEC}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{EFCA21D9-2ECE-4EBA-B236-7F137EF08CEC}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