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B3B65A-7B40-4785-A567-EC4B06664727}">
  <a:tblStyle styleId="{99B3B65A-7B40-4785-A567-EC4B066647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{99B3B65A-7B40-4785-A567-EC4B06664727}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{99B3B65A-7B40-4785-A567-EC4B06664727}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{99B3B65A-7B40-4785-A567-EC4B06664727}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{99B3B65A-7B40-4785-A567-EC4B06664727}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{99B3B65A-7B40-4785-A567-EC4B06664727}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