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49A3661-04F0-4602-A264-66C2208912E7}">
  <a:tblStyle styleId="{749A3661-04F0-4602-A264-66C2208912E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{749A3661-04F0-4602-A264-66C2208912E7}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{749A3661-04F0-4602-A264-66C2208912E7}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{749A3661-04F0-4602-A264-66C2208912E7}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{749A3661-04F0-4602-A264-66C2208912E7}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{749A3661-04F0-4602-A264-66C2208912E7}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