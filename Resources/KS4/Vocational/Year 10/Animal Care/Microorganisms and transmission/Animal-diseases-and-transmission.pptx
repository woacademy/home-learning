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1FE2D7-3859-4023-9BF2-2C1FE2EFBD5B}">
  <a:tblStyle styleId="{FA1FE2D7-3859-4023-9BF2-2C1FE2EFBD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{FA1FE2D7-3859-4023-9BF2-2C1FE2EFBD5B}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{FA1FE2D7-3859-4023-9BF2-2C1FE2EFBD5B}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{FA1FE2D7-3859-4023-9BF2-2C1FE2EFBD5B}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{FA1FE2D7-3859-4023-9BF2-2C1FE2EFBD5B}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{FA1FE2D7-3859-4023-9BF2-2C1FE2EFBD5B}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