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5E67F1-20B5-457E-A480-E4B7F722E3CB}">
  <a:tblStyle styleId="{AA5E67F1-20B5-457E-A480-E4B7F722E3C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{AA5E67F1-20B5-457E-A480-E4B7F722E3CB}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{AA5E67F1-20B5-457E-A480-E4B7F722E3CB}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{AA5E67F1-20B5-457E-A480-E4B7F722E3CB}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{AA5E67F1-20B5-457E-A480-E4B7F722E3CB}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{AA5E67F1-20B5-457E-A480-E4B7F722E3CB}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