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A1B54E-8EC3-447D-90AE-B0A10E27B7A1}">
  <a:tblStyle styleId="{96A1B54E-8EC3-447D-90AE-B0A10E27B7A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{96A1B54E-8EC3-447D-90AE-B0A10E27B7A1}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{96A1B54E-8EC3-447D-90AE-B0A10E27B7A1}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{96A1B54E-8EC3-447D-90AE-B0A10E27B7A1}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{96A1B54E-8EC3-447D-90AE-B0A10E27B7A1}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{96A1B54E-8EC3-447D-90AE-B0A10E27B7A1}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