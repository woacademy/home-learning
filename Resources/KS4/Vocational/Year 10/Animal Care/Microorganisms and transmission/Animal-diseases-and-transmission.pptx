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61A5AC-C46D-4656-8E1F-875620785723}">
  <a:tblStyle styleId="{4961A5AC-C46D-4656-8E1F-8756207857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{4961A5AC-C46D-4656-8E1F-875620785723}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{4961A5AC-C46D-4656-8E1F-875620785723}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{4961A5AC-C46D-4656-8E1F-875620785723}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{4961A5AC-C46D-4656-8E1F-875620785723}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{4961A5AC-C46D-4656-8E1F-875620785723}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