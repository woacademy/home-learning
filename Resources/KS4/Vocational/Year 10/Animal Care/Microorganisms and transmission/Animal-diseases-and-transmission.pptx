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0994AE-C615-4F13-8615-9E8BAA1D6F3E}">
  <a:tblStyle styleId="{390994AE-C615-4F13-8615-9E8BAA1D6F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{390994AE-C615-4F13-8615-9E8BAA1D6F3E}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{390994AE-C615-4F13-8615-9E8BAA1D6F3E}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{390994AE-C615-4F13-8615-9E8BAA1D6F3E}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{390994AE-C615-4F13-8615-9E8BAA1D6F3E}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{390994AE-C615-4F13-8615-9E8BAA1D6F3E}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