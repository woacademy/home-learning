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639BE6-160A-4F43-ABB8-DA52DE6DCD0A}">
  <a:tblStyle styleId="{74639BE6-160A-4F43-ABB8-DA52DE6DCD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{74639BE6-160A-4F43-ABB8-DA52DE6DCD0A}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{74639BE6-160A-4F43-ABB8-DA52DE6DCD0A}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{74639BE6-160A-4F43-ABB8-DA52DE6DCD0A}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{74639BE6-160A-4F43-ABB8-DA52DE6DCD0A}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{74639BE6-160A-4F43-ABB8-DA52DE6DCD0A}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