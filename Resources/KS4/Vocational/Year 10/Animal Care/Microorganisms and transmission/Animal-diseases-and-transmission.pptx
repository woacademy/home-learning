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D33F73-43D2-4246-A387-75FF8329B9A6}">
  <a:tblStyle styleId="{5AD33F73-43D2-4246-A387-75FF8329B9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{5AD33F73-43D2-4246-A387-75FF8329B9A6}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{5AD33F73-43D2-4246-A387-75FF8329B9A6}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{5AD33F73-43D2-4246-A387-75FF8329B9A6}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{5AD33F73-43D2-4246-A387-75FF8329B9A6}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{5AD33F73-43D2-4246-A387-75FF8329B9A6}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