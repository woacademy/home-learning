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1B563E6-1312-4567-B6C5-93E9E41B61DE}">
  <a:tblStyle styleId="{71B563E6-1312-4567-B6C5-93E9E41B61D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{71B563E6-1312-4567-B6C5-93E9E41B61DE}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{71B563E6-1312-4567-B6C5-93E9E41B61DE}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{71B563E6-1312-4567-B6C5-93E9E41B61DE}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{71B563E6-1312-4567-B6C5-93E9E41B61DE}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{71B563E6-1312-4567-B6C5-93E9E41B61DE}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