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AB1D8A-F486-4DAF-8FCB-9FC2D413D57A}">
  <a:tblStyle styleId="{18AB1D8A-F486-4DAF-8FCB-9FC2D413D5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{18AB1D8A-F486-4DAF-8FCB-9FC2D413D57A}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{18AB1D8A-F486-4DAF-8FCB-9FC2D413D57A}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{18AB1D8A-F486-4DAF-8FCB-9FC2D413D57A}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{18AB1D8A-F486-4DAF-8FCB-9FC2D413D57A}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{18AB1D8A-F486-4DAF-8FCB-9FC2D413D57A}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