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296622D-5F1C-493C-8835-E01D3ED75FDD}">
  <a:tblStyle styleId="{F296622D-5F1C-493C-8835-E01D3ED75FD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{F296622D-5F1C-493C-8835-E01D3ED75FDD}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{F296622D-5F1C-493C-8835-E01D3ED75FDD}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{F296622D-5F1C-493C-8835-E01D3ED75FDD}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{F296622D-5F1C-493C-8835-E01D3ED75FDD}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{F296622D-5F1C-493C-8835-E01D3ED75FDD}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