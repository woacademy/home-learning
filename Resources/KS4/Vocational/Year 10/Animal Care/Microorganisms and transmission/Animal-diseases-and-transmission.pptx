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C04851-CEA9-494C-B2EA-19C32FCC126A}">
  <a:tblStyle styleId="{B5C04851-CEA9-494C-B2EA-19C32FCC126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{B5C04851-CEA9-494C-B2EA-19C32FCC126A}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{B5C04851-CEA9-494C-B2EA-19C32FCC126A}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{B5C04851-CEA9-494C-B2EA-19C32FCC126A}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{B5C04851-CEA9-494C-B2EA-19C32FCC126A}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{B5C04851-CEA9-494C-B2EA-19C32FCC126A}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