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52C4F9-5C4B-41E2-8CFF-F44366EE5315}">
  <a:tblStyle styleId="{2F52C4F9-5C4B-41E2-8CFF-F44366EE53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{2F52C4F9-5C4B-41E2-8CFF-F44366EE5315}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{2F52C4F9-5C4B-41E2-8CFF-F44366EE5315}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{2F52C4F9-5C4B-41E2-8CFF-F44366EE5315}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{2F52C4F9-5C4B-41E2-8CFF-F44366EE5315}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{2F52C4F9-5C4B-41E2-8CFF-F44366EE5315}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