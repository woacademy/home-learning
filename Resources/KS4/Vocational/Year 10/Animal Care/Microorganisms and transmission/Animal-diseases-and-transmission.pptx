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4D72D7-46E3-4067-A4A2-5467C4AE2FCA}">
  <a:tblStyle styleId="{954D72D7-46E3-4067-A4A2-5467C4AE2F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{954D72D7-46E3-4067-A4A2-5467C4AE2FCA}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{954D72D7-46E3-4067-A4A2-5467C4AE2FCA}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{954D72D7-46E3-4067-A4A2-5467C4AE2FCA}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{954D72D7-46E3-4067-A4A2-5467C4AE2FCA}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{954D72D7-46E3-4067-A4A2-5467C4AE2FCA}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