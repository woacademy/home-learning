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A2D3A35-0284-47C0-8CE1-D0DD7BF539F2}">
  <a:tblStyle styleId="{8A2D3A35-0284-47C0-8CE1-D0DD7BF539F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{8A2D3A35-0284-47C0-8CE1-D0DD7BF539F2}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{8A2D3A35-0284-47C0-8CE1-D0DD7BF539F2}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{8A2D3A35-0284-47C0-8CE1-D0DD7BF539F2}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{8A2D3A35-0284-47C0-8CE1-D0DD7BF539F2}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{8A2D3A35-0284-47C0-8CE1-D0DD7BF539F2}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