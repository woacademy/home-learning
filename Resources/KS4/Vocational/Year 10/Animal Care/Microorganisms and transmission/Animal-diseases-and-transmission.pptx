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56BF1B6-8737-434B-BF9D-3AEAC1E4831B}">
  <a:tblStyle styleId="{C56BF1B6-8737-434B-BF9D-3AEAC1E483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{C56BF1B6-8737-434B-BF9D-3AEAC1E4831B}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{C56BF1B6-8737-434B-BF9D-3AEAC1E4831B}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{C56BF1B6-8737-434B-BF9D-3AEAC1E4831B}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{C56BF1B6-8737-434B-BF9D-3AEAC1E4831B}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{C56BF1B6-8737-434B-BF9D-3AEAC1E4831B}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