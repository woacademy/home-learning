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CFF04-B939-4C6E-B356-B853DAA96CDB}">
  <a:tblStyle styleId="{ABFCFF04-B939-4C6E-B356-B853DAA96C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{ABFCFF04-B939-4C6E-B356-B853DAA96CDB}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{ABFCFF04-B939-4C6E-B356-B853DAA96CDB}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{ABFCFF04-B939-4C6E-B356-B853DAA96CDB}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{ABFCFF04-B939-4C6E-B356-B853DAA96CDB}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{ABFCFF04-B939-4C6E-B356-B853DAA96CDB}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