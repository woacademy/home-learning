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C7AC5B-6294-4B1C-896C-D83E3338AC23}">
  <a:tblStyle styleId="{9EC7AC5B-6294-4B1C-896C-D83E3338AC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{9EC7AC5B-6294-4B1C-896C-D83E3338AC23}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{9EC7AC5B-6294-4B1C-896C-D83E3338AC23}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{9EC7AC5B-6294-4B1C-896C-D83E3338AC23}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{9EC7AC5B-6294-4B1C-896C-D83E3338AC23}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{9EC7AC5B-6294-4B1C-896C-D83E3338AC23}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