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3EB718-D4FA-4D30-9839-027340CFCD7E}">
  <a:tblStyle styleId="{BD3EB718-D4FA-4D30-9839-027340CFCD7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{BD3EB718-D4FA-4D30-9839-027340CFCD7E}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{BD3EB718-D4FA-4D30-9839-027340CFCD7E}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{BD3EB718-D4FA-4D30-9839-027340CFCD7E}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{BD3EB718-D4FA-4D30-9839-027340CFCD7E}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{BD3EB718-D4FA-4D30-9839-027340CFCD7E}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