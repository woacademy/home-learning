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6DAA8E-CDD5-4B0D-ADB0-13417A1EA84E}">
  <a:tblStyle styleId="{2D6DAA8E-CDD5-4B0D-ADB0-13417A1EA8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{2D6DAA8E-CDD5-4B0D-ADB0-13417A1EA84E}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{2D6DAA8E-CDD5-4B0D-ADB0-13417A1EA84E}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{2D6DAA8E-CDD5-4B0D-ADB0-13417A1EA84E}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{2D6DAA8E-CDD5-4B0D-ADB0-13417A1EA84E}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{2D6DAA8E-CDD5-4B0D-ADB0-13417A1EA84E}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