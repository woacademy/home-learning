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F2F59F-8F15-4434-A606-CA364DF0FC7A}">
  <a:tblStyle styleId="{1BF2F59F-8F15-4434-A606-CA364DF0FC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{1BF2F59F-8F15-4434-A606-CA364DF0FC7A}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{1BF2F59F-8F15-4434-A606-CA364DF0FC7A}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{1BF2F59F-8F15-4434-A606-CA364DF0FC7A}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{1BF2F59F-8F15-4434-A606-CA364DF0FC7A}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{1BF2F59F-8F15-4434-A606-CA364DF0FC7A}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