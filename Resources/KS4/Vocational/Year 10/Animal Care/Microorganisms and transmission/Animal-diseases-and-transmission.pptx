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A30692-7A2A-409B-B472-93371EFCD15E}">
  <a:tblStyle styleId="{2FA30692-7A2A-409B-B472-93371EFCD15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{2FA30692-7A2A-409B-B472-93371EFCD15E}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{2FA30692-7A2A-409B-B472-93371EFCD15E}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{2FA30692-7A2A-409B-B472-93371EFCD15E}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{2FA30692-7A2A-409B-B472-93371EFCD15E}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{2FA30692-7A2A-409B-B472-93371EFCD15E}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