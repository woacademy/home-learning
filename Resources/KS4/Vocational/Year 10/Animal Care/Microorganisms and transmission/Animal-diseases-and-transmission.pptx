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0B84F1-A4F4-4D07-8814-29A6F36021A0}">
  <a:tblStyle styleId="{800B84F1-A4F4-4D07-8814-29A6F36021A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{800B84F1-A4F4-4D07-8814-29A6F36021A0}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{800B84F1-A4F4-4D07-8814-29A6F36021A0}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{800B84F1-A4F4-4D07-8814-29A6F36021A0}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{800B84F1-A4F4-4D07-8814-29A6F36021A0}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{800B84F1-A4F4-4D07-8814-29A6F36021A0}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