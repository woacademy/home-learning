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CFC1CAE-85D6-4DF3-8263-23C771FE046C}">
  <a:tblStyle styleId="{8CFC1CAE-85D6-4DF3-8263-23C771FE046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{8CFC1CAE-85D6-4DF3-8263-23C771FE046C}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{8CFC1CAE-85D6-4DF3-8263-23C771FE046C}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{8CFC1CAE-85D6-4DF3-8263-23C771FE046C}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{8CFC1CAE-85D6-4DF3-8263-23C771FE046C}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{8CFC1CAE-85D6-4DF3-8263-23C771FE046C}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