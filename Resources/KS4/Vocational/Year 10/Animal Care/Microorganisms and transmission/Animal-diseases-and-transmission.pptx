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F035E-F250-49D8-825A-62EE8FBB1562}">
  <a:tblStyle styleId="{A80F035E-F250-49D8-825A-62EE8FBB15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{A80F035E-F250-49D8-825A-62EE8FBB1562}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{A80F035E-F250-49D8-825A-62EE8FBB1562}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{A80F035E-F250-49D8-825A-62EE8FBB1562}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{A80F035E-F250-49D8-825A-62EE8FBB1562}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{A80F035E-F250-49D8-825A-62EE8FBB1562}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