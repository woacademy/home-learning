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7629E-21B7-4554-BA4F-5A2E6A6F169F}">
  <a:tblStyle styleId="{FD97629E-21B7-4554-BA4F-5A2E6A6F16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{FD97629E-21B7-4554-BA4F-5A2E6A6F169F}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{FD97629E-21B7-4554-BA4F-5A2E6A6F169F}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{FD97629E-21B7-4554-BA4F-5A2E6A6F169F}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{FD97629E-21B7-4554-BA4F-5A2E6A6F169F}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{FD97629E-21B7-4554-BA4F-5A2E6A6F169F}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