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73EBEB-21A1-4C91-9702-6B8661677293}">
  <a:tblStyle styleId="{F873EBEB-21A1-4C91-9702-6B86616772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{F873EBEB-21A1-4C91-9702-6B8661677293}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{F873EBEB-21A1-4C91-9702-6B8661677293}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{F873EBEB-21A1-4C91-9702-6B8661677293}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{F873EBEB-21A1-4C91-9702-6B8661677293}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{F873EBEB-21A1-4C91-9702-6B8661677293}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