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5235B38-B021-4D78-93B8-847B7803A215}">
  <a:tblStyle styleId="{15235B38-B021-4D78-93B8-847B7803A21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{15235B38-B021-4D78-93B8-847B7803A215}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{15235B38-B021-4D78-93B8-847B7803A215}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{15235B38-B021-4D78-93B8-847B7803A215}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{15235B38-B021-4D78-93B8-847B7803A215}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{15235B38-B021-4D78-93B8-847B7803A215}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