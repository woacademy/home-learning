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5A947F-756F-43B6-A194-22EB7A9F2DE3}">
  <a:tblStyle styleId="{315A947F-756F-43B6-A194-22EB7A9F2D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{315A947F-756F-43B6-A194-22EB7A9F2DE3}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{315A947F-756F-43B6-A194-22EB7A9F2DE3}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{315A947F-756F-43B6-A194-22EB7A9F2DE3}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{315A947F-756F-43B6-A194-22EB7A9F2DE3}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{315A947F-756F-43B6-A194-22EB7A9F2DE3}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