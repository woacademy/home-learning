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EC42A6-2C6B-4B34-A492-4C0B35651AE4}">
  <a:tblStyle styleId="{58EC42A6-2C6B-4B34-A492-4C0B35651AE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{58EC42A6-2C6B-4B34-A492-4C0B35651AE4}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{58EC42A6-2C6B-4B34-A492-4C0B35651AE4}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{58EC42A6-2C6B-4B34-A492-4C0B35651AE4}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{58EC42A6-2C6B-4B34-A492-4C0B35651AE4}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{58EC42A6-2C6B-4B34-A492-4C0B35651AE4}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