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486048-A844-4C51-BF32-B3BE66E47EBB}">
  <a:tblStyle styleId="{33486048-A844-4C51-BF32-B3BE66E47E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{33486048-A844-4C51-BF32-B3BE66E47EBB}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{33486048-A844-4C51-BF32-B3BE66E47EBB}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{33486048-A844-4C51-BF32-B3BE66E47EBB}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{33486048-A844-4C51-BF32-B3BE66E47EBB}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{33486048-A844-4C51-BF32-B3BE66E47EBB}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