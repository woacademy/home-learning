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114E7A3-2C9D-4A3F-8A97-FEE0ED90165A}">
  <a:tblStyle styleId="{2114E7A3-2C9D-4A3F-8A97-FEE0ED90165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{2114E7A3-2C9D-4A3F-8A97-FEE0ED90165A}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{2114E7A3-2C9D-4A3F-8A97-FEE0ED90165A}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{2114E7A3-2C9D-4A3F-8A97-FEE0ED90165A}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{2114E7A3-2C9D-4A3F-8A97-FEE0ED90165A}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{2114E7A3-2C9D-4A3F-8A97-FEE0ED90165A}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