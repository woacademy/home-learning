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FABBD4E-16D6-4915-BC6A-89B3355FBB91}">
  <a:tblStyle styleId="{2FABBD4E-16D6-4915-BC6A-89B3355FBB9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{2FABBD4E-16D6-4915-BC6A-89B3355FBB91}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{2FABBD4E-16D6-4915-BC6A-89B3355FBB91}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{2FABBD4E-16D6-4915-BC6A-89B3355FBB91}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{2FABBD4E-16D6-4915-BC6A-89B3355FBB91}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{2FABBD4E-16D6-4915-BC6A-89B3355FBB91}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