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4E094D-6CFF-4D0A-9F6C-6886C9860839}">
  <a:tblStyle styleId="{4E4E094D-6CFF-4D0A-9F6C-6886C98608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{4E4E094D-6CFF-4D0A-9F6C-6886C9860839}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{4E4E094D-6CFF-4D0A-9F6C-6886C9860839}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{4E4E094D-6CFF-4D0A-9F6C-6886C9860839}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{4E4E094D-6CFF-4D0A-9F6C-6886C9860839}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{4E4E094D-6CFF-4D0A-9F6C-6886C9860839}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