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02F7950-ED65-464B-B63A-2B92467FC493}">
  <a:tblStyle styleId="{C02F7950-ED65-464B-B63A-2B92467FC49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{C02F7950-ED65-464B-B63A-2B92467FC493}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{C02F7950-ED65-464B-B63A-2B92467FC493}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{C02F7950-ED65-464B-B63A-2B92467FC493}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{C02F7950-ED65-464B-B63A-2B92467FC493}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{C02F7950-ED65-464B-B63A-2B92467FC493}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