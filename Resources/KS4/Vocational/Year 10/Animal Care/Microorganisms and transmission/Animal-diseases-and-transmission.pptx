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37AAC2-25D0-40DC-8B00-C1376EAE78BF}">
  <a:tblStyle styleId="{A137AAC2-25D0-40DC-8B00-C1376EAE78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{A137AAC2-25D0-40DC-8B00-C1376EAE78BF}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{A137AAC2-25D0-40DC-8B00-C1376EAE78BF}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{A137AAC2-25D0-40DC-8B00-C1376EAE78BF}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{A137AAC2-25D0-40DC-8B00-C1376EAE78BF}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{A137AAC2-25D0-40DC-8B00-C1376EAE78BF}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