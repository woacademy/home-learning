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56CE89-93E1-4FDE-86AB-BE60ACEEB36D}">
  <a:tblStyle styleId="{5256CE89-93E1-4FDE-86AB-BE60ACEEB3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{5256CE89-93E1-4FDE-86AB-BE60ACEEB36D}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{5256CE89-93E1-4FDE-86AB-BE60ACEEB36D}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{5256CE89-93E1-4FDE-86AB-BE60ACEEB36D}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{5256CE89-93E1-4FDE-86AB-BE60ACEEB36D}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{5256CE89-93E1-4FDE-86AB-BE60ACEEB36D}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