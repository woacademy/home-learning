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5AF743-14AC-4044-8382-87D036E35F9C}">
  <a:tblStyle styleId="{425AF743-14AC-4044-8382-87D036E35F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{425AF743-14AC-4044-8382-87D036E35F9C}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{425AF743-14AC-4044-8382-87D036E35F9C}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{425AF743-14AC-4044-8382-87D036E35F9C}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{425AF743-14AC-4044-8382-87D036E35F9C}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{425AF743-14AC-4044-8382-87D036E35F9C}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