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6D9F55-A238-4E80-9614-F3249E555DCA}">
  <a:tblStyle styleId="{436D9F55-A238-4E80-9614-F3249E555DC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{436D9F55-A238-4E80-9614-F3249E555DCA}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{436D9F55-A238-4E80-9614-F3249E555DCA}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{436D9F55-A238-4E80-9614-F3249E555DCA}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{436D9F55-A238-4E80-9614-F3249E555DCA}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{436D9F55-A238-4E80-9614-F3249E555DCA}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