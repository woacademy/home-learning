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90F41-EE89-433C-87D4-542DC9A90DAE}">
  <a:tblStyle styleId="{28590F41-EE89-433C-87D4-542DC9A90D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{28590F41-EE89-433C-87D4-542DC9A90DAE}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{28590F41-EE89-433C-87D4-542DC9A90DAE}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{28590F41-EE89-433C-87D4-542DC9A90DAE}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{28590F41-EE89-433C-87D4-542DC9A90DAE}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{28590F41-EE89-433C-87D4-542DC9A90DAE}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