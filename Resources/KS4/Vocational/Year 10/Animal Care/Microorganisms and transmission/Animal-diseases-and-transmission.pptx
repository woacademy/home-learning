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57DE8-106F-4314-9185-A2B067F28627}">
  <a:tblStyle styleId="{81957DE8-106F-4314-9185-A2B067F286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{81957DE8-106F-4314-9185-A2B067F28627}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{81957DE8-106F-4314-9185-A2B067F28627}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{81957DE8-106F-4314-9185-A2B067F28627}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{81957DE8-106F-4314-9185-A2B067F28627}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{81957DE8-106F-4314-9185-A2B067F28627}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