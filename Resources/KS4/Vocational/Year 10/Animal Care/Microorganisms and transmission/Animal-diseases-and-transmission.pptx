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B85F42-AF59-416C-AC3A-2DE02FA4B99C}">
  <a:tblStyle styleId="{49B85F42-AF59-416C-AC3A-2DE02FA4B9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{49B85F42-AF59-416C-AC3A-2DE02FA4B99C}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{49B85F42-AF59-416C-AC3A-2DE02FA4B99C}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{49B85F42-AF59-416C-AC3A-2DE02FA4B99C}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{49B85F42-AF59-416C-AC3A-2DE02FA4B99C}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{49B85F42-AF59-416C-AC3A-2DE02FA4B99C}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