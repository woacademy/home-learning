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337FEC-D78F-4387-A5AD-562EFB9AA64F}">
  <a:tblStyle styleId="{91337FEC-D78F-4387-A5AD-562EFB9AA64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{91337FEC-D78F-4387-A5AD-562EFB9AA64F}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{91337FEC-D78F-4387-A5AD-562EFB9AA64F}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{91337FEC-D78F-4387-A5AD-562EFB9AA64F}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{91337FEC-D78F-4387-A5AD-562EFB9AA64F}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{91337FEC-D78F-4387-A5AD-562EFB9AA64F}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