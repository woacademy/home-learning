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BA5EA2-A339-4584-8067-7CB24D9DC9F1}">
  <a:tblStyle styleId="{36BA5EA2-A339-4584-8067-7CB24D9DC9F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{36BA5EA2-A339-4584-8067-7CB24D9DC9F1}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{36BA5EA2-A339-4584-8067-7CB24D9DC9F1}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{36BA5EA2-A339-4584-8067-7CB24D9DC9F1}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{36BA5EA2-A339-4584-8067-7CB24D9DC9F1}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{36BA5EA2-A339-4584-8067-7CB24D9DC9F1}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