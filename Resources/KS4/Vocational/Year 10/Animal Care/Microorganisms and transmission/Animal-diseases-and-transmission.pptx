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FEF8CC-CEF6-492E-A2FD-C36B34F220A5}">
  <a:tblStyle styleId="{7FFEF8CC-CEF6-492E-A2FD-C36B34F220A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{7FFEF8CC-CEF6-492E-A2FD-C36B34F220A5}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{7FFEF8CC-CEF6-492E-A2FD-C36B34F220A5}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{7FFEF8CC-CEF6-492E-A2FD-C36B34F220A5}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{7FFEF8CC-CEF6-492E-A2FD-C36B34F220A5}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{7FFEF8CC-CEF6-492E-A2FD-C36B34F220A5}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