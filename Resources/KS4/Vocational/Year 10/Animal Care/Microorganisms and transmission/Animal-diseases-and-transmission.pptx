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B7BDC3-EE91-4620-9514-0E33927541C2}">
  <a:tblStyle styleId="{38B7BDC3-EE91-4620-9514-0E33927541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{38B7BDC3-EE91-4620-9514-0E33927541C2}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{38B7BDC3-EE91-4620-9514-0E33927541C2}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{38B7BDC3-EE91-4620-9514-0E33927541C2}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{38B7BDC3-EE91-4620-9514-0E33927541C2}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{38B7BDC3-EE91-4620-9514-0E33927541C2}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