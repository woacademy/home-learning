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B1198-03B1-4DE3-8008-506CFD736460}">
  <a:tblStyle styleId="{414B1198-03B1-4DE3-8008-506CFD7364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{414B1198-03B1-4DE3-8008-506CFD736460}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{414B1198-03B1-4DE3-8008-506CFD736460}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{414B1198-03B1-4DE3-8008-506CFD736460}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{414B1198-03B1-4DE3-8008-506CFD736460}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{414B1198-03B1-4DE3-8008-506CFD736460}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