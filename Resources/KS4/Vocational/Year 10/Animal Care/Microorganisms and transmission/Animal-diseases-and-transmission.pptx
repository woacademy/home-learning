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FF74EA-AF4B-4480-9098-87213D4FE284}">
  <a:tblStyle styleId="{DFFF74EA-AF4B-4480-9098-87213D4FE28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{DFFF74EA-AF4B-4480-9098-87213D4FE284}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{DFFF74EA-AF4B-4480-9098-87213D4FE284}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{DFFF74EA-AF4B-4480-9098-87213D4FE284}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{DFFF74EA-AF4B-4480-9098-87213D4FE284}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{DFFF74EA-AF4B-4480-9098-87213D4FE284}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