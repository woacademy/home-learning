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302CF6-237A-477E-99C0-582A24EFC292}">
  <a:tblStyle styleId="{A1302CF6-237A-477E-99C0-582A24EFC2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{A1302CF6-237A-477E-99C0-582A24EFC292}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{A1302CF6-237A-477E-99C0-582A24EFC292}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{A1302CF6-237A-477E-99C0-582A24EFC292}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{A1302CF6-237A-477E-99C0-582A24EFC292}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{A1302CF6-237A-477E-99C0-582A24EFC292}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