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2D24A60-7F23-4E66-BB74-815C194F1DE3}">
  <a:tblStyle styleId="{D2D24A60-7F23-4E66-BB74-815C194F1DE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{D2D24A60-7F23-4E66-BB74-815C194F1DE3}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{D2D24A60-7F23-4E66-BB74-815C194F1DE3}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{D2D24A60-7F23-4E66-BB74-815C194F1DE3}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{D2D24A60-7F23-4E66-BB74-815C194F1DE3}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{D2D24A60-7F23-4E66-BB74-815C194F1DE3}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