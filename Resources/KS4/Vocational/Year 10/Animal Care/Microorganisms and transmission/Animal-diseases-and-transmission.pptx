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6246EEC-BDD5-47F8-8107-86E8F1DB0C56}">
  <a:tblStyle styleId="{36246EEC-BDD5-47F8-8107-86E8F1DB0C56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4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{36246EEC-BDD5-47F8-8107-86E8F1DB0C56}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{36246EEC-BDD5-47F8-8107-86E8F1DB0C56}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{36246EEC-BDD5-47F8-8107-86E8F1DB0C56}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{36246EEC-BDD5-47F8-8107-86E8F1DB0C56}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{36246EEC-BDD5-47F8-8107-86E8F1DB0C56}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