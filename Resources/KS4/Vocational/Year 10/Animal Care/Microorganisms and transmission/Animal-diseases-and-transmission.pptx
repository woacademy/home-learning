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FD2857-2CE0-4072-8970-C845DD503550}">
  <a:tblStyle styleId="{5DFD2857-2CE0-4072-8970-C845DD5035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{5DFD2857-2CE0-4072-8970-C845DD503550}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{5DFD2857-2CE0-4072-8970-C845DD503550}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{5DFD2857-2CE0-4072-8970-C845DD503550}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{5DFD2857-2CE0-4072-8970-C845DD503550}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{5DFD2857-2CE0-4072-8970-C845DD503550}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