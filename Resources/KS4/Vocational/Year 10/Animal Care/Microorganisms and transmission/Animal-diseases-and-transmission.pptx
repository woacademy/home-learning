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CD6C21C-BE16-42F0-8A4D-C023CEE0419C}">
  <a:tblStyle styleId="{7CD6C21C-BE16-42F0-8A4D-C023CEE041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{7CD6C21C-BE16-42F0-8A4D-C023CEE0419C}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{7CD6C21C-BE16-42F0-8A4D-C023CEE0419C}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{7CD6C21C-BE16-42F0-8A4D-C023CEE0419C}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{7CD6C21C-BE16-42F0-8A4D-C023CEE0419C}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{7CD6C21C-BE16-42F0-8A4D-C023CEE0419C}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