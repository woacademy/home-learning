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93405E9-9E81-4BD0-A160-6BF212D2DEF4}">
  <a:tblStyle styleId="{B93405E9-9E81-4BD0-A160-6BF212D2DEF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{B93405E9-9E81-4BD0-A160-6BF212D2DEF4}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{B93405E9-9E81-4BD0-A160-6BF212D2DEF4}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{B93405E9-9E81-4BD0-A160-6BF212D2DEF4}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{B93405E9-9E81-4BD0-A160-6BF212D2DEF4}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{B93405E9-9E81-4BD0-A160-6BF212D2DEF4}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