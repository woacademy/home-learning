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8519B-4E8B-4960-9F9C-DA1DC4413CF4}">
  <a:tblStyle styleId="{3DB8519B-4E8B-4960-9F9C-DA1DC4413C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{3DB8519B-4E8B-4960-9F9C-DA1DC4413CF4}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{3DB8519B-4E8B-4960-9F9C-DA1DC4413CF4}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{3DB8519B-4E8B-4960-9F9C-DA1DC4413CF4}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{3DB8519B-4E8B-4960-9F9C-DA1DC4413CF4}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{3DB8519B-4E8B-4960-9F9C-DA1DC4413CF4}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