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568685-B022-4687-ACC4-09781716793F}">
  <a:tblStyle styleId="{F7568685-B022-4687-ACC4-0978171679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{F7568685-B022-4687-ACC4-09781716793F}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{F7568685-B022-4687-ACC4-09781716793F}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{F7568685-B022-4687-ACC4-09781716793F}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{F7568685-B022-4687-ACC4-09781716793F}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{F7568685-B022-4687-ACC4-09781716793F}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