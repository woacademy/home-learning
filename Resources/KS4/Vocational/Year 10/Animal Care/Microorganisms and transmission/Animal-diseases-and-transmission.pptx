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8DA4CE-A2EC-4538-AE47-7AF8FBC5AF98}">
  <a:tblStyle styleId="{938DA4CE-A2EC-4538-AE47-7AF8FBC5AF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{938DA4CE-A2EC-4538-AE47-7AF8FBC5AF98}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{938DA4CE-A2EC-4538-AE47-7AF8FBC5AF98}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{938DA4CE-A2EC-4538-AE47-7AF8FBC5AF98}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{938DA4CE-A2EC-4538-AE47-7AF8FBC5AF98}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{938DA4CE-A2EC-4538-AE47-7AF8FBC5AF98}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