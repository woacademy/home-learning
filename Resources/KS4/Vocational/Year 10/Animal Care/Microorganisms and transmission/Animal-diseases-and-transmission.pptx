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1B0E66-8BE3-4DF6-A4CA-A272547F14EA}">
  <a:tblStyle styleId="{E91B0E66-8BE3-4DF6-A4CA-A272547F14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{E91B0E66-8BE3-4DF6-A4CA-A272547F14EA}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{E91B0E66-8BE3-4DF6-A4CA-A272547F14EA}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{E91B0E66-8BE3-4DF6-A4CA-A272547F14EA}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{E91B0E66-8BE3-4DF6-A4CA-A272547F14EA}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{E91B0E66-8BE3-4DF6-A4CA-A272547F14EA}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