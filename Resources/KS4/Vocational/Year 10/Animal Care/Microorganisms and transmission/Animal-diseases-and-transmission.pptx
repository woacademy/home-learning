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915B45-A380-4CBB-8347-4D256EC0CB34}">
  <a:tblStyle styleId="{E4915B45-A380-4CBB-8347-4D256EC0CB3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{E4915B45-A380-4CBB-8347-4D256EC0CB34}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{E4915B45-A380-4CBB-8347-4D256EC0CB34}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{E4915B45-A380-4CBB-8347-4D256EC0CB34}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{E4915B45-A380-4CBB-8347-4D256EC0CB34}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{E4915B45-A380-4CBB-8347-4D256EC0CB34}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