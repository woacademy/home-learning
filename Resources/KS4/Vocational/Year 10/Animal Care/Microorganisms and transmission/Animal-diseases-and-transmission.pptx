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DF71D46-98D9-44CC-B6C4-7564FE1398C0}">
  <a:tblStyle styleId="{EDF71D46-98D9-44CC-B6C4-7564FE1398C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{EDF71D46-98D9-44CC-B6C4-7564FE1398C0}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{EDF71D46-98D9-44CC-B6C4-7564FE1398C0}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{EDF71D46-98D9-44CC-B6C4-7564FE1398C0}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{EDF71D46-98D9-44CC-B6C4-7564FE1398C0}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{EDF71D46-98D9-44CC-B6C4-7564FE1398C0}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