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63F169-6A59-47FF-BFD4-6A9C932EB24B}">
  <a:tblStyle styleId="{EB63F169-6A59-47FF-BFD4-6A9C932EB2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{EB63F169-6A59-47FF-BFD4-6A9C932EB24B}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{EB63F169-6A59-47FF-BFD4-6A9C932EB24B}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{EB63F169-6A59-47FF-BFD4-6A9C932EB24B}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{EB63F169-6A59-47FF-BFD4-6A9C932EB24B}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{EB63F169-6A59-47FF-BFD4-6A9C932EB24B}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