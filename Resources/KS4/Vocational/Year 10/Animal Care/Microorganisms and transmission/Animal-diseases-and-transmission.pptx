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BE006-2AEF-4E7A-B460-02C3377DADFC}">
  <a:tblStyle styleId="{19EBE006-2AEF-4E7A-B460-02C3377DAD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{19EBE006-2AEF-4E7A-B460-02C3377DADFC}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{19EBE006-2AEF-4E7A-B460-02C3377DADFC}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{19EBE006-2AEF-4E7A-B460-02C3377DADFC}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{19EBE006-2AEF-4E7A-B460-02C3377DADFC}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{19EBE006-2AEF-4E7A-B460-02C3377DADFC}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