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89BD2C-CC74-4DCA-9B5B-79BF738DBD5E}">
  <a:tblStyle styleId="{EA89BD2C-CC74-4DCA-9B5B-79BF738DBD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{EA89BD2C-CC74-4DCA-9B5B-79BF738DBD5E}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{EA89BD2C-CC74-4DCA-9B5B-79BF738DBD5E}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{EA89BD2C-CC74-4DCA-9B5B-79BF738DBD5E}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{EA89BD2C-CC74-4DCA-9B5B-79BF738DBD5E}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{EA89BD2C-CC74-4DCA-9B5B-79BF738DBD5E}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