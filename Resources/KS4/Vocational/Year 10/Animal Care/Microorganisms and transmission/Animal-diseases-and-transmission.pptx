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CEC3C6-2835-4CDD-916D-4EF30C19F573}">
  <a:tblStyle styleId="{F4CEC3C6-2835-4CDD-916D-4EF30C19F5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{F4CEC3C6-2835-4CDD-916D-4EF30C19F573}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{F4CEC3C6-2835-4CDD-916D-4EF30C19F573}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{F4CEC3C6-2835-4CDD-916D-4EF30C19F573}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{F4CEC3C6-2835-4CDD-916D-4EF30C19F573}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{F4CEC3C6-2835-4CDD-916D-4EF30C19F573}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