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D5493A-7C72-42A8-9DF6-E7132AF302BB}">
  <a:tblStyle styleId="{A5D5493A-7C72-42A8-9DF6-E7132AF302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{A5D5493A-7C72-42A8-9DF6-E7132AF302BB}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{A5D5493A-7C72-42A8-9DF6-E7132AF302BB}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{A5D5493A-7C72-42A8-9DF6-E7132AF302BB}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{A5D5493A-7C72-42A8-9DF6-E7132AF302BB}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{A5D5493A-7C72-42A8-9DF6-E7132AF302BB}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