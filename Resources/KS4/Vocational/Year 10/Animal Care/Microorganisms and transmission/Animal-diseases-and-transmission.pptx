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C922CC-39C0-4C2A-A9E3-403522F1A7DE}">
  <a:tblStyle styleId="{D3C922CC-39C0-4C2A-A9E3-403522F1A7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{D3C922CC-39C0-4C2A-A9E3-403522F1A7DE}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{D3C922CC-39C0-4C2A-A9E3-403522F1A7DE}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{D3C922CC-39C0-4C2A-A9E3-403522F1A7DE}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{D3C922CC-39C0-4C2A-A9E3-403522F1A7DE}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{D3C922CC-39C0-4C2A-A9E3-403522F1A7DE}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