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EC2049-AFB3-428D-9FF8-D31C7D792814}">
  <a:tblStyle styleId="{11EC2049-AFB3-428D-9FF8-D31C7D7928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{11EC2049-AFB3-428D-9FF8-D31C7D792814}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{11EC2049-AFB3-428D-9FF8-D31C7D792814}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{11EC2049-AFB3-428D-9FF8-D31C7D792814}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{11EC2049-AFB3-428D-9FF8-D31C7D792814}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{11EC2049-AFB3-428D-9FF8-D31C7D792814}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