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3911AD4-66E2-43FC-94D4-740D0CDE0543}">
  <a:tblStyle styleId="{63911AD4-66E2-43FC-94D4-740D0CDE054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{63911AD4-66E2-43FC-94D4-740D0CDE0543}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{63911AD4-66E2-43FC-94D4-740D0CDE0543}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{63911AD4-66E2-43FC-94D4-740D0CDE0543}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{63911AD4-66E2-43FC-94D4-740D0CDE0543}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{63911AD4-66E2-43FC-94D4-740D0CDE0543}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