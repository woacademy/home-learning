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532D4E-F2D1-4560-BAF9-D7B0EADCF5CD}">
  <a:tblStyle styleId="{DB532D4E-F2D1-4560-BAF9-D7B0EADCF5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{DB532D4E-F2D1-4560-BAF9-D7B0EADCF5CD}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{DB532D4E-F2D1-4560-BAF9-D7B0EADCF5CD}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{DB532D4E-F2D1-4560-BAF9-D7B0EADCF5CD}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{DB532D4E-F2D1-4560-BAF9-D7B0EADCF5CD}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{DB532D4E-F2D1-4560-BAF9-D7B0EADCF5CD}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