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CAF64-4A27-4C87-BAA3-996C27DFE433}">
  <a:tblStyle styleId="{09ACAF64-4A27-4C87-BAA3-996C27DFE4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{09ACAF64-4A27-4C87-BAA3-996C27DFE433}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{09ACAF64-4A27-4C87-BAA3-996C27DFE433}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{09ACAF64-4A27-4C87-BAA3-996C27DFE433}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{09ACAF64-4A27-4C87-BAA3-996C27DFE433}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{09ACAF64-4A27-4C87-BAA3-996C27DFE433}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