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9CC278-8652-494D-AB8F-168154612E41}">
  <a:tblStyle styleId="{C69CC278-8652-494D-AB8F-168154612E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{C69CC278-8652-494D-AB8F-168154612E41}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{C69CC278-8652-494D-AB8F-168154612E41}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{C69CC278-8652-494D-AB8F-168154612E41}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{C69CC278-8652-494D-AB8F-168154612E41}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{C69CC278-8652-494D-AB8F-168154612E41}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