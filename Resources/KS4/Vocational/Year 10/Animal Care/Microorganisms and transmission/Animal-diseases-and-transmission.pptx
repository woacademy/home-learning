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29B735-A611-4935-9E9D-B502110EAA78}">
  <a:tblStyle styleId="{BA29B735-A611-4935-9E9D-B502110EAA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{BA29B735-A611-4935-9E9D-B502110EAA78}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{BA29B735-A611-4935-9E9D-B502110EAA78}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{BA29B735-A611-4935-9E9D-B502110EAA78}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{BA29B735-A611-4935-9E9D-B502110EAA78}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{BA29B735-A611-4935-9E9D-B502110EAA78}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