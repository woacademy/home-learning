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AB0468-442D-4302-9D8D-F821683969AC}">
  <a:tblStyle styleId="{7DAB0468-442D-4302-9D8D-F821683969A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{7DAB0468-442D-4302-9D8D-F821683969AC}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{7DAB0468-442D-4302-9D8D-F821683969AC}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{7DAB0468-442D-4302-9D8D-F821683969AC}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{7DAB0468-442D-4302-9D8D-F821683969AC}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{7DAB0468-442D-4302-9D8D-F821683969AC}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