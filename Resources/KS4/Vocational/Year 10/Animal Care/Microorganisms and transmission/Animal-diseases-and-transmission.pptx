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1B8AB2-EE09-493E-BAB5-913E52991B55}">
  <a:tblStyle styleId="{591B8AB2-EE09-493E-BAB5-913E52991B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{591B8AB2-EE09-493E-BAB5-913E52991B55}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{591B8AB2-EE09-493E-BAB5-913E52991B55}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{591B8AB2-EE09-493E-BAB5-913E52991B55}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{591B8AB2-EE09-493E-BAB5-913E52991B55}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{591B8AB2-EE09-493E-BAB5-913E52991B55}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