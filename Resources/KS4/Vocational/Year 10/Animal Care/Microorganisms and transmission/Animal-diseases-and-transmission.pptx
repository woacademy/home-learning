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2B55ED-4B63-4DAA-B237-06E66B3FDD2B}">
  <a:tblStyle styleId="{FE2B55ED-4B63-4DAA-B237-06E66B3FDD2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{FE2B55ED-4B63-4DAA-B237-06E66B3FDD2B}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{FE2B55ED-4B63-4DAA-B237-06E66B3FDD2B}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{FE2B55ED-4B63-4DAA-B237-06E66B3FDD2B}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{FE2B55ED-4B63-4DAA-B237-06E66B3FDD2B}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{FE2B55ED-4B63-4DAA-B237-06E66B3FDD2B}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