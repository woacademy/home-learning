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636AA4-3488-4934-B27E-1003BD2DE46B}">
  <a:tblStyle styleId="{E9636AA4-3488-4934-B27E-1003BD2DE4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{E9636AA4-3488-4934-B27E-1003BD2DE46B}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{E9636AA4-3488-4934-B27E-1003BD2DE46B}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{E9636AA4-3488-4934-B27E-1003BD2DE46B}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{E9636AA4-3488-4934-B27E-1003BD2DE46B}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{E9636AA4-3488-4934-B27E-1003BD2DE46B}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