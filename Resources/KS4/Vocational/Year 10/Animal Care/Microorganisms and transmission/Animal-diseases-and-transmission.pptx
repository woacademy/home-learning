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6BE3C9-A6AD-4440-812E-B1A0FBDC84BA}">
  <a:tblStyle styleId="{FB6BE3C9-A6AD-4440-812E-B1A0FBDC84B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{FB6BE3C9-A6AD-4440-812E-B1A0FBDC84BA}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{FB6BE3C9-A6AD-4440-812E-B1A0FBDC84BA}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{FB6BE3C9-A6AD-4440-812E-B1A0FBDC84BA}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{FB6BE3C9-A6AD-4440-812E-B1A0FBDC84BA}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{FB6BE3C9-A6AD-4440-812E-B1A0FBDC84BA}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