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52251D-5312-4A52-8849-B8430CCFBDFD}">
  <a:tblStyle styleId="{A152251D-5312-4A52-8849-B8430CCFBD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{A152251D-5312-4A52-8849-B8430CCFBDFD}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{A152251D-5312-4A52-8849-B8430CCFBDFD}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{A152251D-5312-4A52-8849-B8430CCFBDFD}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{A152251D-5312-4A52-8849-B8430CCFBDFD}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{A152251D-5312-4A52-8849-B8430CCFBDFD}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