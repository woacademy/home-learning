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198449-DDDA-4B2D-B2D5-AE6B03A2AE6B}">
  <a:tblStyle styleId="{7B198449-DDDA-4B2D-B2D5-AE6B03A2AE6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{7B198449-DDDA-4B2D-B2D5-AE6B03A2AE6B}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{7B198449-DDDA-4B2D-B2D5-AE6B03A2AE6B}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{7B198449-DDDA-4B2D-B2D5-AE6B03A2AE6B}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{7B198449-DDDA-4B2D-B2D5-AE6B03A2AE6B}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{7B198449-DDDA-4B2D-B2D5-AE6B03A2AE6B}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