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5A1082-6604-44AC-90FC-74720E59DC1D}">
  <a:tblStyle styleId="{005A1082-6604-44AC-90FC-74720E59DC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{005A1082-6604-44AC-90FC-74720E59DC1D}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{005A1082-6604-44AC-90FC-74720E59DC1D}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{005A1082-6604-44AC-90FC-74720E59DC1D}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{005A1082-6604-44AC-90FC-74720E59DC1D}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{005A1082-6604-44AC-90FC-74720E59DC1D}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