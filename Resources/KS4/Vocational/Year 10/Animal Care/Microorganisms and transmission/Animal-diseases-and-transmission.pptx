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0E6303-3B20-4387-8BA9-2ED1CD56704D}">
  <a:tblStyle styleId="{E00E6303-3B20-4387-8BA9-2ED1CD5670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{E00E6303-3B20-4387-8BA9-2ED1CD56704D}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{E00E6303-3B20-4387-8BA9-2ED1CD56704D}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{E00E6303-3B20-4387-8BA9-2ED1CD56704D}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{E00E6303-3B20-4387-8BA9-2ED1CD56704D}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{E00E6303-3B20-4387-8BA9-2ED1CD56704D}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