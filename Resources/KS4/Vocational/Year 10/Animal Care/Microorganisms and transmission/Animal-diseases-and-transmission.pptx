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FD9A19-B6E2-4D04-AB19-4C15B8BBF215}">
  <a:tblStyle styleId="{03FD9A19-B6E2-4D04-AB19-4C15B8BBF2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{03FD9A19-B6E2-4D04-AB19-4C15B8BBF215}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{03FD9A19-B6E2-4D04-AB19-4C15B8BBF215}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{03FD9A19-B6E2-4D04-AB19-4C15B8BBF215}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{03FD9A19-B6E2-4D04-AB19-4C15B8BBF215}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{03FD9A19-B6E2-4D04-AB19-4C15B8BBF215}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