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B592AD-A2BF-4363-AC1A-7B7C725E840A}">
  <a:tblStyle styleId="{89B592AD-A2BF-4363-AC1A-7B7C725E840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{89B592AD-A2BF-4363-AC1A-7B7C725E840A}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{89B592AD-A2BF-4363-AC1A-7B7C725E840A}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{89B592AD-A2BF-4363-AC1A-7B7C725E840A}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{89B592AD-A2BF-4363-AC1A-7B7C725E840A}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{89B592AD-A2BF-4363-AC1A-7B7C725E840A}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