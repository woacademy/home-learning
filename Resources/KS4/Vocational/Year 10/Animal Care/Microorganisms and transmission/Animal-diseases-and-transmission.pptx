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EDE477-E6A2-4F4B-BB02-D30ADF1A90F9}">
  <a:tblStyle styleId="{C6EDE477-E6A2-4F4B-BB02-D30ADF1A90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{C6EDE477-E6A2-4F4B-BB02-D30ADF1A90F9}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{C6EDE477-E6A2-4F4B-BB02-D30ADF1A90F9}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{C6EDE477-E6A2-4F4B-BB02-D30ADF1A90F9}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{C6EDE477-E6A2-4F4B-BB02-D30ADF1A90F9}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{C6EDE477-E6A2-4F4B-BB02-D30ADF1A90F9}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