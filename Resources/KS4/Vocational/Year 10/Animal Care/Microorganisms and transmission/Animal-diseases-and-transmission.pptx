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B9FBF2-6DDE-469B-B9B4-20BFDA798128}">
  <a:tblStyle styleId="{29B9FBF2-6DDE-469B-B9B4-20BFDA7981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{29B9FBF2-6DDE-469B-B9B4-20BFDA798128}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{29B9FBF2-6DDE-469B-B9B4-20BFDA798128}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{29B9FBF2-6DDE-469B-B9B4-20BFDA798128}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{29B9FBF2-6DDE-469B-B9B4-20BFDA798128}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{29B9FBF2-6DDE-469B-B9B4-20BFDA798128}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