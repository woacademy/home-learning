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3CF50-752C-4132-BEF5-9B3A5DA8CE49}">
  <a:tblStyle styleId="{0E63CF50-752C-4132-BEF5-9B3A5DA8CE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{0E63CF50-752C-4132-BEF5-9B3A5DA8CE49}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{0E63CF50-752C-4132-BEF5-9B3A5DA8CE49}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{0E63CF50-752C-4132-BEF5-9B3A5DA8CE49}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{0E63CF50-752C-4132-BEF5-9B3A5DA8CE49}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{0E63CF50-752C-4132-BEF5-9B3A5DA8CE49}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