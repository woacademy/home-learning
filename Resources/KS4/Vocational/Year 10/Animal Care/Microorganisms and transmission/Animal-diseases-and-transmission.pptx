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BDC7C8-471E-46E8-88EB-E406D8F9B5CE}">
  <a:tblStyle styleId="{A3BDC7C8-471E-46E8-88EB-E406D8F9B5C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{A3BDC7C8-471E-46E8-88EB-E406D8F9B5CE}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{A3BDC7C8-471E-46E8-88EB-E406D8F9B5CE}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{A3BDC7C8-471E-46E8-88EB-E406D8F9B5CE}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{A3BDC7C8-471E-46E8-88EB-E406D8F9B5CE}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{A3BDC7C8-471E-46E8-88EB-E406D8F9B5CE}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