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E482ED-CD5E-42BD-A73F-79E7B674D3FC}">
  <a:tblStyle styleId="{81E482ED-CD5E-42BD-A73F-79E7B674D3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{81E482ED-CD5E-42BD-A73F-79E7B674D3FC}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{81E482ED-CD5E-42BD-A73F-79E7B674D3FC}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{81E482ED-CD5E-42BD-A73F-79E7B674D3FC}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{81E482ED-CD5E-42BD-A73F-79E7B674D3FC}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{81E482ED-CD5E-42BD-A73F-79E7B674D3FC}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