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89D0FC-75C7-40EC-873B-F4AD08D4E622}">
  <a:tblStyle styleId="{F289D0FC-75C7-40EC-873B-F4AD08D4E6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{F289D0FC-75C7-40EC-873B-F4AD08D4E622}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{F289D0FC-75C7-40EC-873B-F4AD08D4E622}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{F289D0FC-75C7-40EC-873B-F4AD08D4E622}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{F289D0FC-75C7-40EC-873B-F4AD08D4E622}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{F289D0FC-75C7-40EC-873B-F4AD08D4E622}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