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90E1B3-2648-4491-BE63-7FE728839489}">
  <a:tblStyle styleId="{4590E1B3-2648-4491-BE63-7FE7288394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{4590E1B3-2648-4491-BE63-7FE728839489}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{4590E1B3-2648-4491-BE63-7FE728839489}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{4590E1B3-2648-4491-BE63-7FE728839489}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{4590E1B3-2648-4491-BE63-7FE728839489}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{4590E1B3-2648-4491-BE63-7FE728839489}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