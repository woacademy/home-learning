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8E2F231-A4AD-469A-BA1D-A72713A3E9CE}">
  <a:tblStyle styleId="{F8E2F231-A4AD-469A-BA1D-A72713A3E9C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{F8E2F231-A4AD-469A-BA1D-A72713A3E9CE}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{F8E2F231-A4AD-469A-BA1D-A72713A3E9CE}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{F8E2F231-A4AD-469A-BA1D-A72713A3E9CE}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{F8E2F231-A4AD-469A-BA1D-A72713A3E9CE}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{F8E2F231-A4AD-469A-BA1D-A72713A3E9CE}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