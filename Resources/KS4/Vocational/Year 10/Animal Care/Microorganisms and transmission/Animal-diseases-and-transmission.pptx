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25386C-1388-47DE-A8C9-BD06E23B85B9}">
  <a:tblStyle styleId="{8D25386C-1388-47DE-A8C9-BD06E23B85B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{8D25386C-1388-47DE-A8C9-BD06E23B85B9}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{8D25386C-1388-47DE-A8C9-BD06E23B85B9}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{8D25386C-1388-47DE-A8C9-BD06E23B85B9}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{8D25386C-1388-47DE-A8C9-BD06E23B85B9}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{8D25386C-1388-47DE-A8C9-BD06E23B85B9}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