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CF8171-FED5-42A5-BA91-8FEA8BA09E39}">
  <a:tblStyle styleId="{CCCF8171-FED5-42A5-BA91-8FEA8BA09E3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{CCCF8171-FED5-42A5-BA91-8FEA8BA09E39}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{CCCF8171-FED5-42A5-BA91-8FEA8BA09E39}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{CCCF8171-FED5-42A5-BA91-8FEA8BA09E39}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{CCCF8171-FED5-42A5-BA91-8FEA8BA09E39}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{CCCF8171-FED5-42A5-BA91-8FEA8BA09E39}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