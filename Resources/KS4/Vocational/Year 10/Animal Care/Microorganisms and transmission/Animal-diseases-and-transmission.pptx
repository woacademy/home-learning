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C4A0730-01FE-4AEC-A48A-D6582213F6E2}">
  <a:tblStyle styleId="{9C4A0730-01FE-4AEC-A48A-D6582213F6E2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6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{9C4A0730-01FE-4AEC-A48A-D6582213F6E2}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{9C4A0730-01FE-4AEC-A48A-D6582213F6E2}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{9C4A0730-01FE-4AEC-A48A-D6582213F6E2}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{9C4A0730-01FE-4AEC-A48A-D6582213F6E2}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{9C4A0730-01FE-4AEC-A48A-D6582213F6E2}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