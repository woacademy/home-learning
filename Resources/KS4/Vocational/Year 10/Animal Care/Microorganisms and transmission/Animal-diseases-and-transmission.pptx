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481363-86A5-4B7A-8AA3-1CB75B3E940F}">
  <a:tblStyle styleId="{AA481363-86A5-4B7A-8AA3-1CB75B3E94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{AA481363-86A5-4B7A-8AA3-1CB75B3E940F}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{AA481363-86A5-4B7A-8AA3-1CB75B3E940F}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{AA481363-86A5-4B7A-8AA3-1CB75B3E940F}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{AA481363-86A5-4B7A-8AA3-1CB75B3E940F}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{AA481363-86A5-4B7A-8AA3-1CB75B3E940F}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