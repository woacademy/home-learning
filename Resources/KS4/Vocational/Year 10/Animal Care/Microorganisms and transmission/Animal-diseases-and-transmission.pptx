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6C28A1-3DB2-476E-9DAC-E441522C24D9}">
  <a:tblStyle styleId="{F36C28A1-3DB2-476E-9DAC-E441522C24D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{F36C28A1-3DB2-476E-9DAC-E441522C24D9}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{F36C28A1-3DB2-476E-9DAC-E441522C24D9}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{F36C28A1-3DB2-476E-9DAC-E441522C24D9}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{F36C28A1-3DB2-476E-9DAC-E441522C24D9}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{F36C28A1-3DB2-476E-9DAC-E441522C24D9}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