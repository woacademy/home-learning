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2BECC7-5B35-4113-BAD4-E16041FE2711}">
  <a:tblStyle styleId="{FB2BECC7-5B35-4113-BAD4-E16041FE27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{FB2BECC7-5B35-4113-BAD4-E16041FE2711}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{FB2BECC7-5B35-4113-BAD4-E16041FE2711}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{FB2BECC7-5B35-4113-BAD4-E16041FE2711}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{FB2BECC7-5B35-4113-BAD4-E16041FE2711}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{FB2BECC7-5B35-4113-BAD4-E16041FE2711}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