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A51A61A-4DA0-49CC-8753-A9D32C9C25C9}">
  <a:tblStyle styleId="{BA51A61A-4DA0-49CC-8753-A9D32C9C25C9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{BA51A61A-4DA0-49CC-8753-A9D32C9C25C9}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{BA51A61A-4DA0-49CC-8753-A9D32C9C25C9}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{BA51A61A-4DA0-49CC-8753-A9D32C9C25C9}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{BA51A61A-4DA0-49CC-8753-A9D32C9C25C9}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{BA51A61A-4DA0-49CC-8753-A9D32C9C25C9}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