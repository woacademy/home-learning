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AE1AE-E1AB-43F0-A30E-5A750300CE14}">
  <a:tblStyle styleId="{A6EAE1AE-E1AB-43F0-A30E-5A750300CE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{A6EAE1AE-E1AB-43F0-A30E-5A750300CE14}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{A6EAE1AE-E1AB-43F0-A30E-5A750300CE14}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{A6EAE1AE-E1AB-43F0-A30E-5A750300CE14}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{A6EAE1AE-E1AB-43F0-A30E-5A750300CE14}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{A6EAE1AE-E1AB-43F0-A30E-5A750300CE14}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