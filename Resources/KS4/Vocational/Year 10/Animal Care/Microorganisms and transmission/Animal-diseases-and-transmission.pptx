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7A890B-DCED-475F-8155-57BF7CCEAC6B}">
  <a:tblStyle styleId="{057A890B-DCED-475F-8155-57BF7CCEAC6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{057A890B-DCED-475F-8155-57BF7CCEAC6B}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{057A890B-DCED-475F-8155-57BF7CCEAC6B}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{057A890B-DCED-475F-8155-57BF7CCEAC6B}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{057A890B-DCED-475F-8155-57BF7CCEAC6B}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{057A890B-DCED-475F-8155-57BF7CCEAC6B}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