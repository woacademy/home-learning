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6BFAD9-0BDC-4E61-9C2A-D8CC76339338}">
  <a:tblStyle styleId="{A26BFAD9-0BDC-4E61-9C2A-D8CC7633933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{A26BFAD9-0BDC-4E61-9C2A-D8CC76339338}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{A26BFAD9-0BDC-4E61-9C2A-D8CC76339338}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{A26BFAD9-0BDC-4E61-9C2A-D8CC76339338}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{A26BFAD9-0BDC-4E61-9C2A-D8CC76339338}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{A26BFAD9-0BDC-4E61-9C2A-D8CC76339338}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