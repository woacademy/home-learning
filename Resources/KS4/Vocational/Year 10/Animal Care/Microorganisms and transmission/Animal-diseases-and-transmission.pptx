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A57DB2-347B-4028-A198-1D7817793911}">
  <a:tblStyle styleId="{3DA57DB2-347B-4028-A198-1D781779391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{3DA57DB2-347B-4028-A198-1D7817793911}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{3DA57DB2-347B-4028-A198-1D7817793911}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{3DA57DB2-347B-4028-A198-1D7817793911}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{3DA57DB2-347B-4028-A198-1D7817793911}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{3DA57DB2-347B-4028-A198-1D7817793911}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