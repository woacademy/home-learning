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9908FF-5416-4FA9-9D2C-317B711063DB}">
  <a:tblStyle styleId="{489908FF-5416-4FA9-9D2C-317B711063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{489908FF-5416-4FA9-9D2C-317B711063DB}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{489908FF-5416-4FA9-9D2C-317B711063DB}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{489908FF-5416-4FA9-9D2C-317B711063DB}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{489908FF-5416-4FA9-9D2C-317B711063DB}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{489908FF-5416-4FA9-9D2C-317B711063DB}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