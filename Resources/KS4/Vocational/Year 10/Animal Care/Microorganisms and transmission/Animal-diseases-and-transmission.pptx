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5239EC-B71D-4F3C-AEC4-C651A1A61E6A}">
  <a:tblStyle styleId="{DA5239EC-B71D-4F3C-AEC4-C651A1A61E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{DA5239EC-B71D-4F3C-AEC4-C651A1A61E6A}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{DA5239EC-B71D-4F3C-AEC4-C651A1A61E6A}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{DA5239EC-B71D-4F3C-AEC4-C651A1A61E6A}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{DA5239EC-B71D-4F3C-AEC4-C651A1A61E6A}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{DA5239EC-B71D-4F3C-AEC4-C651A1A61E6A}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