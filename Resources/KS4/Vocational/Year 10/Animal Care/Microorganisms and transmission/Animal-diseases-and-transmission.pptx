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C7E3A0-C589-4741-8B4F-E22C47EDB708}">
  <a:tblStyle styleId="{7FC7E3A0-C589-4741-8B4F-E22C47EDB70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{7FC7E3A0-C589-4741-8B4F-E22C47EDB708}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{7FC7E3A0-C589-4741-8B4F-E22C47EDB708}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{7FC7E3A0-C589-4741-8B4F-E22C47EDB708}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{7FC7E3A0-C589-4741-8B4F-E22C47EDB708}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{7FC7E3A0-C589-4741-8B4F-E22C47EDB708}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