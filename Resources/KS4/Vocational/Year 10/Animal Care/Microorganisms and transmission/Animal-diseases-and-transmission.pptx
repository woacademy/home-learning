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2779382-4C6A-4EAD-A4A8-5D08513C5E2A}">
  <a:tblStyle styleId="{02779382-4C6A-4EAD-A4A8-5D08513C5E2A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{02779382-4C6A-4EAD-A4A8-5D08513C5E2A}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{02779382-4C6A-4EAD-A4A8-5D08513C5E2A}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{02779382-4C6A-4EAD-A4A8-5D08513C5E2A}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{02779382-4C6A-4EAD-A4A8-5D08513C5E2A}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{02779382-4C6A-4EAD-A4A8-5D08513C5E2A}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