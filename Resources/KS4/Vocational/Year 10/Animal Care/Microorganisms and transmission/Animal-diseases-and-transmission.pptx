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C5F85C-C5AE-4C1B-B56E-48C5947DE93F}">
  <a:tblStyle styleId="{82C5F85C-C5AE-4C1B-B56E-48C5947DE93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{82C5F85C-C5AE-4C1B-B56E-48C5947DE93F}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{82C5F85C-C5AE-4C1B-B56E-48C5947DE93F}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{82C5F85C-C5AE-4C1B-B56E-48C5947DE93F}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{82C5F85C-C5AE-4C1B-B56E-48C5947DE93F}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{82C5F85C-C5AE-4C1B-B56E-48C5947DE93F}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