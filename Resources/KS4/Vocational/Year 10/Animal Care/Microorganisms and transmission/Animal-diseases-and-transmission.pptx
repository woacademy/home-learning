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D4837C-A15E-441B-B0A7-41B26EF9BBC0}">
  <a:tblStyle styleId="{38D4837C-A15E-441B-B0A7-41B26EF9BB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{38D4837C-A15E-441B-B0A7-41B26EF9BBC0}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{38D4837C-A15E-441B-B0A7-41B26EF9BBC0}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{38D4837C-A15E-441B-B0A7-41B26EF9BBC0}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{38D4837C-A15E-441B-B0A7-41B26EF9BBC0}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{38D4837C-A15E-441B-B0A7-41B26EF9BBC0}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