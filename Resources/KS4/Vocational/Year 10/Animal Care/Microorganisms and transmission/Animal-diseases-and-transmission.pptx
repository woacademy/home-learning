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EE039B-6DDA-4471-B601-9820EF2B9982}">
  <a:tblStyle styleId="{51EE039B-6DDA-4471-B601-9820EF2B99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{51EE039B-6DDA-4471-B601-9820EF2B9982}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{51EE039B-6DDA-4471-B601-9820EF2B9982}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{51EE039B-6DDA-4471-B601-9820EF2B9982}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{51EE039B-6DDA-4471-B601-9820EF2B9982}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{51EE039B-6DDA-4471-B601-9820EF2B9982}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