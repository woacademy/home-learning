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F9C31-6DEC-4167-A3D6-0A0B9CB12FFD}">
  <a:tblStyle styleId="{427F9C31-6DEC-4167-A3D6-0A0B9CB12F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{427F9C31-6DEC-4167-A3D6-0A0B9CB12FFD}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{427F9C31-6DEC-4167-A3D6-0A0B9CB12FFD}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{427F9C31-6DEC-4167-A3D6-0A0B9CB12FFD}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{427F9C31-6DEC-4167-A3D6-0A0B9CB12FFD}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{427F9C31-6DEC-4167-A3D6-0A0B9CB12FFD}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