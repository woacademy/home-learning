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30F2BD-A300-4955-B807-C5B1B1060533}">
  <a:tblStyle styleId="{AB30F2BD-A300-4955-B807-C5B1B10605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{AB30F2BD-A300-4955-B807-C5B1B1060533}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{AB30F2BD-A300-4955-B807-C5B1B1060533}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{AB30F2BD-A300-4955-B807-C5B1B1060533}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{AB30F2BD-A300-4955-B807-C5B1B1060533}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{AB30F2BD-A300-4955-B807-C5B1B1060533}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