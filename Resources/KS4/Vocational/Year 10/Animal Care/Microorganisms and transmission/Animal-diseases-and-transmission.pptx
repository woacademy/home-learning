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4756B6-2812-4B03-8EF4-2EDB979B3F6D}">
  <a:tblStyle styleId="{BC4756B6-2812-4B03-8EF4-2EDB979B3F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{BC4756B6-2812-4B03-8EF4-2EDB979B3F6D}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{BC4756B6-2812-4B03-8EF4-2EDB979B3F6D}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{BC4756B6-2812-4B03-8EF4-2EDB979B3F6D}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{BC4756B6-2812-4B03-8EF4-2EDB979B3F6D}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{BC4756B6-2812-4B03-8EF4-2EDB979B3F6D}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