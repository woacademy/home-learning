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CE1E65F-040C-4020-AD31-2B16ADAFF668}">
  <a:tblStyle styleId="{3CE1E65F-040C-4020-AD31-2B16ADAFF66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{3CE1E65F-040C-4020-AD31-2B16ADAFF668}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{3CE1E65F-040C-4020-AD31-2B16ADAFF668}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{3CE1E65F-040C-4020-AD31-2B16ADAFF668}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{3CE1E65F-040C-4020-AD31-2B16ADAFF668}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{3CE1E65F-040C-4020-AD31-2B16ADAFF668}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