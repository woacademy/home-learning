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4C34F-F0F2-41E5-B162-9FF94BC005DF}">
  <a:tblStyle styleId="{DE84C34F-F0F2-41E5-B162-9FF94BC005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{DE84C34F-F0F2-41E5-B162-9FF94BC005DF}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{DE84C34F-F0F2-41E5-B162-9FF94BC005DF}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{DE84C34F-F0F2-41E5-B162-9FF94BC005DF}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{DE84C34F-F0F2-41E5-B162-9FF94BC005DF}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{DE84C34F-F0F2-41E5-B162-9FF94BC005DF}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