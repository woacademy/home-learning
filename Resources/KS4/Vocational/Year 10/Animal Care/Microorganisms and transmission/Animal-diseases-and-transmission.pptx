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2BF65F-447E-47FA-A5C7-9DD6708560E8}">
  <a:tblStyle styleId="{FC2BF65F-447E-47FA-A5C7-9DD6708560E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{FC2BF65F-447E-47FA-A5C7-9DD6708560E8}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{FC2BF65F-447E-47FA-A5C7-9DD6708560E8}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{FC2BF65F-447E-47FA-A5C7-9DD6708560E8}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{FC2BF65F-447E-47FA-A5C7-9DD6708560E8}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{FC2BF65F-447E-47FA-A5C7-9DD6708560E8}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