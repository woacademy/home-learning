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394244-95DF-4CA6-B422-D1CB2443624D}">
  <a:tblStyle styleId="{0E394244-95DF-4CA6-B422-D1CB244362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{0E394244-95DF-4CA6-B422-D1CB2443624D}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{0E394244-95DF-4CA6-B422-D1CB2443624D}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{0E394244-95DF-4CA6-B422-D1CB2443624D}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{0E394244-95DF-4CA6-B422-D1CB2443624D}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{0E394244-95DF-4CA6-B422-D1CB2443624D}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