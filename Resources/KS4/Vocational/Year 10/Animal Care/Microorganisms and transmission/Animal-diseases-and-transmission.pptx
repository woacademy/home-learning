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472DC2-55B5-4140-8148-AF2258BEFFB9}">
  <a:tblStyle styleId="{34472DC2-55B5-4140-8148-AF2258BEFF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{34472DC2-55B5-4140-8148-AF2258BEFFB9}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{34472DC2-55B5-4140-8148-AF2258BEFFB9}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{34472DC2-55B5-4140-8148-AF2258BEFFB9}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{34472DC2-55B5-4140-8148-AF2258BEFFB9}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{34472DC2-55B5-4140-8148-AF2258BEFFB9}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