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7D0F87-C93E-495F-843D-98CFC50D60D6}">
  <a:tblStyle styleId="{677D0F87-C93E-495F-843D-98CFC50D60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{677D0F87-C93E-495F-843D-98CFC50D60D6}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{677D0F87-C93E-495F-843D-98CFC50D60D6}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{677D0F87-C93E-495F-843D-98CFC50D60D6}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{677D0F87-C93E-495F-843D-98CFC50D60D6}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{677D0F87-C93E-495F-843D-98CFC50D60D6}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