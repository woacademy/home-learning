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34C41-B2B2-4152-B036-A48633D87299}">
  <a:tblStyle styleId="{AE034C41-B2B2-4152-B036-A48633D872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{AE034C41-B2B2-4152-B036-A48633D87299}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{AE034C41-B2B2-4152-B036-A48633D87299}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{AE034C41-B2B2-4152-B036-A48633D87299}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{AE034C41-B2B2-4152-B036-A48633D87299}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{AE034C41-B2B2-4152-B036-A48633D87299}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