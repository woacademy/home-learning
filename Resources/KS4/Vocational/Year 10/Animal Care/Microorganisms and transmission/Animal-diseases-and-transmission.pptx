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1D31A-92A9-4421-B583-5F1C6E18C1B0}">
  <a:tblStyle styleId="{B451D31A-92A9-4421-B583-5F1C6E18C1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{B451D31A-92A9-4421-B583-5F1C6E18C1B0}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{B451D31A-92A9-4421-B583-5F1C6E18C1B0}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{B451D31A-92A9-4421-B583-5F1C6E18C1B0}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{B451D31A-92A9-4421-B583-5F1C6E18C1B0}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{B451D31A-92A9-4421-B583-5F1C6E18C1B0}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