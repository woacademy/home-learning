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C5C3B8-BED0-40CB-B943-AEC7AE05E9D9}">
  <a:tblStyle styleId="{53C5C3B8-BED0-40CB-B943-AEC7AE05E9D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{53C5C3B8-BED0-40CB-B943-AEC7AE05E9D9}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{53C5C3B8-BED0-40CB-B943-AEC7AE05E9D9}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{53C5C3B8-BED0-40CB-B943-AEC7AE05E9D9}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{53C5C3B8-BED0-40CB-B943-AEC7AE05E9D9}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{53C5C3B8-BED0-40CB-B943-AEC7AE05E9D9}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