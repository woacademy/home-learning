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24700A-4423-4F07-992B-EE3DF2077DD2}">
  <a:tblStyle styleId="{D824700A-4423-4F07-992B-EE3DF2077DD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{D824700A-4423-4F07-992B-EE3DF2077DD2}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{D824700A-4423-4F07-992B-EE3DF2077DD2}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{D824700A-4423-4F07-992B-EE3DF2077DD2}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{D824700A-4423-4F07-992B-EE3DF2077DD2}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{D824700A-4423-4F07-992B-EE3DF2077DD2}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