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8AB525-03F5-4979-84E1-310EF9F9ABE5}">
  <a:tblStyle styleId="{AB8AB525-03F5-4979-84E1-310EF9F9AB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{AB8AB525-03F5-4979-84E1-310EF9F9ABE5}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{AB8AB525-03F5-4979-84E1-310EF9F9ABE5}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{AB8AB525-03F5-4979-84E1-310EF9F9ABE5}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{AB8AB525-03F5-4979-84E1-310EF9F9ABE5}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{AB8AB525-03F5-4979-84E1-310EF9F9ABE5}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