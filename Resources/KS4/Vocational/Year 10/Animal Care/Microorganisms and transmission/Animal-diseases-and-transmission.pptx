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12975-58CD-403F-A910-46EC88EDAA8B}">
  <a:tblStyle styleId="{36812975-58CD-403F-A910-46EC88EDAA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{36812975-58CD-403F-A910-46EC88EDAA8B}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{36812975-58CD-403F-A910-46EC88EDAA8B}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{36812975-58CD-403F-A910-46EC88EDAA8B}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{36812975-58CD-403F-A910-46EC88EDAA8B}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{36812975-58CD-403F-A910-46EC88EDAA8B}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