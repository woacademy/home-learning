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C81774-2534-461B-B9A5-F153E6CDF8B3}">
  <a:tblStyle styleId="{9AC81774-2534-461B-B9A5-F153E6CDF8B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{9AC81774-2534-461B-B9A5-F153E6CDF8B3}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{9AC81774-2534-461B-B9A5-F153E6CDF8B3}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{9AC81774-2534-461B-B9A5-F153E6CDF8B3}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{9AC81774-2534-461B-B9A5-F153E6CDF8B3}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{9AC81774-2534-461B-B9A5-F153E6CDF8B3}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