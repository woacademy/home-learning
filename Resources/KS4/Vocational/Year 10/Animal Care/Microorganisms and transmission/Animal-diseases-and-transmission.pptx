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B46CC3-11C6-41F0-AAB3-2E679DB7B1D1}">
  <a:tblStyle styleId="{3AB46CC3-11C6-41F0-AAB3-2E679DB7B1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{3AB46CC3-11C6-41F0-AAB3-2E679DB7B1D1}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{3AB46CC3-11C6-41F0-AAB3-2E679DB7B1D1}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{3AB46CC3-11C6-41F0-AAB3-2E679DB7B1D1}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{3AB46CC3-11C6-41F0-AAB3-2E679DB7B1D1}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{3AB46CC3-11C6-41F0-AAB3-2E679DB7B1D1}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