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4216D8C-DA90-417F-9BDE-9ED88F1F9006}">
  <a:tblStyle styleId="{94216D8C-DA90-417F-9BDE-9ED88F1F900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{94216D8C-DA90-417F-9BDE-9ED88F1F9006}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{94216D8C-DA90-417F-9BDE-9ED88F1F9006}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{94216D8C-DA90-417F-9BDE-9ED88F1F9006}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{94216D8C-DA90-417F-9BDE-9ED88F1F9006}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{94216D8C-DA90-417F-9BDE-9ED88F1F9006}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