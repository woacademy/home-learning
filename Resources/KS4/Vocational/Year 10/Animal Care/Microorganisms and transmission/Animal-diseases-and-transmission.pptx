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762EC4-D74E-4E88-9787-45EC4ECA7C96}">
  <a:tblStyle styleId="{C3762EC4-D74E-4E88-9787-45EC4ECA7C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{C3762EC4-D74E-4E88-9787-45EC4ECA7C96}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{C3762EC4-D74E-4E88-9787-45EC4ECA7C96}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{C3762EC4-D74E-4E88-9787-45EC4ECA7C96}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{C3762EC4-D74E-4E88-9787-45EC4ECA7C96}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{C3762EC4-D74E-4E88-9787-45EC4ECA7C96}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