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5A16E0-9440-4E1A-8CC6-57A01739535F}">
  <a:tblStyle styleId="{555A16E0-9440-4E1A-8CC6-57A0173953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{555A16E0-9440-4E1A-8CC6-57A01739535F}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{555A16E0-9440-4E1A-8CC6-57A01739535F}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{555A16E0-9440-4E1A-8CC6-57A01739535F}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{555A16E0-9440-4E1A-8CC6-57A01739535F}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{555A16E0-9440-4E1A-8CC6-57A01739535F}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