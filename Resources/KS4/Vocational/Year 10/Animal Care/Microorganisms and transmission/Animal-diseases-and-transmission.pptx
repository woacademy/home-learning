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7D22BC-ED54-4D0F-8770-46CABB4B9102}">
  <a:tblStyle styleId="{CE7D22BC-ED54-4D0F-8770-46CABB4B910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{CE7D22BC-ED54-4D0F-8770-46CABB4B9102}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{CE7D22BC-ED54-4D0F-8770-46CABB4B9102}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{CE7D22BC-ED54-4D0F-8770-46CABB4B9102}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{CE7D22BC-ED54-4D0F-8770-46CABB4B9102}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{CE7D22BC-ED54-4D0F-8770-46CABB4B9102}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