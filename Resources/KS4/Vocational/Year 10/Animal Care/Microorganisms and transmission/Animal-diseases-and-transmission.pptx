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9F7170-4BEE-4C78-BE9D-43A9E59BE6AB}">
  <a:tblStyle styleId="{529F7170-4BEE-4C78-BE9D-43A9E59BE6A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{529F7170-4BEE-4C78-BE9D-43A9E59BE6AB}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{529F7170-4BEE-4C78-BE9D-43A9E59BE6AB}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{529F7170-4BEE-4C78-BE9D-43A9E59BE6AB}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{529F7170-4BEE-4C78-BE9D-43A9E59BE6AB}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{529F7170-4BEE-4C78-BE9D-43A9E59BE6AB}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