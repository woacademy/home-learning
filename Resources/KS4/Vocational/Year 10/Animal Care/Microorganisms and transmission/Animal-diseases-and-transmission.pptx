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3F03BE-525E-43A3-B55B-97D7D6D79378}">
  <a:tblStyle styleId="{343F03BE-525E-43A3-B55B-97D7D6D7937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{343F03BE-525E-43A3-B55B-97D7D6D79378}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{343F03BE-525E-43A3-B55B-97D7D6D79378}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{343F03BE-525E-43A3-B55B-97D7D6D79378}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{343F03BE-525E-43A3-B55B-97D7D6D79378}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{343F03BE-525E-43A3-B55B-97D7D6D79378}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