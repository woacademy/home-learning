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7B8518-F118-4109-9DEB-D2C0102E72CA}">
  <a:tblStyle styleId="{7E7B8518-F118-4109-9DEB-D2C0102E72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{7E7B8518-F118-4109-9DEB-D2C0102E72CA}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{7E7B8518-F118-4109-9DEB-D2C0102E72CA}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{7E7B8518-F118-4109-9DEB-D2C0102E72CA}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{7E7B8518-F118-4109-9DEB-D2C0102E72CA}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{7E7B8518-F118-4109-9DEB-D2C0102E72CA}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