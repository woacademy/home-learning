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8D200D-2736-4756-B21E-08CA5C8A1030}">
  <a:tblStyle styleId="{378D200D-2736-4756-B21E-08CA5C8A103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{378D200D-2736-4756-B21E-08CA5C8A1030}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{378D200D-2736-4756-B21E-08CA5C8A1030}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{378D200D-2736-4756-B21E-08CA5C8A1030}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{378D200D-2736-4756-B21E-08CA5C8A1030}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{378D200D-2736-4756-B21E-08CA5C8A1030}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