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01BA58B-5A24-4639-A1DD-8EAA8B5C4E19}">
  <a:tblStyle styleId="{201BA58B-5A24-4639-A1DD-8EAA8B5C4E1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{201BA58B-5A24-4639-A1DD-8EAA8B5C4E19}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{201BA58B-5A24-4639-A1DD-8EAA8B5C4E19}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{201BA58B-5A24-4639-A1DD-8EAA8B5C4E19}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{201BA58B-5A24-4639-A1DD-8EAA8B5C4E19}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{201BA58B-5A24-4639-A1DD-8EAA8B5C4E19}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