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064D22-5F57-4363-9B06-4F6D6BB47E2A}">
  <a:tblStyle styleId="{64064D22-5F57-4363-9B06-4F6D6BB47E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{64064D22-5F57-4363-9B06-4F6D6BB47E2A}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{64064D22-5F57-4363-9B06-4F6D6BB47E2A}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{64064D22-5F57-4363-9B06-4F6D6BB47E2A}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{64064D22-5F57-4363-9B06-4F6D6BB47E2A}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{64064D22-5F57-4363-9B06-4F6D6BB47E2A}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