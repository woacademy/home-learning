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513F2F-7E3C-477E-91CE-13E3AFDD5E95}">
  <a:tblStyle styleId="{C1513F2F-7E3C-477E-91CE-13E3AFDD5E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{C1513F2F-7E3C-477E-91CE-13E3AFDD5E95}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{C1513F2F-7E3C-477E-91CE-13E3AFDD5E95}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{C1513F2F-7E3C-477E-91CE-13E3AFDD5E95}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{C1513F2F-7E3C-477E-91CE-13E3AFDD5E95}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{C1513F2F-7E3C-477E-91CE-13E3AFDD5E95}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