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EB323D-0A21-4F64-8667-FEEA3808BDD0}">
  <a:tblStyle styleId="{DEEB323D-0A21-4F64-8667-FEEA3808BD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{DEEB323D-0A21-4F64-8667-FEEA3808BDD0}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{DEEB323D-0A21-4F64-8667-FEEA3808BDD0}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{DEEB323D-0A21-4F64-8667-FEEA3808BDD0}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{DEEB323D-0A21-4F64-8667-FEEA3808BDD0}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{DEEB323D-0A21-4F64-8667-FEEA3808BDD0}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