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813BE1-6CB6-4EDA-BA6B-81BCF1610D63}">
  <a:tblStyle styleId="{B6813BE1-6CB6-4EDA-BA6B-81BCF1610D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{B6813BE1-6CB6-4EDA-BA6B-81BCF1610D63}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{B6813BE1-6CB6-4EDA-BA6B-81BCF1610D63}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{B6813BE1-6CB6-4EDA-BA6B-81BCF1610D63}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{B6813BE1-6CB6-4EDA-BA6B-81BCF1610D63}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{B6813BE1-6CB6-4EDA-BA6B-81BCF1610D63}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