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C76E06-8573-479E-B147-5EABD4A1B9A9}">
  <a:tblStyle styleId="{BEC76E06-8573-479E-B147-5EABD4A1B9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{BEC76E06-8573-479E-B147-5EABD4A1B9A9}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{BEC76E06-8573-479E-B147-5EABD4A1B9A9}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{BEC76E06-8573-479E-B147-5EABD4A1B9A9}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{BEC76E06-8573-479E-B147-5EABD4A1B9A9}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{BEC76E06-8573-479E-B147-5EABD4A1B9A9}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