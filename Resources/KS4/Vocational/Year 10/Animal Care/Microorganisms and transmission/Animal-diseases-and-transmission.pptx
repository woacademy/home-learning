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43B6E4-4ECF-499C-A01D-F8703AC56775}">
  <a:tblStyle styleId="{1B43B6E4-4ECF-499C-A01D-F8703AC567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{1B43B6E4-4ECF-499C-A01D-F8703AC56775}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{1B43B6E4-4ECF-499C-A01D-F8703AC56775}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{1B43B6E4-4ECF-499C-A01D-F8703AC56775}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{1B43B6E4-4ECF-499C-A01D-F8703AC56775}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{1B43B6E4-4ECF-499C-A01D-F8703AC56775}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