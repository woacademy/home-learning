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1432A9-02FF-4265-8D4B-A96A1C52801D}">
  <a:tblStyle styleId="{9E1432A9-02FF-4265-8D4B-A96A1C5280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{9E1432A9-02FF-4265-8D4B-A96A1C52801D}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{9E1432A9-02FF-4265-8D4B-A96A1C52801D}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{9E1432A9-02FF-4265-8D4B-A96A1C52801D}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{9E1432A9-02FF-4265-8D4B-A96A1C52801D}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{9E1432A9-02FF-4265-8D4B-A96A1C52801D}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