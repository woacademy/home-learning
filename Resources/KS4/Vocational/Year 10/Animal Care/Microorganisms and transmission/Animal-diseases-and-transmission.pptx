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A58CE1F-7E13-42B2-AE61-C3BFB8D7A565}">
  <a:tblStyle styleId="{4A58CE1F-7E13-42B2-AE61-C3BFB8D7A56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{4A58CE1F-7E13-42B2-AE61-C3BFB8D7A565}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{4A58CE1F-7E13-42B2-AE61-C3BFB8D7A565}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{4A58CE1F-7E13-42B2-AE61-C3BFB8D7A565}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{4A58CE1F-7E13-42B2-AE61-C3BFB8D7A565}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{4A58CE1F-7E13-42B2-AE61-C3BFB8D7A565}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