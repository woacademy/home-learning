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A22417-0D34-4968-B1E4-2C91AE61E0C6}">
  <a:tblStyle styleId="{58A22417-0D34-4968-B1E4-2C91AE61E0C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{58A22417-0D34-4968-B1E4-2C91AE61E0C6}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{58A22417-0D34-4968-B1E4-2C91AE61E0C6}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{58A22417-0D34-4968-B1E4-2C91AE61E0C6}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{58A22417-0D34-4968-B1E4-2C91AE61E0C6}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{58A22417-0D34-4968-B1E4-2C91AE61E0C6}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