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263AF1F-5D81-4AE7-98A3-7A278CA73641}">
  <a:tblStyle styleId="{4263AF1F-5D81-4AE7-98A3-7A278CA73641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{4263AF1F-5D81-4AE7-98A3-7A278CA73641}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{4263AF1F-5D81-4AE7-98A3-7A278CA73641}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{4263AF1F-5D81-4AE7-98A3-7A278CA73641}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{4263AF1F-5D81-4AE7-98A3-7A278CA73641}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{4263AF1F-5D81-4AE7-98A3-7A278CA73641}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