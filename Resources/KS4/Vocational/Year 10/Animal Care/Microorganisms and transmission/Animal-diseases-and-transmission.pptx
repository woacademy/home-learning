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347FB5-AC08-41CF-87D3-F1509BEE490A}">
  <a:tblStyle styleId="{F3347FB5-AC08-41CF-87D3-F1509BEE49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{F3347FB5-AC08-41CF-87D3-F1509BEE490A}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{F3347FB5-AC08-41CF-87D3-F1509BEE490A}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{F3347FB5-AC08-41CF-87D3-F1509BEE490A}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{F3347FB5-AC08-41CF-87D3-F1509BEE490A}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{F3347FB5-AC08-41CF-87D3-F1509BEE490A}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