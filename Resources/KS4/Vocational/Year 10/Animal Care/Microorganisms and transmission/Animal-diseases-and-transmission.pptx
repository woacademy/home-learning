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1318B7-6009-4860-BBC2-FD963EC2C7DE}">
  <a:tblStyle styleId="{5B1318B7-6009-4860-BBC2-FD963EC2C7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{5B1318B7-6009-4860-BBC2-FD963EC2C7DE}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{5B1318B7-6009-4860-BBC2-FD963EC2C7DE}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{5B1318B7-6009-4860-BBC2-FD963EC2C7DE}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{5B1318B7-6009-4860-BBC2-FD963EC2C7DE}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{5B1318B7-6009-4860-BBC2-FD963EC2C7DE}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