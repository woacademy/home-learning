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4E1ABF-76F2-4C37-8F06-039494620770}">
  <a:tblStyle styleId="{5F4E1ABF-76F2-4C37-8F06-03949462077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{5F4E1ABF-76F2-4C37-8F06-039494620770}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{5F4E1ABF-76F2-4C37-8F06-039494620770}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{5F4E1ABF-76F2-4C37-8F06-039494620770}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{5F4E1ABF-76F2-4C37-8F06-039494620770}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{5F4E1ABF-76F2-4C37-8F06-039494620770}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