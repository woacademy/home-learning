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076FBB-EEEA-4E69-800A-7BF80AAB7CC0}">
  <a:tblStyle styleId="{A2076FBB-EEEA-4E69-800A-7BF80AAB7CC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{A2076FBB-EEEA-4E69-800A-7BF80AAB7CC0}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{A2076FBB-EEEA-4E69-800A-7BF80AAB7CC0}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{A2076FBB-EEEA-4E69-800A-7BF80AAB7CC0}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{A2076FBB-EEEA-4E69-800A-7BF80AAB7CC0}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{A2076FBB-EEEA-4E69-800A-7BF80AAB7CC0}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