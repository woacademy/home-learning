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84AC72-41EB-45FF-8EBF-04CFD900E24B}">
  <a:tblStyle styleId="{5E84AC72-41EB-45FF-8EBF-04CFD900E24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{5E84AC72-41EB-45FF-8EBF-04CFD900E24B}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{5E84AC72-41EB-45FF-8EBF-04CFD900E24B}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{5E84AC72-41EB-45FF-8EBF-04CFD900E24B}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{5E84AC72-41EB-45FF-8EBF-04CFD900E24B}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{5E84AC72-41EB-45FF-8EBF-04CFD900E24B}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