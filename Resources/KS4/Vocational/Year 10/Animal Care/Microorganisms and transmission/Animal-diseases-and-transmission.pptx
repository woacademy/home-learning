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79711E-7D2A-432C-9A5F-A96C28DBFB28}">
  <a:tblStyle styleId="{E979711E-7D2A-432C-9A5F-A96C28DBFB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{E979711E-7D2A-432C-9A5F-A96C28DBFB28}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{E979711E-7D2A-432C-9A5F-A96C28DBFB28}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{E979711E-7D2A-432C-9A5F-A96C28DBFB28}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{E979711E-7D2A-432C-9A5F-A96C28DBFB28}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{E979711E-7D2A-432C-9A5F-A96C28DBFB28}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