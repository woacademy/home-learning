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D203E6-70E4-4336-BA4D-1E364F375F99}">
  <a:tblStyle styleId="{6ED203E6-70E4-4336-BA4D-1E364F375F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{6ED203E6-70E4-4336-BA4D-1E364F375F99}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{6ED203E6-70E4-4336-BA4D-1E364F375F99}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{6ED203E6-70E4-4336-BA4D-1E364F375F99}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{6ED203E6-70E4-4336-BA4D-1E364F375F99}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{6ED203E6-70E4-4336-BA4D-1E364F375F99}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