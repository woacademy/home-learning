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693725-4CFC-4DF5-8249-D7609FC6CFDB}">
  <a:tblStyle styleId="{A3693725-4CFC-4DF5-8249-D7609FC6CF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{A3693725-4CFC-4DF5-8249-D7609FC6CFDB}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{A3693725-4CFC-4DF5-8249-D7609FC6CFDB}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{A3693725-4CFC-4DF5-8249-D7609FC6CFDB}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{A3693725-4CFC-4DF5-8249-D7609FC6CFDB}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{A3693725-4CFC-4DF5-8249-D7609FC6CFDB}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