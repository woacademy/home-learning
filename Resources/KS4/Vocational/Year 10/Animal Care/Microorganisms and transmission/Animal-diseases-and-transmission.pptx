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D93FFB8-EE25-4F9D-A4D8-2B0BDE137AE0}">
  <a:tblStyle styleId="{AD93FFB8-EE25-4F9D-A4D8-2B0BDE137AE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{AD93FFB8-EE25-4F9D-A4D8-2B0BDE137AE0}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{AD93FFB8-EE25-4F9D-A4D8-2B0BDE137AE0}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{AD93FFB8-EE25-4F9D-A4D8-2B0BDE137AE0}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{AD93FFB8-EE25-4F9D-A4D8-2B0BDE137AE0}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{AD93FFB8-EE25-4F9D-A4D8-2B0BDE137AE0}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