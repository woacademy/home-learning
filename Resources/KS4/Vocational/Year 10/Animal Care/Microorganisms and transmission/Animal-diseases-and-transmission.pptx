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137A2B-CB38-49A0-B46E-FBBBB1CAEC0B}">
  <a:tblStyle styleId="{56137A2B-CB38-49A0-B46E-FBBBB1CAEC0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{56137A2B-CB38-49A0-B46E-FBBBB1CAEC0B}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{56137A2B-CB38-49A0-B46E-FBBBB1CAEC0B}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{56137A2B-CB38-49A0-B46E-FBBBB1CAEC0B}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{56137A2B-CB38-49A0-B46E-FBBBB1CAEC0B}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{56137A2B-CB38-49A0-B46E-FBBBB1CAEC0B}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