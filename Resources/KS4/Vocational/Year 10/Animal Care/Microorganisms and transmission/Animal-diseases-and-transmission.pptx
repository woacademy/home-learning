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4337BB-3762-4A06-8ED4-29BF4CEF2A4B}">
  <a:tblStyle styleId="{0E4337BB-3762-4A06-8ED4-29BF4CEF2A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{0E4337BB-3762-4A06-8ED4-29BF4CEF2A4B}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{0E4337BB-3762-4A06-8ED4-29BF4CEF2A4B}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{0E4337BB-3762-4A06-8ED4-29BF4CEF2A4B}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{0E4337BB-3762-4A06-8ED4-29BF4CEF2A4B}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{0E4337BB-3762-4A06-8ED4-29BF4CEF2A4B}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