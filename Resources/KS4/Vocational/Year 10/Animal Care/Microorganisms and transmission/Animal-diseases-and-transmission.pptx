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6D920BA-8901-49FE-A4EF-7918293AB10D}">
  <a:tblStyle styleId="{B6D920BA-8901-49FE-A4EF-7918293AB10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{B6D920BA-8901-49FE-A4EF-7918293AB10D}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{B6D920BA-8901-49FE-A4EF-7918293AB10D}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{B6D920BA-8901-49FE-A4EF-7918293AB10D}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{B6D920BA-8901-49FE-A4EF-7918293AB10D}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{B6D920BA-8901-49FE-A4EF-7918293AB10D}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