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B119C2-AE53-40C4-A3FD-9F2CBDEC0D0B}">
  <a:tblStyle styleId="{1BB119C2-AE53-40C4-A3FD-9F2CBDEC0D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{1BB119C2-AE53-40C4-A3FD-9F2CBDEC0D0B}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{1BB119C2-AE53-40C4-A3FD-9F2CBDEC0D0B}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{1BB119C2-AE53-40C4-A3FD-9F2CBDEC0D0B}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{1BB119C2-AE53-40C4-A3FD-9F2CBDEC0D0B}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{1BB119C2-AE53-40C4-A3FD-9F2CBDEC0D0B}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