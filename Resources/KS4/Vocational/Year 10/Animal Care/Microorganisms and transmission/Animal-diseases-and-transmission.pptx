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583692-3A66-44FB-B321-A95BED8BE1FA}">
  <a:tblStyle styleId="{59583692-3A66-44FB-B321-A95BED8BE1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{59583692-3A66-44FB-B321-A95BED8BE1FA}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{59583692-3A66-44FB-B321-A95BED8BE1FA}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{59583692-3A66-44FB-B321-A95BED8BE1FA}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{59583692-3A66-44FB-B321-A95BED8BE1FA}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{59583692-3A66-44FB-B321-A95BED8BE1FA}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