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F95AB1-6CEC-4F1F-9B27-A0AA96903AAA}">
  <a:tblStyle styleId="{3AF95AB1-6CEC-4F1F-9B27-A0AA96903A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{3AF95AB1-6CEC-4F1F-9B27-A0AA96903AAA}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{3AF95AB1-6CEC-4F1F-9B27-A0AA96903AAA}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{3AF95AB1-6CEC-4F1F-9B27-A0AA96903AAA}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{3AF95AB1-6CEC-4F1F-9B27-A0AA96903AAA}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{3AF95AB1-6CEC-4F1F-9B27-A0AA96903AAA}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