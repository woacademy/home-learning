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AB8396-BBBA-43C1-8A16-D2132D8D1F56}">
  <a:tblStyle styleId="{02AB8396-BBBA-43C1-8A16-D2132D8D1F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{02AB8396-BBBA-43C1-8A16-D2132D8D1F56}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{02AB8396-BBBA-43C1-8A16-D2132D8D1F56}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{02AB8396-BBBA-43C1-8A16-D2132D8D1F56}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{02AB8396-BBBA-43C1-8A16-D2132D8D1F56}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{02AB8396-BBBA-43C1-8A16-D2132D8D1F56}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