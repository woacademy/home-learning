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51736-1300-4D79-952C-3A798801180F}">
  <a:tblStyle styleId="{2C051736-1300-4D79-952C-3A79880118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{2C051736-1300-4D79-952C-3A798801180F}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{2C051736-1300-4D79-952C-3A798801180F}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{2C051736-1300-4D79-952C-3A798801180F}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{2C051736-1300-4D79-952C-3A798801180F}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{2C051736-1300-4D79-952C-3A798801180F}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