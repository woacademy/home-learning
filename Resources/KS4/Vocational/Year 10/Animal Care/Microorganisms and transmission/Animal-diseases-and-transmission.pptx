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990ACC-434A-441C-B439-1002601A4676}">
  <a:tblStyle styleId="{D9990ACC-434A-441C-B439-1002601A46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{D9990ACC-434A-441C-B439-1002601A4676}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{D9990ACC-434A-441C-B439-1002601A4676}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{D9990ACC-434A-441C-B439-1002601A4676}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{D9990ACC-434A-441C-B439-1002601A4676}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{D9990ACC-434A-441C-B439-1002601A4676}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