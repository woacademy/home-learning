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13A546-82CD-4DA7-A3BC-C891C1F5ABA9}">
  <a:tblStyle styleId="{0313A546-82CD-4DA7-A3BC-C891C1F5AB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{0313A546-82CD-4DA7-A3BC-C891C1F5ABA9}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{0313A546-82CD-4DA7-A3BC-C891C1F5ABA9}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{0313A546-82CD-4DA7-A3BC-C891C1F5ABA9}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{0313A546-82CD-4DA7-A3BC-C891C1F5ABA9}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{0313A546-82CD-4DA7-A3BC-C891C1F5ABA9}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