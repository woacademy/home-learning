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ECDCAB-2CBB-48E3-B29B-16A2A5AB44D6}">
  <a:tblStyle styleId="{C1ECDCAB-2CBB-48E3-B29B-16A2A5AB44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{C1ECDCAB-2CBB-48E3-B29B-16A2A5AB44D6}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{C1ECDCAB-2CBB-48E3-B29B-16A2A5AB44D6}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{C1ECDCAB-2CBB-48E3-B29B-16A2A5AB44D6}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{C1ECDCAB-2CBB-48E3-B29B-16A2A5AB44D6}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{C1ECDCAB-2CBB-48E3-B29B-16A2A5AB44D6}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