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6FD0D-D6B5-4C7D-8C6A-33A25EAD6A2D}">
  <a:tblStyle styleId="{3196FD0D-D6B5-4C7D-8C6A-33A25EAD6A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{3196FD0D-D6B5-4C7D-8C6A-33A25EAD6A2D}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{3196FD0D-D6B5-4C7D-8C6A-33A25EAD6A2D}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{3196FD0D-D6B5-4C7D-8C6A-33A25EAD6A2D}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{3196FD0D-D6B5-4C7D-8C6A-33A25EAD6A2D}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{3196FD0D-D6B5-4C7D-8C6A-33A25EAD6A2D}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