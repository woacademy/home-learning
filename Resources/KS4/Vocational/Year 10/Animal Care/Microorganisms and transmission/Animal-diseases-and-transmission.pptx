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201D16-B7A8-473A-ACD4-2B87DB0ACE8A}">
  <a:tblStyle styleId="{1D201D16-B7A8-473A-ACD4-2B87DB0ACE8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{1D201D16-B7A8-473A-ACD4-2B87DB0ACE8A}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{1D201D16-B7A8-473A-ACD4-2B87DB0ACE8A}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{1D201D16-B7A8-473A-ACD4-2B87DB0ACE8A}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{1D201D16-B7A8-473A-ACD4-2B87DB0ACE8A}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{1D201D16-B7A8-473A-ACD4-2B87DB0ACE8A}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