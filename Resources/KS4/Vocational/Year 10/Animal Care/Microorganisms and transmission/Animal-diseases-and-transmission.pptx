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12EF1-2146-495B-B136-5E32631E4B20}">
  <a:tblStyle styleId="{60712EF1-2146-495B-B136-5E32631E4B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{60712EF1-2146-495B-B136-5E32631E4B20}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{60712EF1-2146-495B-B136-5E32631E4B20}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{60712EF1-2146-495B-B136-5E32631E4B20}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{60712EF1-2146-495B-B136-5E32631E4B20}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{60712EF1-2146-495B-B136-5E32631E4B20}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