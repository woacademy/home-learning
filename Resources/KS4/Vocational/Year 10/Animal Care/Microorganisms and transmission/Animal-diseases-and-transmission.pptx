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8FD1C6-7E64-422C-ADB8-94B0439E8230}">
  <a:tblStyle styleId="{108FD1C6-7E64-422C-ADB8-94B0439E82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{108FD1C6-7E64-422C-ADB8-94B0439E8230}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{108FD1C6-7E64-422C-ADB8-94B0439E8230}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{108FD1C6-7E64-422C-ADB8-94B0439E8230}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{108FD1C6-7E64-422C-ADB8-94B0439E8230}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{108FD1C6-7E64-422C-ADB8-94B0439E8230}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