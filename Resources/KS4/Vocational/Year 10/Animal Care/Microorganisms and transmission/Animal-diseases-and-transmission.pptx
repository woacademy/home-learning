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69761E-68BB-4E41-839C-50DCCB14F244}">
  <a:tblStyle styleId="{2369761E-68BB-4E41-839C-50DCCB14F2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{2369761E-68BB-4E41-839C-50DCCB14F244}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{2369761E-68BB-4E41-839C-50DCCB14F244}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{2369761E-68BB-4E41-839C-50DCCB14F244}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{2369761E-68BB-4E41-839C-50DCCB14F244}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{2369761E-68BB-4E41-839C-50DCCB14F244}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