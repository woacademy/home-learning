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04B439-3967-4246-81ED-E0BC511F0246}">
  <a:tblStyle styleId="{2A04B439-3967-4246-81ED-E0BC511F02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{2A04B439-3967-4246-81ED-E0BC511F0246}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{2A04B439-3967-4246-81ED-E0BC511F0246}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{2A04B439-3967-4246-81ED-E0BC511F0246}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{2A04B439-3967-4246-81ED-E0BC511F0246}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{2A04B439-3967-4246-81ED-E0BC511F0246}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