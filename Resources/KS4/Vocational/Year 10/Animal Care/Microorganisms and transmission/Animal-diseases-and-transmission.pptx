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B7612B-1F40-401A-9C47-EBE35FABC952}">
  <a:tblStyle styleId="{E4B7612B-1F40-401A-9C47-EBE35FABC95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{E4B7612B-1F40-401A-9C47-EBE35FABC952}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{E4B7612B-1F40-401A-9C47-EBE35FABC952}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{E4B7612B-1F40-401A-9C47-EBE35FABC952}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{E4B7612B-1F40-401A-9C47-EBE35FABC952}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{E4B7612B-1F40-401A-9C47-EBE35FABC952}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