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53E319-80FB-43FD-A372-2B87CCFA37E5}">
  <a:tblStyle styleId="{2953E319-80FB-43FD-A372-2B87CCFA37E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{2953E319-80FB-43FD-A372-2B87CCFA37E5}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{2953E319-80FB-43FD-A372-2B87CCFA37E5}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{2953E319-80FB-43FD-A372-2B87CCFA37E5}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{2953E319-80FB-43FD-A372-2B87CCFA37E5}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{2953E319-80FB-43FD-A372-2B87CCFA37E5}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