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AFC92-C713-4676-B982-2FFC6E21071A}">
  <a:tblStyle styleId="{ECBAFC92-C713-4676-B982-2FFC6E2107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{ECBAFC92-C713-4676-B982-2FFC6E21071A}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{ECBAFC92-C713-4676-B982-2FFC6E21071A}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{ECBAFC92-C713-4676-B982-2FFC6E21071A}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{ECBAFC92-C713-4676-B982-2FFC6E21071A}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{ECBAFC92-C713-4676-B982-2FFC6E21071A}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