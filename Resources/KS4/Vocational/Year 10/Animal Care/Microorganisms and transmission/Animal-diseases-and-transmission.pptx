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9F115E-698C-4113-95D3-1B0C92819B64}">
  <a:tblStyle styleId="{829F115E-698C-4113-95D3-1B0C92819B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{829F115E-698C-4113-95D3-1B0C92819B64}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{829F115E-698C-4113-95D3-1B0C92819B64}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{829F115E-698C-4113-95D3-1B0C92819B64}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{829F115E-698C-4113-95D3-1B0C92819B64}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{829F115E-698C-4113-95D3-1B0C92819B64}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