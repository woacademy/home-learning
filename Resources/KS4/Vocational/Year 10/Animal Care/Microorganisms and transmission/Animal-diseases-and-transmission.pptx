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2FDDE79-3611-4250-A847-FED0D6CD03B3}">
  <a:tblStyle styleId="{A2FDDE79-3611-4250-A847-FED0D6CD03B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{A2FDDE79-3611-4250-A847-FED0D6CD03B3}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{A2FDDE79-3611-4250-A847-FED0D6CD03B3}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{A2FDDE79-3611-4250-A847-FED0D6CD03B3}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{A2FDDE79-3611-4250-A847-FED0D6CD03B3}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{A2FDDE79-3611-4250-A847-FED0D6CD03B3}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