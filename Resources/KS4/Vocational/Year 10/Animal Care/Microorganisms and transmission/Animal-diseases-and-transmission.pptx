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78BD1-4A93-4C7A-AC40-8656DCCDCB0F}">
  <a:tblStyle styleId="{09278BD1-4A93-4C7A-AC40-8656DCCDCB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{09278BD1-4A93-4C7A-AC40-8656DCCDCB0F}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{09278BD1-4A93-4C7A-AC40-8656DCCDCB0F}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{09278BD1-4A93-4C7A-AC40-8656DCCDCB0F}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{09278BD1-4A93-4C7A-AC40-8656DCCDCB0F}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{09278BD1-4A93-4C7A-AC40-8656DCCDCB0F}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