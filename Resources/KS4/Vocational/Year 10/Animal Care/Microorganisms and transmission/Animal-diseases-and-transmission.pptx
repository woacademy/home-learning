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CA4A3B8-2A44-43DB-AE1E-1D13E1C8DD54}">
  <a:tblStyle styleId="{8CA4A3B8-2A44-43DB-AE1E-1D13E1C8DD5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{8CA4A3B8-2A44-43DB-AE1E-1D13E1C8DD54}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{8CA4A3B8-2A44-43DB-AE1E-1D13E1C8DD54}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{8CA4A3B8-2A44-43DB-AE1E-1D13E1C8DD54}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{8CA4A3B8-2A44-43DB-AE1E-1D13E1C8DD54}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{8CA4A3B8-2A44-43DB-AE1E-1D13E1C8DD54}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