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BC0BD-DD51-4136-8D0C-C7ADFB79E542}">
  <a:tblStyle styleId="{BDABC0BD-DD51-4136-8D0C-C7ADFB79E5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{BDABC0BD-DD51-4136-8D0C-C7ADFB79E542}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{BDABC0BD-DD51-4136-8D0C-C7ADFB79E542}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{BDABC0BD-DD51-4136-8D0C-C7ADFB79E542}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{BDABC0BD-DD51-4136-8D0C-C7ADFB79E542}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{BDABC0BD-DD51-4136-8D0C-C7ADFB79E542}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