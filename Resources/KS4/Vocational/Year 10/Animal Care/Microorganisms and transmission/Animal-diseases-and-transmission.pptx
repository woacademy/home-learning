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A5AC97-4849-4B3E-8718-BDB1DB6C7957}">
  <a:tblStyle styleId="{88A5AC97-4849-4B3E-8718-BDB1DB6C79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{88A5AC97-4849-4B3E-8718-BDB1DB6C7957}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{88A5AC97-4849-4B3E-8718-BDB1DB6C7957}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{88A5AC97-4849-4B3E-8718-BDB1DB6C7957}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{88A5AC97-4849-4B3E-8718-BDB1DB6C7957}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{88A5AC97-4849-4B3E-8718-BDB1DB6C7957}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