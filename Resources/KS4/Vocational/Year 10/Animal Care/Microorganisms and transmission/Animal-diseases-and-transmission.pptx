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15292A-B478-497C-8D14-88434CADF642}">
  <a:tblStyle styleId="{0B15292A-B478-497C-8D14-88434CADF6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{0B15292A-B478-497C-8D14-88434CADF642}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{0B15292A-B478-497C-8D14-88434CADF642}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{0B15292A-B478-497C-8D14-88434CADF642}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{0B15292A-B478-497C-8D14-88434CADF642}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{0B15292A-B478-497C-8D14-88434CADF642}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