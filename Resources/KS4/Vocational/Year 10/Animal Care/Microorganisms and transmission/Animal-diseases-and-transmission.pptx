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DFF10F-AD26-44AD-9FA1-AC8DC4FD50E8}">
  <a:tblStyle styleId="{4DDFF10F-AD26-44AD-9FA1-AC8DC4FD50E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{4DDFF10F-AD26-44AD-9FA1-AC8DC4FD50E8}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{4DDFF10F-AD26-44AD-9FA1-AC8DC4FD50E8}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{4DDFF10F-AD26-44AD-9FA1-AC8DC4FD50E8}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{4DDFF10F-AD26-44AD-9FA1-AC8DC4FD50E8}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{4DDFF10F-AD26-44AD-9FA1-AC8DC4FD50E8}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