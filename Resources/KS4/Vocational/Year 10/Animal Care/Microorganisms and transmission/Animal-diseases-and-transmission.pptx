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E35370-6A1F-4323-9597-674BE3361404}">
  <a:tblStyle styleId="{DFE35370-6A1F-4323-9597-674BE336140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{DFE35370-6A1F-4323-9597-674BE3361404}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{DFE35370-6A1F-4323-9597-674BE3361404}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{DFE35370-6A1F-4323-9597-674BE3361404}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{DFE35370-6A1F-4323-9597-674BE3361404}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{DFE35370-6A1F-4323-9597-674BE3361404}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