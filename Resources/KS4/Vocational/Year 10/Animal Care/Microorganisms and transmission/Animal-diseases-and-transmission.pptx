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49A955-5D1E-403B-ABDA-999A9C6E5C80}">
  <a:tblStyle styleId="{0549A955-5D1E-403B-ABDA-999A9C6E5C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{0549A955-5D1E-403B-ABDA-999A9C6E5C80}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{0549A955-5D1E-403B-ABDA-999A9C6E5C80}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{0549A955-5D1E-403B-ABDA-999A9C6E5C80}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{0549A955-5D1E-403B-ABDA-999A9C6E5C80}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{0549A955-5D1E-403B-ABDA-999A9C6E5C80}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