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626C48-703E-425B-87C3-C332795F7B37}">
  <a:tblStyle styleId="{06626C48-703E-425B-87C3-C332795F7B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{06626C48-703E-425B-87C3-C332795F7B37}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{06626C48-703E-425B-87C3-C332795F7B37}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{06626C48-703E-425B-87C3-C332795F7B37}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{06626C48-703E-425B-87C3-C332795F7B37}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{06626C48-703E-425B-87C3-C332795F7B37}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