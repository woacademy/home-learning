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D7FDB9-2955-429C-9561-B4923D041C86}">
  <a:tblStyle styleId="{C8D7FDB9-2955-429C-9561-B4923D041C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{C8D7FDB9-2955-429C-9561-B4923D041C86}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{C8D7FDB9-2955-429C-9561-B4923D041C86}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{C8D7FDB9-2955-429C-9561-B4923D041C86}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{C8D7FDB9-2955-429C-9561-B4923D041C86}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{C8D7FDB9-2955-429C-9561-B4923D041C86}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