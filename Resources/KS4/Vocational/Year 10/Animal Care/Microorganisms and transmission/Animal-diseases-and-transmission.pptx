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03BE11-7FFC-4975-A8CD-30A51D2634B4}">
  <a:tblStyle styleId="{C403BE11-7FFC-4975-A8CD-30A51D2634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{C403BE11-7FFC-4975-A8CD-30A51D2634B4}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{C403BE11-7FFC-4975-A8CD-30A51D2634B4}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{C403BE11-7FFC-4975-A8CD-30A51D2634B4}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{C403BE11-7FFC-4975-A8CD-30A51D2634B4}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{C403BE11-7FFC-4975-A8CD-30A51D2634B4}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