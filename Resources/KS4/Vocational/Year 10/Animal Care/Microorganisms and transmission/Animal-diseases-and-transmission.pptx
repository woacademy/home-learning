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63052E-BF7B-41D7-8115-994470728A7A}">
  <a:tblStyle styleId="{0A63052E-BF7B-41D7-8115-994470728A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{0A63052E-BF7B-41D7-8115-994470728A7A}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{0A63052E-BF7B-41D7-8115-994470728A7A}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{0A63052E-BF7B-41D7-8115-994470728A7A}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{0A63052E-BF7B-41D7-8115-994470728A7A}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{0A63052E-BF7B-41D7-8115-994470728A7A}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