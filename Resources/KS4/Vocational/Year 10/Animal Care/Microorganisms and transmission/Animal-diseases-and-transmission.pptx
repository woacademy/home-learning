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342E84-EA7B-4BE5-B0AF-D152DF642C58}">
  <a:tblStyle styleId="{84342E84-EA7B-4BE5-B0AF-D152DF642C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{84342E84-EA7B-4BE5-B0AF-D152DF642C58}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{84342E84-EA7B-4BE5-B0AF-D152DF642C58}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{84342E84-EA7B-4BE5-B0AF-D152DF642C58}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{84342E84-EA7B-4BE5-B0AF-D152DF642C58}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{84342E84-EA7B-4BE5-B0AF-D152DF642C58}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