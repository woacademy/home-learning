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797136-CE02-4309-8BBE-9CEBEFC38E00}">
  <a:tblStyle styleId="{97797136-CE02-4309-8BBE-9CEBEFC38E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{97797136-CE02-4309-8BBE-9CEBEFC38E00}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{97797136-CE02-4309-8BBE-9CEBEFC38E00}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{97797136-CE02-4309-8BBE-9CEBEFC38E00}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{97797136-CE02-4309-8BBE-9CEBEFC38E00}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{97797136-CE02-4309-8BBE-9CEBEFC38E00}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