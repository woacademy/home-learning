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D8C56A-C2ED-4B7F-95AA-9F2595BEFB71}">
  <a:tblStyle styleId="{90D8C56A-C2ED-4B7F-95AA-9F2595BEFB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{90D8C56A-C2ED-4B7F-95AA-9F2595BEFB71}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{90D8C56A-C2ED-4B7F-95AA-9F2595BEFB71}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{90D8C56A-C2ED-4B7F-95AA-9F2595BEFB71}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{90D8C56A-C2ED-4B7F-95AA-9F2595BEFB71}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{90D8C56A-C2ED-4B7F-95AA-9F2595BEFB71}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