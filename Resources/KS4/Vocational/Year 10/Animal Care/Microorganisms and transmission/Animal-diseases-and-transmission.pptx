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5A83EB-A88D-4B0D-84A6-F594A1038F45}">
  <a:tblStyle styleId="{515A83EB-A88D-4B0D-84A6-F594A1038F4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{515A83EB-A88D-4B0D-84A6-F594A1038F45}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{515A83EB-A88D-4B0D-84A6-F594A1038F45}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{515A83EB-A88D-4B0D-84A6-F594A1038F45}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{515A83EB-A88D-4B0D-84A6-F594A1038F45}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{515A83EB-A88D-4B0D-84A6-F594A1038F45}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