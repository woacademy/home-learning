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9FBB4-7833-4600-8BB1-AB61FF7D44C6}">
  <a:tblStyle styleId="{F999FBB4-7833-4600-8BB1-AB61FF7D44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{F999FBB4-7833-4600-8BB1-AB61FF7D44C6}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{F999FBB4-7833-4600-8BB1-AB61FF7D44C6}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{F999FBB4-7833-4600-8BB1-AB61FF7D44C6}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{F999FBB4-7833-4600-8BB1-AB61FF7D44C6}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{F999FBB4-7833-4600-8BB1-AB61FF7D44C6}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