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A86B9F-F7EC-4D7B-A88A-FEA5358205FA}">
  <a:tblStyle styleId="{19A86B9F-F7EC-4D7B-A88A-FEA5358205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{19A86B9F-F7EC-4D7B-A88A-FEA5358205FA}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{19A86B9F-F7EC-4D7B-A88A-FEA5358205FA}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{19A86B9F-F7EC-4D7B-A88A-FEA5358205FA}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{19A86B9F-F7EC-4D7B-A88A-FEA5358205FA}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{19A86B9F-F7EC-4D7B-A88A-FEA5358205FA}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