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641917-B265-479C-A1FD-3A916CDF21FB}">
  <a:tblStyle styleId="{29641917-B265-479C-A1FD-3A916CDF21F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{29641917-B265-479C-A1FD-3A916CDF21FB}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{29641917-B265-479C-A1FD-3A916CDF21FB}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{29641917-B265-479C-A1FD-3A916CDF21FB}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{29641917-B265-479C-A1FD-3A916CDF21FB}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{29641917-B265-479C-A1FD-3A916CDF21FB}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