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A0C8FA8-C580-4DE0-A5C1-F3D231A9046C}">
  <a:tblStyle styleId="{CA0C8FA8-C580-4DE0-A5C1-F3D231A9046C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{CA0C8FA8-C580-4DE0-A5C1-F3D231A9046C}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{CA0C8FA8-C580-4DE0-A5C1-F3D231A9046C}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{CA0C8FA8-C580-4DE0-A5C1-F3D231A9046C}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{CA0C8FA8-C580-4DE0-A5C1-F3D231A9046C}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{CA0C8FA8-C580-4DE0-A5C1-F3D231A9046C}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