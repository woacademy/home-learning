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9ACD56-99F6-4B6F-86C2-9AD643632BA5}">
  <a:tblStyle styleId="{2B9ACD56-99F6-4B6F-86C2-9AD643632B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{2B9ACD56-99F6-4B6F-86C2-9AD643632BA5}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{2B9ACD56-99F6-4B6F-86C2-9AD643632BA5}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{2B9ACD56-99F6-4B6F-86C2-9AD643632BA5}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{2B9ACD56-99F6-4B6F-86C2-9AD643632BA5}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{2B9ACD56-99F6-4B6F-86C2-9AD643632BA5}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