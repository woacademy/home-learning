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B5F80B-83FB-4ECD-9096-CD475F701B22}">
  <a:tblStyle styleId="{55B5F80B-83FB-4ECD-9096-CD475F701B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{55B5F80B-83FB-4ECD-9096-CD475F701B22}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{55B5F80B-83FB-4ECD-9096-CD475F701B22}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{55B5F80B-83FB-4ECD-9096-CD475F701B22}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{55B5F80B-83FB-4ECD-9096-CD475F701B22}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{55B5F80B-83FB-4ECD-9096-CD475F701B22}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