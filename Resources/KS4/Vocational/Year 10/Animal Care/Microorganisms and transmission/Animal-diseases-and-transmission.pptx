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994AFC-5E3B-4DAD-BCFF-611797028351}">
  <a:tblStyle styleId="{95994AFC-5E3B-4DAD-BCFF-6117970283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{95994AFC-5E3B-4DAD-BCFF-611797028351}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{95994AFC-5E3B-4DAD-BCFF-611797028351}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{95994AFC-5E3B-4DAD-BCFF-611797028351}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{95994AFC-5E3B-4DAD-BCFF-611797028351}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{95994AFC-5E3B-4DAD-BCFF-611797028351}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