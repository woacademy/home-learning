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627561-D3F9-4FD5-BB26-392EC5BDA0AE}">
  <a:tblStyle styleId="{A1627561-D3F9-4FD5-BB26-392EC5BDA0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{A1627561-D3F9-4FD5-BB26-392EC5BDA0AE}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{A1627561-D3F9-4FD5-BB26-392EC5BDA0AE}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{A1627561-D3F9-4FD5-BB26-392EC5BDA0AE}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{A1627561-D3F9-4FD5-BB26-392EC5BDA0AE}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{A1627561-D3F9-4FD5-BB26-392EC5BDA0AE}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