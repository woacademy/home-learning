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3A80DB-1212-42BC-8AD1-B67379F86AE6}">
  <a:tblStyle styleId="{DB3A80DB-1212-42BC-8AD1-B67379F86A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{DB3A80DB-1212-42BC-8AD1-B67379F86AE6}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{DB3A80DB-1212-42BC-8AD1-B67379F86AE6}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{DB3A80DB-1212-42BC-8AD1-B67379F86AE6}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{DB3A80DB-1212-42BC-8AD1-B67379F86AE6}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{DB3A80DB-1212-42BC-8AD1-B67379F86AE6}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