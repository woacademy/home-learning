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08F18B-4DE7-406C-AFF2-726E965D29E0}">
  <a:tblStyle styleId="{4408F18B-4DE7-406C-AFF2-726E965D29E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{4408F18B-4DE7-406C-AFF2-726E965D29E0}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{4408F18B-4DE7-406C-AFF2-726E965D29E0}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{4408F18B-4DE7-406C-AFF2-726E965D29E0}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{4408F18B-4DE7-406C-AFF2-726E965D29E0}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{4408F18B-4DE7-406C-AFF2-726E965D29E0}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