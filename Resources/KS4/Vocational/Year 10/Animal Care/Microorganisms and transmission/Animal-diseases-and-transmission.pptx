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792C14-AC15-4067-BF79-C2EBF396C952}">
  <a:tblStyle styleId="{13792C14-AC15-4067-BF79-C2EBF396C9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{13792C14-AC15-4067-BF79-C2EBF396C952}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{13792C14-AC15-4067-BF79-C2EBF396C952}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{13792C14-AC15-4067-BF79-C2EBF396C952}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{13792C14-AC15-4067-BF79-C2EBF396C952}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{13792C14-AC15-4067-BF79-C2EBF396C952}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