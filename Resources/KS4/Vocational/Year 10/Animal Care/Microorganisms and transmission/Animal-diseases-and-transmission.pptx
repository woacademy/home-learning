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075EE0-C8C3-4B5C-B027-31AC30A1958A}">
  <a:tblStyle styleId="{E8075EE0-C8C3-4B5C-B027-31AC30A195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{E8075EE0-C8C3-4B5C-B027-31AC30A1958A}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{E8075EE0-C8C3-4B5C-B027-31AC30A1958A}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{E8075EE0-C8C3-4B5C-B027-31AC30A1958A}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{E8075EE0-C8C3-4B5C-B027-31AC30A1958A}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{E8075EE0-C8C3-4B5C-B027-31AC30A1958A}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