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635A28-8FCF-4ECE-8DBC-AD2CFE5BF214}">
  <a:tblStyle styleId="{D4635A28-8FCF-4ECE-8DBC-AD2CFE5BF21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{D4635A28-8FCF-4ECE-8DBC-AD2CFE5BF214}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{D4635A28-8FCF-4ECE-8DBC-AD2CFE5BF214}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{D4635A28-8FCF-4ECE-8DBC-AD2CFE5BF214}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{D4635A28-8FCF-4ECE-8DBC-AD2CFE5BF214}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{D4635A28-8FCF-4ECE-8DBC-AD2CFE5BF214}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