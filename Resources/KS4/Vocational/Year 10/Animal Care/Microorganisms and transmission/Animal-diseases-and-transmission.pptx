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F44197-7678-4A91-97E2-33EB12F52039}">
  <a:tblStyle styleId="{63F44197-7678-4A91-97E2-33EB12F520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{63F44197-7678-4A91-97E2-33EB12F52039}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{63F44197-7678-4A91-97E2-33EB12F52039}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{63F44197-7678-4A91-97E2-33EB12F52039}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{63F44197-7678-4A91-97E2-33EB12F52039}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{63F44197-7678-4A91-97E2-33EB12F52039}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