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9B4EE5-340A-4FD9-96B7-FA028B073361}">
  <a:tblStyle styleId="{C89B4EE5-340A-4FD9-96B7-FA028B0733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{C89B4EE5-340A-4FD9-96B7-FA028B073361}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{C89B4EE5-340A-4FD9-96B7-FA028B073361}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{C89B4EE5-340A-4FD9-96B7-FA028B073361}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{C89B4EE5-340A-4FD9-96B7-FA028B073361}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{C89B4EE5-340A-4FD9-96B7-FA028B073361}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