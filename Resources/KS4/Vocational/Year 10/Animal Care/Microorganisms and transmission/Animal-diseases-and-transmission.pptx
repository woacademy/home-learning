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2283FA-5D04-4637-B00E-303910A273F9}">
  <a:tblStyle styleId="{3E2283FA-5D04-4637-B00E-303910A273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{3E2283FA-5D04-4637-B00E-303910A273F9}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{3E2283FA-5D04-4637-B00E-303910A273F9}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{3E2283FA-5D04-4637-B00E-303910A273F9}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{3E2283FA-5D04-4637-B00E-303910A273F9}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{3E2283FA-5D04-4637-B00E-303910A273F9}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