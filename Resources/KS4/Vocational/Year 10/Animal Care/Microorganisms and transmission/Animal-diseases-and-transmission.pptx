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549801-3E5F-48D7-A6C9-71199D2AE0A5}">
  <a:tblStyle styleId="{07549801-3E5F-48D7-A6C9-71199D2AE0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{07549801-3E5F-48D7-A6C9-71199D2AE0A5}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{07549801-3E5F-48D7-A6C9-71199D2AE0A5}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{07549801-3E5F-48D7-A6C9-71199D2AE0A5}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{07549801-3E5F-48D7-A6C9-71199D2AE0A5}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{07549801-3E5F-48D7-A6C9-71199D2AE0A5}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