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A8805E5-3ABB-4BE2-9183-9FDCF620E83C}">
  <a:tblStyle styleId="{8A8805E5-3ABB-4BE2-9183-9FDCF620E83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{8A8805E5-3ABB-4BE2-9183-9FDCF620E83C}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{8A8805E5-3ABB-4BE2-9183-9FDCF620E83C}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{8A8805E5-3ABB-4BE2-9183-9FDCF620E83C}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{8A8805E5-3ABB-4BE2-9183-9FDCF620E83C}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{8A8805E5-3ABB-4BE2-9183-9FDCF620E83C}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