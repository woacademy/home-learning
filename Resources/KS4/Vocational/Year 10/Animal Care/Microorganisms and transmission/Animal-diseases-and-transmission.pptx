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E5D232-3E2D-4DB6-8CD6-E8C72607FD75}">
  <a:tblStyle styleId="{93E5D232-3E2D-4DB6-8CD6-E8C72607FD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{93E5D232-3E2D-4DB6-8CD6-E8C72607FD75}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{93E5D232-3E2D-4DB6-8CD6-E8C72607FD75}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{93E5D232-3E2D-4DB6-8CD6-E8C72607FD75}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{93E5D232-3E2D-4DB6-8CD6-E8C72607FD75}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{93E5D232-3E2D-4DB6-8CD6-E8C72607FD75}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