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1590F2-FA49-4C89-B420-C362E302DC30}">
  <a:tblStyle styleId="{E21590F2-FA49-4C89-B420-C362E302DC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{E21590F2-FA49-4C89-B420-C362E302DC30}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{E21590F2-FA49-4C89-B420-C362E302DC30}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{E21590F2-FA49-4C89-B420-C362E302DC30}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{E21590F2-FA49-4C89-B420-C362E302DC30}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{E21590F2-FA49-4C89-B420-C362E302DC30}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