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4689AC-9A76-4F40-B238-C2182366A88F}">
  <a:tblStyle styleId="{734689AC-9A76-4F40-B238-C2182366A88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{734689AC-9A76-4F40-B238-C2182366A88F}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{734689AC-9A76-4F40-B238-C2182366A88F}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{734689AC-9A76-4F40-B238-C2182366A88F}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{734689AC-9A76-4F40-B238-C2182366A88F}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{734689AC-9A76-4F40-B238-C2182366A88F}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