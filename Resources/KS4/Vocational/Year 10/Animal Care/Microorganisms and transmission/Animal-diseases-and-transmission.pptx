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05E4A-0FB1-4082-BAFE-A5B4095BB1B2}">
  <a:tblStyle styleId="{F0205E4A-0FB1-4082-BAFE-A5B4095BB1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{F0205E4A-0FB1-4082-BAFE-A5B4095BB1B2}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{F0205E4A-0FB1-4082-BAFE-A5B4095BB1B2}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{F0205E4A-0FB1-4082-BAFE-A5B4095BB1B2}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{F0205E4A-0FB1-4082-BAFE-A5B4095BB1B2}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{F0205E4A-0FB1-4082-BAFE-A5B4095BB1B2}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