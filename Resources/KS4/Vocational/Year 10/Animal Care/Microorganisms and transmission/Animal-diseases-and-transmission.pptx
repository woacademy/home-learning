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8A4E29E-8C10-47D9-B4BC-19BD5921E661}">
  <a:tblStyle styleId="{D8A4E29E-8C10-47D9-B4BC-19BD5921E66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{D8A4E29E-8C10-47D9-B4BC-19BD5921E661}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{D8A4E29E-8C10-47D9-B4BC-19BD5921E661}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{D8A4E29E-8C10-47D9-B4BC-19BD5921E661}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{D8A4E29E-8C10-47D9-B4BC-19BD5921E661}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{D8A4E29E-8C10-47D9-B4BC-19BD5921E661}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