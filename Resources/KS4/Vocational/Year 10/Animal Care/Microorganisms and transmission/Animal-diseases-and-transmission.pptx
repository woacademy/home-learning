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FE0220-DB44-498A-AB0F-5CDF5B36F4E6}">
  <a:tblStyle styleId="{A4FE0220-DB44-498A-AB0F-5CDF5B36F4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{A4FE0220-DB44-498A-AB0F-5CDF5B36F4E6}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{A4FE0220-DB44-498A-AB0F-5CDF5B36F4E6}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{A4FE0220-DB44-498A-AB0F-5CDF5B36F4E6}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{A4FE0220-DB44-498A-AB0F-5CDF5B36F4E6}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{A4FE0220-DB44-498A-AB0F-5CDF5B36F4E6}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