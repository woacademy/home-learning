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04AB85-F6DE-4045-A4B4-072493845092}">
  <a:tblStyle styleId="{7B04AB85-F6DE-4045-A4B4-0724938450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{7B04AB85-F6DE-4045-A4B4-072493845092}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{7B04AB85-F6DE-4045-A4B4-072493845092}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{7B04AB85-F6DE-4045-A4B4-072493845092}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{7B04AB85-F6DE-4045-A4B4-072493845092}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{7B04AB85-F6DE-4045-A4B4-072493845092}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