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568601-0D85-4968-B43A-B463D8F3C45B}">
  <a:tblStyle styleId="{87568601-0D85-4968-B43A-B463D8F3C4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{87568601-0D85-4968-B43A-B463D8F3C45B}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{87568601-0D85-4968-B43A-B463D8F3C45B}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{87568601-0D85-4968-B43A-B463D8F3C45B}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{87568601-0D85-4968-B43A-B463D8F3C45B}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{87568601-0D85-4968-B43A-B463D8F3C45B}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