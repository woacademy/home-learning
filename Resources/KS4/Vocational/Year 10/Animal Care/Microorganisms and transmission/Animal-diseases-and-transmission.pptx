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1D6F62-03F4-4747-AE0B-A5B17C4D8157}">
  <a:tblStyle styleId="{781D6F62-03F4-4747-AE0B-A5B17C4D815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{781D6F62-03F4-4747-AE0B-A5B17C4D8157}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{781D6F62-03F4-4747-AE0B-A5B17C4D8157}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{781D6F62-03F4-4747-AE0B-A5B17C4D8157}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{781D6F62-03F4-4747-AE0B-A5B17C4D8157}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{781D6F62-03F4-4747-AE0B-A5B17C4D8157}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