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DF9A50-9173-4579-9A78-D95CD278B56D}">
  <a:tblStyle styleId="{D2DF9A50-9173-4579-9A78-D95CD278B5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{D2DF9A50-9173-4579-9A78-D95CD278B56D}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{D2DF9A50-9173-4579-9A78-D95CD278B56D}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{D2DF9A50-9173-4579-9A78-D95CD278B56D}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{D2DF9A50-9173-4579-9A78-D95CD278B56D}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{D2DF9A50-9173-4579-9A78-D95CD278B56D}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