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59129E-CCEE-484D-BEA0-794C4C2BD2E5}">
  <a:tblStyle styleId="{2959129E-CCEE-484D-BEA0-794C4C2BD2E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{2959129E-CCEE-484D-BEA0-794C4C2BD2E5}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{2959129E-CCEE-484D-BEA0-794C4C2BD2E5}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{2959129E-CCEE-484D-BEA0-794C4C2BD2E5}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{2959129E-CCEE-484D-BEA0-794C4C2BD2E5}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{2959129E-CCEE-484D-BEA0-794C4C2BD2E5}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