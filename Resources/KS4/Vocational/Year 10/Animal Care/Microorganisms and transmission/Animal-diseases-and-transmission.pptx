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3518D1-0C80-4A5B-A390-0271CFF2B1C8}">
  <a:tblStyle styleId="{CF3518D1-0C80-4A5B-A390-0271CFF2B1C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{CF3518D1-0C80-4A5B-A390-0271CFF2B1C8}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{CF3518D1-0C80-4A5B-A390-0271CFF2B1C8}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{CF3518D1-0C80-4A5B-A390-0271CFF2B1C8}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{CF3518D1-0C80-4A5B-A390-0271CFF2B1C8}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{CF3518D1-0C80-4A5B-A390-0271CFF2B1C8}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