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7E6BC3-273B-4B1F-87E4-ECF0F706BE2E}">
  <a:tblStyle styleId="{EC7E6BC3-273B-4B1F-87E4-ECF0F706BE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{EC7E6BC3-273B-4B1F-87E4-ECF0F706BE2E}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{EC7E6BC3-273B-4B1F-87E4-ECF0F706BE2E}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{EC7E6BC3-273B-4B1F-87E4-ECF0F706BE2E}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{EC7E6BC3-273B-4B1F-87E4-ECF0F706BE2E}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{EC7E6BC3-273B-4B1F-87E4-ECF0F706BE2E}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