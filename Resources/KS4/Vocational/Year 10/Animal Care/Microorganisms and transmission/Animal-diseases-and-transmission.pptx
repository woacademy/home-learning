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1A0BA-8045-4E83-9A18-B5ADF1620FF5}">
  <a:tblStyle styleId="{B341A0BA-8045-4E83-9A18-B5ADF1620F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{B341A0BA-8045-4E83-9A18-B5ADF1620FF5}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{B341A0BA-8045-4E83-9A18-B5ADF1620FF5}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{B341A0BA-8045-4E83-9A18-B5ADF1620FF5}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{B341A0BA-8045-4E83-9A18-B5ADF1620FF5}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{B341A0BA-8045-4E83-9A18-B5ADF1620FF5}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