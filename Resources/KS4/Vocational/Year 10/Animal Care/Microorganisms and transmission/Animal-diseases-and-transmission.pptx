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1FFCDA-F3C7-46EF-A147-B3C38E72F79A}">
  <a:tblStyle styleId="{DB1FFCDA-F3C7-46EF-A147-B3C38E72F79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{DB1FFCDA-F3C7-46EF-A147-B3C38E72F79A}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{DB1FFCDA-F3C7-46EF-A147-B3C38E72F79A}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{DB1FFCDA-F3C7-46EF-A147-B3C38E72F79A}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{DB1FFCDA-F3C7-46EF-A147-B3C38E72F79A}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{DB1FFCDA-F3C7-46EF-A147-B3C38E72F79A}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