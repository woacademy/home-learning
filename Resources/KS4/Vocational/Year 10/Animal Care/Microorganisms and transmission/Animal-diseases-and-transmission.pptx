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B1B3A7-75C5-4994-B7DD-568F739D3C1A}">
  <a:tblStyle styleId="{81B1B3A7-75C5-4994-B7DD-568F739D3C1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{81B1B3A7-75C5-4994-B7DD-568F739D3C1A}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{81B1B3A7-75C5-4994-B7DD-568F739D3C1A}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{81B1B3A7-75C5-4994-B7DD-568F739D3C1A}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{81B1B3A7-75C5-4994-B7DD-568F739D3C1A}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{81B1B3A7-75C5-4994-B7DD-568F739D3C1A}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