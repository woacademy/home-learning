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47DEED-66BF-4E9C-916B-D34BA435064E}">
  <a:tblStyle styleId="{CB47DEED-66BF-4E9C-916B-D34BA435064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{CB47DEED-66BF-4E9C-916B-D34BA435064E}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{CB47DEED-66BF-4E9C-916B-D34BA435064E}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{CB47DEED-66BF-4E9C-916B-D34BA435064E}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{CB47DEED-66BF-4E9C-916B-D34BA435064E}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{CB47DEED-66BF-4E9C-916B-D34BA435064E}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