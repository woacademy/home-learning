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496F85-52D0-4B93-B332-67C24A9A0537}">
  <a:tblStyle styleId="{21496F85-52D0-4B93-B332-67C24A9A05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{21496F85-52D0-4B93-B332-67C24A9A0537}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{21496F85-52D0-4B93-B332-67C24A9A0537}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{21496F85-52D0-4B93-B332-67C24A9A0537}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{21496F85-52D0-4B93-B332-67C24A9A0537}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{21496F85-52D0-4B93-B332-67C24A9A0537}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