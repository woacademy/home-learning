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B07D46-5DD6-469C-A699-6E0749D3DCE7}">
  <a:tblStyle styleId="{9DB07D46-5DD6-469C-A699-6E0749D3DC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{9DB07D46-5DD6-469C-A699-6E0749D3DCE7}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{9DB07D46-5DD6-469C-A699-6E0749D3DCE7}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{9DB07D46-5DD6-469C-A699-6E0749D3DCE7}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{9DB07D46-5DD6-469C-A699-6E0749D3DCE7}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{9DB07D46-5DD6-469C-A699-6E0749D3DCE7}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