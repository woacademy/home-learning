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A42E3B-34A8-42AE-8557-E1D6B533D39F}">
  <a:tblStyle styleId="{4EA42E3B-34A8-42AE-8557-E1D6B533D3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{4EA42E3B-34A8-42AE-8557-E1D6B533D39F}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{4EA42E3B-34A8-42AE-8557-E1D6B533D39F}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{4EA42E3B-34A8-42AE-8557-E1D6B533D39F}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{4EA42E3B-34A8-42AE-8557-E1D6B533D39F}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{4EA42E3B-34A8-42AE-8557-E1D6B533D39F}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