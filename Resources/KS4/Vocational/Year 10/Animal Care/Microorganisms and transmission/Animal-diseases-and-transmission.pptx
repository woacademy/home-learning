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3B5D8-0805-4E45-9AC1-726A40B7EC79}">
  <a:tblStyle styleId="{B173B5D8-0805-4E45-9AC1-726A40B7EC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{B173B5D8-0805-4E45-9AC1-726A40B7EC79}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{B173B5D8-0805-4E45-9AC1-726A40B7EC79}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{B173B5D8-0805-4E45-9AC1-726A40B7EC79}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{B173B5D8-0805-4E45-9AC1-726A40B7EC79}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{B173B5D8-0805-4E45-9AC1-726A40B7EC79}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