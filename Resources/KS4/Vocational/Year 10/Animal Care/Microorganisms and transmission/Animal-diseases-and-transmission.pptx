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9D1AAE-2D7B-4615-BD65-0B588A0C2CC2}">
  <a:tblStyle styleId="{939D1AAE-2D7B-4615-BD65-0B588A0C2C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{939D1AAE-2D7B-4615-BD65-0B588A0C2CC2}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{939D1AAE-2D7B-4615-BD65-0B588A0C2CC2}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{939D1AAE-2D7B-4615-BD65-0B588A0C2CC2}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{939D1AAE-2D7B-4615-BD65-0B588A0C2CC2}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{939D1AAE-2D7B-4615-BD65-0B588A0C2CC2}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