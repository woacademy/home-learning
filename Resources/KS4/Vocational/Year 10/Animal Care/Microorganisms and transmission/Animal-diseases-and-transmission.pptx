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889C569-914A-4492-AAC6-34D099AB6775}">
  <a:tblStyle styleId="{1889C569-914A-4492-AAC6-34D099AB67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{1889C569-914A-4492-AAC6-34D099AB6775}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{1889C569-914A-4492-AAC6-34D099AB6775}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{1889C569-914A-4492-AAC6-34D099AB6775}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{1889C569-914A-4492-AAC6-34D099AB6775}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{1889C569-914A-4492-AAC6-34D099AB6775}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