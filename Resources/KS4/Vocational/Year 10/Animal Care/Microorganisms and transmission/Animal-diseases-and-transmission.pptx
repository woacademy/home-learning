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0EADFE-74D9-401F-8C85-81404729176E}">
  <a:tblStyle styleId="{580EADFE-74D9-401F-8C85-81404729176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{580EADFE-74D9-401F-8C85-81404729176E}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{580EADFE-74D9-401F-8C85-81404729176E}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{580EADFE-74D9-401F-8C85-81404729176E}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{580EADFE-74D9-401F-8C85-81404729176E}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{580EADFE-74D9-401F-8C85-81404729176E}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