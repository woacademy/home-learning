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689321-0C03-4F4A-8DCA-E589E467709C}">
  <a:tblStyle styleId="{78689321-0C03-4F4A-8DCA-E589E467709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{78689321-0C03-4F4A-8DCA-E589E467709C}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{78689321-0C03-4F4A-8DCA-E589E467709C}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{78689321-0C03-4F4A-8DCA-E589E467709C}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{78689321-0C03-4F4A-8DCA-E589E467709C}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{78689321-0C03-4F4A-8DCA-E589E467709C}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