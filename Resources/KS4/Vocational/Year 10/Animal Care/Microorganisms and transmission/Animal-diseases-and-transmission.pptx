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8D72C-0639-499F-8D1E-DBCF90E60D21}">
  <a:tblStyle styleId="{F858D72C-0639-499F-8D1E-DBCF90E60D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{F858D72C-0639-499F-8D1E-DBCF90E60D21}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{F858D72C-0639-499F-8D1E-DBCF90E60D21}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{F858D72C-0639-499F-8D1E-DBCF90E60D21}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{F858D72C-0639-499F-8D1E-DBCF90E60D21}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{F858D72C-0639-499F-8D1E-DBCF90E60D21}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