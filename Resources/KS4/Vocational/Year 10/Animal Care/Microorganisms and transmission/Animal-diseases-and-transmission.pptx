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E0BA98-0853-4F0F-B864-F7C013754F48}">
  <a:tblStyle styleId="{BCE0BA98-0853-4F0F-B864-F7C013754F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{BCE0BA98-0853-4F0F-B864-F7C013754F48}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{BCE0BA98-0853-4F0F-B864-F7C013754F48}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{BCE0BA98-0853-4F0F-B864-F7C013754F48}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{BCE0BA98-0853-4F0F-B864-F7C013754F48}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{BCE0BA98-0853-4F0F-B864-F7C013754F48}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