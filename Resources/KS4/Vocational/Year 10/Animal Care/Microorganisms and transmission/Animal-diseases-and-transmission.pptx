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5BA4A9-FBD1-4DA4-8F42-D3DEEE0FF3C6}">
  <a:tblStyle styleId="{955BA4A9-FBD1-4DA4-8F42-D3DEEE0FF3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{955BA4A9-FBD1-4DA4-8F42-D3DEEE0FF3C6}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{955BA4A9-FBD1-4DA4-8F42-D3DEEE0FF3C6}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{955BA4A9-FBD1-4DA4-8F42-D3DEEE0FF3C6}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{955BA4A9-FBD1-4DA4-8F42-D3DEEE0FF3C6}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{955BA4A9-FBD1-4DA4-8F42-D3DEEE0FF3C6}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