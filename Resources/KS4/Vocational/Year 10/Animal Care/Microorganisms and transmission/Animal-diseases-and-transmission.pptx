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62D880-2910-4B31-9851-D09AFE387F72}">
  <a:tblStyle styleId="{F962D880-2910-4B31-9851-D09AFE387F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{F962D880-2910-4B31-9851-D09AFE387F72}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{F962D880-2910-4B31-9851-D09AFE387F72}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{F962D880-2910-4B31-9851-D09AFE387F72}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{F962D880-2910-4B31-9851-D09AFE387F72}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{F962D880-2910-4B31-9851-D09AFE387F72}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