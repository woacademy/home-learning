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E6B9FA-D36D-4AAA-97B7-CF90B6733C85}">
  <a:tblStyle styleId="{3AE6B9FA-D36D-4AAA-97B7-CF90B6733C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{3AE6B9FA-D36D-4AAA-97B7-CF90B6733C85}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{3AE6B9FA-D36D-4AAA-97B7-CF90B6733C85}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{3AE6B9FA-D36D-4AAA-97B7-CF90B6733C85}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{3AE6B9FA-D36D-4AAA-97B7-CF90B6733C85}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{3AE6B9FA-D36D-4AAA-97B7-CF90B6733C85}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