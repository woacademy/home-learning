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B02D62-BFBD-4578-9D31-8A1A5DFB5884}">
  <a:tblStyle styleId="{D1B02D62-BFBD-4578-9D31-8A1A5DFB58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{D1B02D62-BFBD-4578-9D31-8A1A5DFB5884}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{D1B02D62-BFBD-4578-9D31-8A1A5DFB5884}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{D1B02D62-BFBD-4578-9D31-8A1A5DFB5884}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{D1B02D62-BFBD-4578-9D31-8A1A5DFB5884}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{D1B02D62-BFBD-4578-9D31-8A1A5DFB5884}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