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079E0-8020-42C0-8BCD-1C11547D9164}">
  <a:tblStyle styleId="{48C079E0-8020-42C0-8BCD-1C11547D91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{48C079E0-8020-42C0-8BCD-1C11547D9164}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{48C079E0-8020-42C0-8BCD-1C11547D9164}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{48C079E0-8020-42C0-8BCD-1C11547D9164}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{48C079E0-8020-42C0-8BCD-1C11547D9164}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{48C079E0-8020-42C0-8BCD-1C11547D9164}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