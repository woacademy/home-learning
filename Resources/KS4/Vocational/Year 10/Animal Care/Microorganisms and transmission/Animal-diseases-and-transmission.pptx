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DC3562-06CB-462B-BCDD-7CFBFFD0DEBC}">
  <a:tblStyle styleId="{F8DC3562-06CB-462B-BCDD-7CFBFFD0DEB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{F8DC3562-06CB-462B-BCDD-7CFBFFD0DEBC}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{F8DC3562-06CB-462B-BCDD-7CFBFFD0DEBC}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{F8DC3562-06CB-462B-BCDD-7CFBFFD0DEBC}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{F8DC3562-06CB-462B-BCDD-7CFBFFD0DEBC}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{F8DC3562-06CB-462B-BCDD-7CFBFFD0DEBC}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