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5273B3F-FF07-494E-9031-FDCD86E08ECF}">
  <a:tblStyle styleId="{55273B3F-FF07-494E-9031-FDCD86E08ECF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{55273B3F-FF07-494E-9031-FDCD86E08ECF}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{55273B3F-FF07-494E-9031-FDCD86E08ECF}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{55273B3F-FF07-494E-9031-FDCD86E08ECF}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{55273B3F-FF07-494E-9031-FDCD86E08ECF}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{55273B3F-FF07-494E-9031-FDCD86E08ECF}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