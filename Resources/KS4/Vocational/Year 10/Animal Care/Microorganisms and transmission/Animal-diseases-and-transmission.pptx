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1FBC58-89D0-4AC7-969C-999AAF80AA6D}">
  <a:tblStyle styleId="{2B1FBC58-89D0-4AC7-969C-999AAF80AA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{2B1FBC58-89D0-4AC7-969C-999AAF80AA6D}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{2B1FBC58-89D0-4AC7-969C-999AAF80AA6D}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{2B1FBC58-89D0-4AC7-969C-999AAF80AA6D}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{2B1FBC58-89D0-4AC7-969C-999AAF80AA6D}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{2B1FBC58-89D0-4AC7-969C-999AAF80AA6D}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