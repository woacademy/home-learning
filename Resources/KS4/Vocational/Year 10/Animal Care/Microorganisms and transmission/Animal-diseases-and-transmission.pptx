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2CCAA6-5BF3-4778-B289-CAAF04B476F9}">
  <a:tblStyle styleId="{C12CCAA6-5BF3-4778-B289-CAAF04B476F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{C12CCAA6-5BF3-4778-B289-CAAF04B476F9}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{C12CCAA6-5BF3-4778-B289-CAAF04B476F9}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{C12CCAA6-5BF3-4778-B289-CAAF04B476F9}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{C12CCAA6-5BF3-4778-B289-CAAF04B476F9}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{C12CCAA6-5BF3-4778-B289-CAAF04B476F9}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