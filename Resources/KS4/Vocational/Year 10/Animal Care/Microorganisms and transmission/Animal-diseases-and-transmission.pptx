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1EA787-C917-4CF5-ADB1-01BB810DCF8A}">
  <a:tblStyle styleId="{F81EA787-C917-4CF5-ADB1-01BB810DCF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{F81EA787-C917-4CF5-ADB1-01BB810DCF8A}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{F81EA787-C917-4CF5-ADB1-01BB810DCF8A}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{F81EA787-C917-4CF5-ADB1-01BB810DCF8A}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{F81EA787-C917-4CF5-ADB1-01BB810DCF8A}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{F81EA787-C917-4CF5-ADB1-01BB810DCF8A}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