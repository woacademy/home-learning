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7CD1A1-4D7B-4D05-8A77-144D236A3665}">
  <a:tblStyle styleId="{9B7CD1A1-4D7B-4D05-8A77-144D236A366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{9B7CD1A1-4D7B-4D05-8A77-144D236A3665}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{9B7CD1A1-4D7B-4D05-8A77-144D236A3665}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{9B7CD1A1-4D7B-4D05-8A77-144D236A3665}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{9B7CD1A1-4D7B-4D05-8A77-144D236A3665}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{9B7CD1A1-4D7B-4D05-8A77-144D236A3665}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