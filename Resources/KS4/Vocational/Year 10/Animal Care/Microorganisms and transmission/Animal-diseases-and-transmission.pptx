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9E4E39-FB77-493C-858F-8C598977FEA8}">
  <a:tblStyle styleId="{909E4E39-FB77-493C-858F-8C598977FE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{909E4E39-FB77-493C-858F-8C598977FEA8}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{909E4E39-FB77-493C-858F-8C598977FEA8}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{909E4E39-FB77-493C-858F-8C598977FEA8}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{909E4E39-FB77-493C-858F-8C598977FEA8}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{909E4E39-FB77-493C-858F-8C598977FEA8}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