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049FF1B-1E9A-4F58-8FD8-1F940DB82358}">
  <a:tblStyle styleId="{6049FF1B-1E9A-4F58-8FD8-1F940DB8235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{6049FF1B-1E9A-4F58-8FD8-1F940DB82358}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{6049FF1B-1E9A-4F58-8FD8-1F940DB82358}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{6049FF1B-1E9A-4F58-8FD8-1F940DB82358}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{6049FF1B-1E9A-4F58-8FD8-1F940DB82358}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{6049FF1B-1E9A-4F58-8FD8-1F940DB82358}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