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56D30B-ED18-46A5-9B69-223B3DDFF774}">
  <a:tblStyle styleId="{6956D30B-ED18-46A5-9B69-223B3DDFF7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{6956D30B-ED18-46A5-9B69-223B3DDFF774}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{6956D30B-ED18-46A5-9B69-223B3DDFF774}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{6956D30B-ED18-46A5-9B69-223B3DDFF774}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{6956D30B-ED18-46A5-9B69-223B3DDFF774}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{6956D30B-ED18-46A5-9B69-223B3DDFF774}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