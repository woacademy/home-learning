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02A77-BEAC-4507-8384-50B73948B8CC}">
  <a:tblStyle styleId="{0E402A77-BEAC-4507-8384-50B73948B8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{0E402A77-BEAC-4507-8384-50B73948B8CC}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{0E402A77-BEAC-4507-8384-50B73948B8CC}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{0E402A77-BEAC-4507-8384-50B73948B8CC}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{0E402A77-BEAC-4507-8384-50B73948B8CC}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{0E402A77-BEAC-4507-8384-50B73948B8CC}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