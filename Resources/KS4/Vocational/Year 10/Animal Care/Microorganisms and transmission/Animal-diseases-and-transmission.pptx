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C6F06F-97B9-4A1E-B23E-3F78D86EFDE4}">
  <a:tblStyle styleId="{7EC6F06F-97B9-4A1E-B23E-3F78D86EFD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{7EC6F06F-97B9-4A1E-B23E-3F78D86EFDE4}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{7EC6F06F-97B9-4A1E-B23E-3F78D86EFDE4}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{7EC6F06F-97B9-4A1E-B23E-3F78D86EFDE4}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{7EC6F06F-97B9-4A1E-B23E-3F78D86EFDE4}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{7EC6F06F-97B9-4A1E-B23E-3F78D86EFDE4}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