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9A5405-8E68-4DCD-A77E-C59BF550F614}">
  <a:tblStyle styleId="{709A5405-8E68-4DCD-A77E-C59BF550F6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{709A5405-8E68-4DCD-A77E-C59BF550F614}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{709A5405-8E68-4DCD-A77E-C59BF550F614}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{709A5405-8E68-4DCD-A77E-C59BF550F614}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{709A5405-8E68-4DCD-A77E-C59BF550F614}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{709A5405-8E68-4DCD-A77E-C59BF550F614}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