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2E03C3-6568-4FFD-97A4-2FC00EFFCE47}">
  <a:tblStyle styleId="{EC2E03C3-6568-4FFD-97A4-2FC00EFFCE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{EC2E03C3-6568-4FFD-97A4-2FC00EFFCE47}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{EC2E03C3-6568-4FFD-97A4-2FC00EFFCE47}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{EC2E03C3-6568-4FFD-97A4-2FC00EFFCE47}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{EC2E03C3-6568-4FFD-97A4-2FC00EFFCE47}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{EC2E03C3-6568-4FFD-97A4-2FC00EFFCE47}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