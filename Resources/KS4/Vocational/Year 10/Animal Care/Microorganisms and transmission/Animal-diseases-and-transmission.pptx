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692DC9-6CF3-478E-98D0-7C67721A2021}">
  <a:tblStyle styleId="{16692DC9-6CF3-478E-98D0-7C67721A202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{16692DC9-6CF3-478E-98D0-7C67721A2021}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{16692DC9-6CF3-478E-98D0-7C67721A2021}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{16692DC9-6CF3-478E-98D0-7C67721A2021}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{16692DC9-6CF3-478E-98D0-7C67721A2021}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{16692DC9-6CF3-478E-98D0-7C67721A2021}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