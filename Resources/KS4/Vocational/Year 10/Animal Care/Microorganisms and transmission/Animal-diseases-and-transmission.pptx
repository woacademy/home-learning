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CFB906-BAF6-4948-B961-51A60D84BF9D}">
  <a:tblStyle styleId="{3DCFB906-BAF6-4948-B961-51A60D84BF9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{3DCFB906-BAF6-4948-B961-51A60D84BF9D}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{3DCFB906-BAF6-4948-B961-51A60D84BF9D}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{3DCFB906-BAF6-4948-B961-51A60D84BF9D}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{3DCFB906-BAF6-4948-B961-51A60D84BF9D}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{3DCFB906-BAF6-4948-B961-51A60D84BF9D}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