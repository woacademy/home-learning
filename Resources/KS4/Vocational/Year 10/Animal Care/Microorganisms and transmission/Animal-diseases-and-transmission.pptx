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8B6E0B3-0DB9-44A8-BAD0-6F87A2D67F0A}">
  <a:tblStyle styleId="{68B6E0B3-0DB9-44A8-BAD0-6F87A2D67F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{68B6E0B3-0DB9-44A8-BAD0-6F87A2D67F0A}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{68B6E0B3-0DB9-44A8-BAD0-6F87A2D67F0A}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{68B6E0B3-0DB9-44A8-BAD0-6F87A2D67F0A}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{68B6E0B3-0DB9-44A8-BAD0-6F87A2D67F0A}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{68B6E0B3-0DB9-44A8-BAD0-6F87A2D67F0A}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