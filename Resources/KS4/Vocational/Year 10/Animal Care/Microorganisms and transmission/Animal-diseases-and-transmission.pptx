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844E69-EEB9-4B93-8437-DD39908EB070}">
  <a:tblStyle styleId="{6F844E69-EEB9-4B93-8437-DD39908EB0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{6F844E69-EEB9-4B93-8437-DD39908EB070}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{6F844E69-EEB9-4B93-8437-DD39908EB070}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{6F844E69-EEB9-4B93-8437-DD39908EB070}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{6F844E69-EEB9-4B93-8437-DD39908EB070}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{6F844E69-EEB9-4B93-8437-DD39908EB070}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