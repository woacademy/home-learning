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FD1B90-87B9-40DC-9327-C65EC8F8867D}">
  <a:tblStyle styleId="{44FD1B90-87B9-40DC-9327-C65EC8F8867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{44FD1B90-87B9-40DC-9327-C65EC8F8867D}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{44FD1B90-87B9-40DC-9327-C65EC8F8867D}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{44FD1B90-87B9-40DC-9327-C65EC8F8867D}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{44FD1B90-87B9-40DC-9327-C65EC8F8867D}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{44FD1B90-87B9-40DC-9327-C65EC8F8867D}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