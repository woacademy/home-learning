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FA635-903B-4E83-941D-583C861A5F64}">
  <a:tblStyle styleId="{E04FA635-903B-4E83-941D-583C861A5F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{E04FA635-903B-4E83-941D-583C861A5F64}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{E04FA635-903B-4E83-941D-583C861A5F64}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{E04FA635-903B-4E83-941D-583C861A5F64}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{E04FA635-903B-4E83-941D-583C861A5F64}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{E04FA635-903B-4E83-941D-583C861A5F64}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