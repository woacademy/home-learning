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3EB753-8742-4332-B54F-B1F3884DEBF0}">
  <a:tblStyle styleId="{4E3EB753-8742-4332-B54F-B1F3884DEB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{4E3EB753-8742-4332-B54F-B1F3884DEBF0}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{4E3EB753-8742-4332-B54F-B1F3884DEBF0}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{4E3EB753-8742-4332-B54F-B1F3884DEBF0}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{4E3EB753-8742-4332-B54F-B1F3884DEBF0}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{4E3EB753-8742-4332-B54F-B1F3884DEBF0}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