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4AEEF-7CCF-4BAA-B607-C8E8FAA2A77A}">
  <a:tblStyle styleId="{0D14AEEF-7CCF-4BAA-B607-C8E8FAA2A7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{0D14AEEF-7CCF-4BAA-B607-C8E8FAA2A77A}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{0D14AEEF-7CCF-4BAA-B607-C8E8FAA2A77A}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{0D14AEEF-7CCF-4BAA-B607-C8E8FAA2A77A}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{0D14AEEF-7CCF-4BAA-B607-C8E8FAA2A77A}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{0D14AEEF-7CCF-4BAA-B607-C8E8FAA2A77A}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