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630730E-2068-4DE9-AE33-AB848B970874}">
  <a:tblStyle styleId="{B630730E-2068-4DE9-AE33-AB848B9708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{B630730E-2068-4DE9-AE33-AB848B970874}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{B630730E-2068-4DE9-AE33-AB848B970874}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{B630730E-2068-4DE9-AE33-AB848B970874}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{B630730E-2068-4DE9-AE33-AB848B970874}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{B630730E-2068-4DE9-AE33-AB848B970874}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