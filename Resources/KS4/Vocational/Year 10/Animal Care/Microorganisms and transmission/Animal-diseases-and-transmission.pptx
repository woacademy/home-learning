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A25B27-DCFD-483A-B62C-553CCAEDA8FC}">
  <a:tblStyle styleId="{CDA25B27-DCFD-483A-B62C-553CCAEDA8F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{CDA25B27-DCFD-483A-B62C-553CCAEDA8FC}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{CDA25B27-DCFD-483A-B62C-553CCAEDA8FC}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{CDA25B27-DCFD-483A-B62C-553CCAEDA8FC}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{CDA25B27-DCFD-483A-B62C-553CCAEDA8FC}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{CDA25B27-DCFD-483A-B62C-553CCAEDA8FC}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