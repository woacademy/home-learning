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4A548E-1925-4077-A765-80844680B338}">
  <a:tblStyle styleId="{0E4A548E-1925-4077-A765-80844680B33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{0E4A548E-1925-4077-A765-80844680B338}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{0E4A548E-1925-4077-A765-80844680B338}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{0E4A548E-1925-4077-A765-80844680B338}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{0E4A548E-1925-4077-A765-80844680B338}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{0E4A548E-1925-4077-A765-80844680B338}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