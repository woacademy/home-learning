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BD705E-2959-4982-8ACC-B613B02CAD3E}">
  <a:tblStyle styleId="{ECBD705E-2959-4982-8ACC-B613B02CAD3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{ECBD705E-2959-4982-8ACC-B613B02CAD3E}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{ECBD705E-2959-4982-8ACC-B613B02CAD3E}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{ECBD705E-2959-4982-8ACC-B613B02CAD3E}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{ECBD705E-2959-4982-8ACC-B613B02CAD3E}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{ECBD705E-2959-4982-8ACC-B613B02CAD3E}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