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0F4394-75F1-4C95-9D4F-BE3FB8B4AD87}">
  <a:tblStyle styleId="{450F4394-75F1-4C95-9D4F-BE3FB8B4AD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{450F4394-75F1-4C95-9D4F-BE3FB8B4AD87}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{450F4394-75F1-4C95-9D4F-BE3FB8B4AD87}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{450F4394-75F1-4C95-9D4F-BE3FB8B4AD87}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{450F4394-75F1-4C95-9D4F-BE3FB8B4AD87}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{450F4394-75F1-4C95-9D4F-BE3FB8B4AD87}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