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6F1607-1C8D-4A0E-A0A9-81C29D3B19F5}">
  <a:tblStyle styleId="{C76F1607-1C8D-4A0E-A0A9-81C29D3B19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{C76F1607-1C8D-4A0E-A0A9-81C29D3B19F5}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{C76F1607-1C8D-4A0E-A0A9-81C29D3B19F5}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{C76F1607-1C8D-4A0E-A0A9-81C29D3B19F5}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{C76F1607-1C8D-4A0E-A0A9-81C29D3B19F5}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{C76F1607-1C8D-4A0E-A0A9-81C29D3B19F5}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