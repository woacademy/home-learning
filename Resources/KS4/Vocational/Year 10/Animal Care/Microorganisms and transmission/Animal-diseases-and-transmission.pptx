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FCA980-C012-4813-90B0-3E509611708A}">
  <a:tblStyle styleId="{A5FCA980-C012-4813-90B0-3E50961170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{A5FCA980-C012-4813-90B0-3E509611708A}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{A5FCA980-C012-4813-90B0-3E509611708A}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{A5FCA980-C012-4813-90B0-3E509611708A}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{A5FCA980-C012-4813-90B0-3E509611708A}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{A5FCA980-C012-4813-90B0-3E509611708A}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