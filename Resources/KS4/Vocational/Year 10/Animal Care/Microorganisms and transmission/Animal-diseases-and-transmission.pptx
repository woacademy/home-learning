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EDFF8E-3408-45BF-9148-AB048F28C986}">
  <a:tblStyle styleId="{C1EDFF8E-3408-45BF-9148-AB048F28C9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{C1EDFF8E-3408-45BF-9148-AB048F28C986}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{C1EDFF8E-3408-45BF-9148-AB048F28C986}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{C1EDFF8E-3408-45BF-9148-AB048F28C986}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{C1EDFF8E-3408-45BF-9148-AB048F28C986}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{C1EDFF8E-3408-45BF-9148-AB048F28C986}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