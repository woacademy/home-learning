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05D5BB-6019-43DC-9A0E-9009D0FF0D65}">
  <a:tblStyle styleId="{FE05D5BB-6019-43DC-9A0E-9009D0FF0D6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{FE05D5BB-6019-43DC-9A0E-9009D0FF0D65}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{FE05D5BB-6019-43DC-9A0E-9009D0FF0D65}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{FE05D5BB-6019-43DC-9A0E-9009D0FF0D65}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{FE05D5BB-6019-43DC-9A0E-9009D0FF0D65}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{FE05D5BB-6019-43DC-9A0E-9009D0FF0D65}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