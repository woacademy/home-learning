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586C1A-3943-4051-99FB-BCA40FBA9CF3}">
  <a:tblStyle styleId="{12586C1A-3943-4051-99FB-BCA40FBA9CF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{12586C1A-3943-4051-99FB-BCA40FBA9CF3}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{12586C1A-3943-4051-99FB-BCA40FBA9CF3}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{12586C1A-3943-4051-99FB-BCA40FBA9CF3}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{12586C1A-3943-4051-99FB-BCA40FBA9CF3}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{12586C1A-3943-4051-99FB-BCA40FBA9CF3}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