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6F95A4-B409-46DE-8F62-92CCE58917E5}">
  <a:tblStyle styleId="{7F6F95A4-B409-46DE-8F62-92CCE58917E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{7F6F95A4-B409-46DE-8F62-92CCE58917E5}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{7F6F95A4-B409-46DE-8F62-92CCE58917E5}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{7F6F95A4-B409-46DE-8F62-92CCE58917E5}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{7F6F95A4-B409-46DE-8F62-92CCE58917E5}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{7F6F95A4-B409-46DE-8F62-92CCE58917E5}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