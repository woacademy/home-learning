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2E9DB9-40E6-4143-8ED4-246D5E8FC39A}">
  <a:tblStyle styleId="{AC2E9DB9-40E6-4143-8ED4-246D5E8FC3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{AC2E9DB9-40E6-4143-8ED4-246D5E8FC39A}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{AC2E9DB9-40E6-4143-8ED4-246D5E8FC39A}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{AC2E9DB9-40E6-4143-8ED4-246D5E8FC39A}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{AC2E9DB9-40E6-4143-8ED4-246D5E8FC39A}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{AC2E9DB9-40E6-4143-8ED4-246D5E8FC39A}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