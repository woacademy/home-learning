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445A2-9DFB-4DE6-A4F8-4A5A2EDB864A}">
  <a:tblStyle styleId="{14C445A2-9DFB-4DE6-A4F8-4A5A2EDB86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{14C445A2-9DFB-4DE6-A4F8-4A5A2EDB864A}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{14C445A2-9DFB-4DE6-A4F8-4A5A2EDB864A}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{14C445A2-9DFB-4DE6-A4F8-4A5A2EDB864A}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{14C445A2-9DFB-4DE6-A4F8-4A5A2EDB864A}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{14C445A2-9DFB-4DE6-A4F8-4A5A2EDB864A}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