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BA3DF-A008-45C2-A46F-8CB46B817415}">
  <a:tblStyle styleId="{285BA3DF-A008-45C2-A46F-8CB46B8174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{285BA3DF-A008-45C2-A46F-8CB46B817415}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{285BA3DF-A008-45C2-A46F-8CB46B817415}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{285BA3DF-A008-45C2-A46F-8CB46B817415}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{285BA3DF-A008-45C2-A46F-8CB46B817415}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{285BA3DF-A008-45C2-A46F-8CB46B817415}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