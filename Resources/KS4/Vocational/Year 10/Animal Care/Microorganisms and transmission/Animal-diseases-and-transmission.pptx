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49F049-C2C3-4F15-8160-C0F22B17FFD4}">
  <a:tblStyle styleId="{3349F049-C2C3-4F15-8160-C0F22B17FF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{3349F049-C2C3-4F15-8160-C0F22B17FFD4}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{3349F049-C2C3-4F15-8160-C0F22B17FFD4}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{3349F049-C2C3-4F15-8160-C0F22B17FFD4}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{3349F049-C2C3-4F15-8160-C0F22B17FFD4}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{3349F049-C2C3-4F15-8160-C0F22B17FFD4}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