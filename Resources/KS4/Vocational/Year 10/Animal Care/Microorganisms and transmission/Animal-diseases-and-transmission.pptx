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79C042-CB83-4D47-AC68-E13741BCD94C}">
  <a:tblStyle styleId="{C179C042-CB83-4D47-AC68-E13741BCD94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{C179C042-CB83-4D47-AC68-E13741BCD94C}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{C179C042-CB83-4D47-AC68-E13741BCD94C}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{C179C042-CB83-4D47-AC68-E13741BCD94C}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{C179C042-CB83-4D47-AC68-E13741BCD94C}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{C179C042-CB83-4D47-AC68-E13741BCD94C}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