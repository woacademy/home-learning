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14A0483-1B72-46D4-8B54-E456587AED07}">
  <a:tblStyle styleId="{B14A0483-1B72-46D4-8B54-E456587AED0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{B14A0483-1B72-46D4-8B54-E456587AED07}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{B14A0483-1B72-46D4-8B54-E456587AED07}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{B14A0483-1B72-46D4-8B54-E456587AED07}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{B14A0483-1B72-46D4-8B54-E456587AED07}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{B14A0483-1B72-46D4-8B54-E456587AED07}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