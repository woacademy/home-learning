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913495-DB5A-4FE3-BFD7-BA232657B6EB}">
  <a:tblStyle styleId="{CB913495-DB5A-4FE3-BFD7-BA232657B6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{CB913495-DB5A-4FE3-BFD7-BA232657B6EB}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{CB913495-DB5A-4FE3-BFD7-BA232657B6EB}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{CB913495-DB5A-4FE3-BFD7-BA232657B6EB}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{CB913495-DB5A-4FE3-BFD7-BA232657B6EB}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{CB913495-DB5A-4FE3-BFD7-BA232657B6EB}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