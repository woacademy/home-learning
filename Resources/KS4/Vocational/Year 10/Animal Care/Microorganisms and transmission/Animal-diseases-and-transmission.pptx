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A8306-D76F-470F-90CD-A43F8B4CEE6F}">
  <a:tblStyle styleId="{371A8306-D76F-470F-90CD-A43F8B4CEE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{371A8306-D76F-470F-90CD-A43F8B4CEE6F}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{371A8306-D76F-470F-90CD-A43F8B4CEE6F}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{371A8306-D76F-470F-90CD-A43F8B4CEE6F}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{371A8306-D76F-470F-90CD-A43F8B4CEE6F}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{371A8306-D76F-470F-90CD-A43F8B4CEE6F}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