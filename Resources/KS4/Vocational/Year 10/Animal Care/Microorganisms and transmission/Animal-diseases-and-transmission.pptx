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5AB766-1B3F-4D17-840C-DD9A9F15CB78}">
  <a:tblStyle styleId="{E65AB766-1B3F-4D17-840C-DD9A9F15CB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{E65AB766-1B3F-4D17-840C-DD9A9F15CB78}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{E65AB766-1B3F-4D17-840C-DD9A9F15CB78}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{E65AB766-1B3F-4D17-840C-DD9A9F15CB78}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{E65AB766-1B3F-4D17-840C-DD9A9F15CB78}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{E65AB766-1B3F-4D17-840C-DD9A9F15CB78}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