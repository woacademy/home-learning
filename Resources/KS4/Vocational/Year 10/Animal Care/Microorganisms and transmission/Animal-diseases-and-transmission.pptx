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DA976E-09CF-4AE5-96C0-DB1D8D579147}">
  <a:tblStyle styleId="{22DA976E-09CF-4AE5-96C0-DB1D8D5791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{22DA976E-09CF-4AE5-96C0-DB1D8D579147}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{22DA976E-09CF-4AE5-96C0-DB1D8D579147}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{22DA976E-09CF-4AE5-96C0-DB1D8D579147}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{22DA976E-09CF-4AE5-96C0-DB1D8D579147}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{22DA976E-09CF-4AE5-96C0-DB1D8D579147}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