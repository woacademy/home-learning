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92F0B-A70A-4A7F-88D0-A712D938632A}">
  <a:tblStyle styleId="{7CE92F0B-A70A-4A7F-88D0-A712D93863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{7CE92F0B-A70A-4A7F-88D0-A712D938632A}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{7CE92F0B-A70A-4A7F-88D0-A712D938632A}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{7CE92F0B-A70A-4A7F-88D0-A712D938632A}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{7CE92F0B-A70A-4A7F-88D0-A712D938632A}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{7CE92F0B-A70A-4A7F-88D0-A712D938632A}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