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A8D1A16-A524-4502-9571-B5E0F3E4D869}">
  <a:tblStyle styleId="{0A8D1A16-A524-4502-9571-B5E0F3E4D86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{0A8D1A16-A524-4502-9571-B5E0F3E4D869}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{0A8D1A16-A524-4502-9571-B5E0F3E4D869}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{0A8D1A16-A524-4502-9571-B5E0F3E4D869}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{0A8D1A16-A524-4502-9571-B5E0F3E4D869}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{0A8D1A16-A524-4502-9571-B5E0F3E4D869}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