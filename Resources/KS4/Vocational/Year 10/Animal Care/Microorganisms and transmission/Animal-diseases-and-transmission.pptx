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882097-E97B-4F3D-9A5E-0E655DC08333}">
  <a:tblStyle styleId="{5C882097-E97B-4F3D-9A5E-0E655DC0833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{5C882097-E97B-4F3D-9A5E-0E655DC08333}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{5C882097-E97B-4F3D-9A5E-0E655DC08333}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{5C882097-E97B-4F3D-9A5E-0E655DC08333}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{5C882097-E97B-4F3D-9A5E-0E655DC08333}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{5C882097-E97B-4F3D-9A5E-0E655DC08333}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