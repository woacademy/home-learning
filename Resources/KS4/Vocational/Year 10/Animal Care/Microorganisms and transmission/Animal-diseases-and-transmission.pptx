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E545EA-C3CC-4F06-A643-3585FB041676}">
  <a:tblStyle styleId="{15E545EA-C3CC-4F06-A643-3585FB0416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{15E545EA-C3CC-4F06-A643-3585FB041676}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{15E545EA-C3CC-4F06-A643-3585FB041676}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{15E545EA-C3CC-4F06-A643-3585FB041676}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{15E545EA-C3CC-4F06-A643-3585FB041676}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{15E545EA-C3CC-4F06-A643-3585FB041676}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