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41DB21-0725-4C88-BD66-69B9D2FDE02C}">
  <a:tblStyle styleId="{A941DB21-0725-4C88-BD66-69B9D2FDE0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{A941DB21-0725-4C88-BD66-69B9D2FDE02C}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{A941DB21-0725-4C88-BD66-69B9D2FDE02C}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{A941DB21-0725-4C88-BD66-69B9D2FDE02C}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{A941DB21-0725-4C88-BD66-69B9D2FDE02C}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{A941DB21-0725-4C88-BD66-69B9D2FDE02C}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