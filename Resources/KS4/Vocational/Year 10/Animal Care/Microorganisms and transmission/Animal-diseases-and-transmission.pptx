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7520EC-74EA-47DF-8521-1E5183CEDF9C}">
  <a:tblStyle styleId="{987520EC-74EA-47DF-8521-1E5183CEDF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{987520EC-74EA-47DF-8521-1E5183CEDF9C}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{987520EC-74EA-47DF-8521-1E5183CEDF9C}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{987520EC-74EA-47DF-8521-1E5183CEDF9C}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{987520EC-74EA-47DF-8521-1E5183CEDF9C}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{987520EC-74EA-47DF-8521-1E5183CEDF9C}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