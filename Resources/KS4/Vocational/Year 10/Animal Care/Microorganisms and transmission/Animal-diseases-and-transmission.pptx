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FA2A3-CBE1-4F1B-828A-F6E6BDDFFE61}">
  <a:tblStyle styleId="{436FA2A3-CBE1-4F1B-828A-F6E6BDDFFE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{436FA2A3-CBE1-4F1B-828A-F6E6BDDFFE61}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{436FA2A3-CBE1-4F1B-828A-F6E6BDDFFE61}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{436FA2A3-CBE1-4F1B-828A-F6E6BDDFFE61}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{436FA2A3-CBE1-4F1B-828A-F6E6BDDFFE61}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{436FA2A3-CBE1-4F1B-828A-F6E6BDDFFE61}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