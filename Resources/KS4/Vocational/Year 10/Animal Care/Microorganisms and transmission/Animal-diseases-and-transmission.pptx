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4899CB-46FB-484A-864F-C8A641290E08}">
  <a:tblStyle styleId="{6A4899CB-46FB-484A-864F-C8A641290E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{6A4899CB-46FB-484A-864F-C8A641290E08}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{6A4899CB-46FB-484A-864F-C8A641290E08}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{6A4899CB-46FB-484A-864F-C8A641290E08}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{6A4899CB-46FB-484A-864F-C8A641290E08}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{6A4899CB-46FB-484A-864F-C8A641290E08}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