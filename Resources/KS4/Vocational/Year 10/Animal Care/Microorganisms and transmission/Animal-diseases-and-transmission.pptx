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C3A20-0361-4CBF-A1D8-C1DEADB15651}">
  <a:tblStyle styleId="{D84C3A20-0361-4CBF-A1D8-C1DEADB156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{D84C3A20-0361-4CBF-A1D8-C1DEADB15651}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{D84C3A20-0361-4CBF-A1D8-C1DEADB15651}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{D84C3A20-0361-4CBF-A1D8-C1DEADB15651}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{D84C3A20-0361-4CBF-A1D8-C1DEADB15651}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{D84C3A20-0361-4CBF-A1D8-C1DEADB15651}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