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9035230-DB6F-4947-AE43-0FD0FF21C639}">
  <a:tblStyle styleId="{59035230-DB6F-4947-AE43-0FD0FF21C63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{59035230-DB6F-4947-AE43-0FD0FF21C639}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{59035230-DB6F-4947-AE43-0FD0FF21C639}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{59035230-DB6F-4947-AE43-0FD0FF21C639}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{59035230-DB6F-4947-AE43-0FD0FF21C639}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{59035230-DB6F-4947-AE43-0FD0FF21C639}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