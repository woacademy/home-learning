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06C571-99BE-4EFC-AEA0-E9634B19FCBF}">
  <a:tblStyle styleId="{6906C571-99BE-4EFC-AEA0-E9634B19FC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{6906C571-99BE-4EFC-AEA0-E9634B19FCBF}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{6906C571-99BE-4EFC-AEA0-E9634B19FCBF}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{6906C571-99BE-4EFC-AEA0-E9634B19FCBF}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{6906C571-99BE-4EFC-AEA0-E9634B19FCBF}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{6906C571-99BE-4EFC-AEA0-E9634B19FCBF}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