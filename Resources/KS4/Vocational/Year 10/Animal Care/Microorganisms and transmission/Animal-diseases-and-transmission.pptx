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705A56-1687-4682-B3EB-2A37861D1EA6}">
  <a:tblStyle styleId="{CB705A56-1687-4682-B3EB-2A37861D1E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{CB705A56-1687-4682-B3EB-2A37861D1EA6}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{CB705A56-1687-4682-B3EB-2A37861D1EA6}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{CB705A56-1687-4682-B3EB-2A37861D1EA6}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{CB705A56-1687-4682-B3EB-2A37861D1EA6}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{CB705A56-1687-4682-B3EB-2A37861D1EA6}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