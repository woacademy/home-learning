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F5B4FE-3B01-4236-9C64-5124B6D9F863}">
  <a:tblStyle styleId="{9EF5B4FE-3B01-4236-9C64-5124B6D9F86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{9EF5B4FE-3B01-4236-9C64-5124B6D9F863}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{9EF5B4FE-3B01-4236-9C64-5124B6D9F863}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{9EF5B4FE-3B01-4236-9C64-5124B6D9F863}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{9EF5B4FE-3B01-4236-9C64-5124B6D9F863}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{9EF5B4FE-3B01-4236-9C64-5124B6D9F863}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