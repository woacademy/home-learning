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CE941E7-DCBB-4D2A-9147-9612AD724425}">
  <a:tblStyle styleId="{7CE941E7-DCBB-4D2A-9147-9612AD724425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{7CE941E7-DCBB-4D2A-9147-9612AD724425}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{7CE941E7-DCBB-4D2A-9147-9612AD724425}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{7CE941E7-DCBB-4D2A-9147-9612AD724425}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{7CE941E7-DCBB-4D2A-9147-9612AD724425}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{7CE941E7-DCBB-4D2A-9147-9612AD724425}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