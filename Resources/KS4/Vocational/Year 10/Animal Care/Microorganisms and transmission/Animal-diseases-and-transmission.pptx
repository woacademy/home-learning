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33D255F-85D5-46F8-8824-7764F89C7F6B}">
  <a:tblStyle styleId="{933D255F-85D5-46F8-8824-7764F89C7F6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{933D255F-85D5-46F8-8824-7764F89C7F6B}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{933D255F-85D5-46F8-8824-7764F89C7F6B}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{933D255F-85D5-46F8-8824-7764F89C7F6B}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{933D255F-85D5-46F8-8824-7764F89C7F6B}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{933D255F-85D5-46F8-8824-7764F89C7F6B}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