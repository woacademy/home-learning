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EC8624-6858-4DEE-A527-9C006642BF08}">
  <a:tblStyle styleId="{7DEC8624-6858-4DEE-A527-9C006642BF0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{7DEC8624-6858-4DEE-A527-9C006642BF08}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{7DEC8624-6858-4DEE-A527-9C006642BF08}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{7DEC8624-6858-4DEE-A527-9C006642BF08}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{7DEC8624-6858-4DEE-A527-9C006642BF08}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{7DEC8624-6858-4DEE-A527-9C006642BF08}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