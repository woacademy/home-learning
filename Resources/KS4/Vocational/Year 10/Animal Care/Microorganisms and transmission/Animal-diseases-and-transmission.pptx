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18FCD6-087C-4DD1-BB38-AA5B8ED3660B}">
  <a:tblStyle styleId="{4218FCD6-087C-4DD1-BB38-AA5B8ED366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{4218FCD6-087C-4DD1-BB38-AA5B8ED3660B}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{4218FCD6-087C-4DD1-BB38-AA5B8ED3660B}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{4218FCD6-087C-4DD1-BB38-AA5B8ED3660B}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{4218FCD6-087C-4DD1-BB38-AA5B8ED3660B}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{4218FCD6-087C-4DD1-BB38-AA5B8ED3660B}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