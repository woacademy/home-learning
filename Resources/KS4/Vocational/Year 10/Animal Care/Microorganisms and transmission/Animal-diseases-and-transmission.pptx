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DD5A8D-EE41-4764-B9A8-261D1E1B6116}">
  <a:tblStyle styleId="{32DD5A8D-EE41-4764-B9A8-261D1E1B61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{32DD5A8D-EE41-4764-B9A8-261D1E1B6116}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{32DD5A8D-EE41-4764-B9A8-261D1E1B6116}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{32DD5A8D-EE41-4764-B9A8-261D1E1B6116}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{32DD5A8D-EE41-4764-B9A8-261D1E1B6116}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{32DD5A8D-EE41-4764-B9A8-261D1E1B6116}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