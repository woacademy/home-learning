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97D5F3-E192-497E-B071-F82B5BD3BB52}">
  <a:tblStyle styleId="{9597D5F3-E192-497E-B071-F82B5BD3BB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{9597D5F3-E192-497E-B071-F82B5BD3BB52}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{9597D5F3-E192-497E-B071-F82B5BD3BB52}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{9597D5F3-E192-497E-B071-F82B5BD3BB52}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{9597D5F3-E192-497E-B071-F82B5BD3BB52}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{9597D5F3-E192-497E-B071-F82B5BD3BB52}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