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2298BF-F4A8-48D8-A812-2E7DB162DD69}">
  <a:tblStyle styleId="{342298BF-F4A8-48D8-A812-2E7DB162DD6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{342298BF-F4A8-48D8-A812-2E7DB162DD69}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{342298BF-F4A8-48D8-A812-2E7DB162DD69}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{342298BF-F4A8-48D8-A812-2E7DB162DD69}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{342298BF-F4A8-48D8-A812-2E7DB162DD69}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{342298BF-F4A8-48D8-A812-2E7DB162DD69}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