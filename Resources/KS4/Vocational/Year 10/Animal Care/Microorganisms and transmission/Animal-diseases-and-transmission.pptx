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F6E8A7-3B95-4D95-9FD5-D805EA487224}">
  <a:tblStyle styleId="{EBF6E8A7-3B95-4D95-9FD5-D805EA4872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{EBF6E8A7-3B95-4D95-9FD5-D805EA487224}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{EBF6E8A7-3B95-4D95-9FD5-D805EA487224}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{EBF6E8A7-3B95-4D95-9FD5-D805EA487224}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{EBF6E8A7-3B95-4D95-9FD5-D805EA487224}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{EBF6E8A7-3B95-4D95-9FD5-D805EA487224}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