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9708B9-0D82-43BF-BEE4-25CF7BE06251}">
  <a:tblStyle styleId="{979708B9-0D82-43BF-BEE4-25CF7BE0625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{979708B9-0D82-43BF-BEE4-25CF7BE06251}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{979708B9-0D82-43BF-BEE4-25CF7BE06251}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{979708B9-0D82-43BF-BEE4-25CF7BE06251}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{979708B9-0D82-43BF-BEE4-25CF7BE06251}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{979708B9-0D82-43BF-BEE4-25CF7BE06251}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