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ADDB5E-1CA5-4EFD-94DA-8F600601A790}">
  <a:tblStyle styleId="{51ADDB5E-1CA5-4EFD-94DA-8F600601A7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{51ADDB5E-1CA5-4EFD-94DA-8F600601A790}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{51ADDB5E-1CA5-4EFD-94DA-8F600601A790}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{51ADDB5E-1CA5-4EFD-94DA-8F600601A790}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{51ADDB5E-1CA5-4EFD-94DA-8F600601A790}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{51ADDB5E-1CA5-4EFD-94DA-8F600601A790}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