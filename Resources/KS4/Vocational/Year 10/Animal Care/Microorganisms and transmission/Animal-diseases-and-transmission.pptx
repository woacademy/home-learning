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00997-7467-49B7-8FC3-73001B37E961}">
  <a:tblStyle styleId="{24B00997-7467-49B7-8FC3-73001B37E9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{24B00997-7467-49B7-8FC3-73001B37E961}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{24B00997-7467-49B7-8FC3-73001B37E961}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{24B00997-7467-49B7-8FC3-73001B37E961}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{24B00997-7467-49B7-8FC3-73001B37E961}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{24B00997-7467-49B7-8FC3-73001B37E961}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