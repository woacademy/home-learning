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8A1B5CB-C12A-4F76-8D52-598E46CA8405}">
  <a:tblStyle styleId="{68A1B5CB-C12A-4F76-8D52-598E46CA8405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{68A1B5CB-C12A-4F76-8D52-598E46CA8405}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{68A1B5CB-C12A-4F76-8D52-598E46CA8405}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{68A1B5CB-C12A-4F76-8D52-598E46CA8405}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{68A1B5CB-C12A-4F76-8D52-598E46CA8405}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{68A1B5CB-C12A-4F76-8D52-598E46CA8405}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