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0BC318-EE72-4DAD-A022-88272F51F86D}">
  <a:tblStyle styleId="{2C0BC318-EE72-4DAD-A022-88272F51F8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{2C0BC318-EE72-4DAD-A022-88272F51F86D}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{2C0BC318-EE72-4DAD-A022-88272F51F86D}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{2C0BC318-EE72-4DAD-A022-88272F51F86D}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{2C0BC318-EE72-4DAD-A022-88272F51F86D}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{2C0BC318-EE72-4DAD-A022-88272F51F86D}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