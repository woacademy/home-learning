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ABD690-322D-4ED5-9008-1131EB897F9D}">
  <a:tblStyle styleId="{1DABD690-322D-4ED5-9008-1131EB897F9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{1DABD690-322D-4ED5-9008-1131EB897F9D}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{1DABD690-322D-4ED5-9008-1131EB897F9D}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{1DABD690-322D-4ED5-9008-1131EB897F9D}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{1DABD690-322D-4ED5-9008-1131EB897F9D}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{1DABD690-322D-4ED5-9008-1131EB897F9D}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