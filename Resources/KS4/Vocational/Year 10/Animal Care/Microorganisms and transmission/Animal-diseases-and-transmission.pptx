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E0F434-2945-45D7-A275-12178D8AEA7A}">
  <a:tblStyle styleId="{FBE0F434-2945-45D7-A275-12178D8AEA7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{FBE0F434-2945-45D7-A275-12178D8AEA7A}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{FBE0F434-2945-45D7-A275-12178D8AEA7A}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{FBE0F434-2945-45D7-A275-12178D8AEA7A}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{FBE0F434-2945-45D7-A275-12178D8AEA7A}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{FBE0F434-2945-45D7-A275-12178D8AEA7A}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