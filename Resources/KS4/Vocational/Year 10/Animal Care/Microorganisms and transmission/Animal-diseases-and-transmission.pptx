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8862D8-BDF7-41EA-B67B-1CBDED1D9BA9}">
  <a:tblStyle styleId="{EF8862D8-BDF7-41EA-B67B-1CBDED1D9B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{EF8862D8-BDF7-41EA-B67B-1CBDED1D9BA9}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{EF8862D8-BDF7-41EA-B67B-1CBDED1D9BA9}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{EF8862D8-BDF7-41EA-B67B-1CBDED1D9BA9}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{EF8862D8-BDF7-41EA-B67B-1CBDED1D9BA9}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{EF8862D8-BDF7-41EA-B67B-1CBDED1D9BA9}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