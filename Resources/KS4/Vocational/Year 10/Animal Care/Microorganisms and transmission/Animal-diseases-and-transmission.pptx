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59E6F5-5BA9-4F32-BC3F-B747404C6C3B}">
  <a:tblStyle styleId="{A759E6F5-5BA9-4F32-BC3F-B747404C6C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{A759E6F5-5BA9-4F32-BC3F-B747404C6C3B}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{A759E6F5-5BA9-4F32-BC3F-B747404C6C3B}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{A759E6F5-5BA9-4F32-BC3F-B747404C6C3B}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{A759E6F5-5BA9-4F32-BC3F-B747404C6C3B}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{A759E6F5-5BA9-4F32-BC3F-B747404C6C3B}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