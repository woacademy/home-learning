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E0CFB8-6ABC-418C-B7C0-369EF234E4B1}">
  <a:tblStyle styleId="{FCE0CFB8-6ABC-418C-B7C0-369EF234E4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{FCE0CFB8-6ABC-418C-B7C0-369EF234E4B1}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{FCE0CFB8-6ABC-418C-B7C0-369EF234E4B1}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{FCE0CFB8-6ABC-418C-B7C0-369EF234E4B1}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{FCE0CFB8-6ABC-418C-B7C0-369EF234E4B1}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{FCE0CFB8-6ABC-418C-B7C0-369EF234E4B1}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