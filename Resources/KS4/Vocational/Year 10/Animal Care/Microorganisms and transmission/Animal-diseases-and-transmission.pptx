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6262FB-9804-4EA0-A4CC-017CADDB33D6}">
  <a:tblStyle styleId="{8E6262FB-9804-4EA0-A4CC-017CADDB33D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{8E6262FB-9804-4EA0-A4CC-017CADDB33D6}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{8E6262FB-9804-4EA0-A4CC-017CADDB33D6}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{8E6262FB-9804-4EA0-A4CC-017CADDB33D6}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{8E6262FB-9804-4EA0-A4CC-017CADDB33D6}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{8E6262FB-9804-4EA0-A4CC-017CADDB33D6}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