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772E82-A0DF-4C5A-B93C-1974FEB3DEEA}">
  <a:tblStyle styleId="{77772E82-A0DF-4C5A-B93C-1974FEB3DEE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{77772E82-A0DF-4C5A-B93C-1974FEB3DEEA}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{77772E82-A0DF-4C5A-B93C-1974FEB3DEEA}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{77772E82-A0DF-4C5A-B93C-1974FEB3DEEA}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{77772E82-A0DF-4C5A-B93C-1974FEB3DEEA}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{77772E82-A0DF-4C5A-B93C-1974FEB3DEEA}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