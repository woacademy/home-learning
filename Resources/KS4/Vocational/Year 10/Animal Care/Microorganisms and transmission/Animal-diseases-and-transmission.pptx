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90970A-8AC5-4F6E-8C2B-CD6BECDD9E1F}">
  <a:tblStyle styleId="{0290970A-8AC5-4F6E-8C2B-CD6BECDD9E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{0290970A-8AC5-4F6E-8C2B-CD6BECDD9E1F}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{0290970A-8AC5-4F6E-8C2B-CD6BECDD9E1F}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{0290970A-8AC5-4F6E-8C2B-CD6BECDD9E1F}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{0290970A-8AC5-4F6E-8C2B-CD6BECDD9E1F}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{0290970A-8AC5-4F6E-8C2B-CD6BECDD9E1F}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