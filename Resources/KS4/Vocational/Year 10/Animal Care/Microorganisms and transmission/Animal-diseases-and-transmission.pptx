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057D10B-A81B-471A-972C-2245FDC385A8}">
  <a:tblStyle styleId="{A057D10B-A81B-471A-972C-2245FDC385A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{A057D10B-A81B-471A-972C-2245FDC385A8}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{A057D10B-A81B-471A-972C-2245FDC385A8}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{A057D10B-A81B-471A-972C-2245FDC385A8}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{A057D10B-A81B-471A-972C-2245FDC385A8}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{A057D10B-A81B-471A-972C-2245FDC385A8}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