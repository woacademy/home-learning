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DDC11D-14DB-48D4-9B5F-51C741C1AFE9}">
  <a:tblStyle styleId="{FCDDC11D-14DB-48D4-9B5F-51C741C1AFE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{FCDDC11D-14DB-48D4-9B5F-51C741C1AFE9}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{FCDDC11D-14DB-48D4-9B5F-51C741C1AFE9}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{FCDDC11D-14DB-48D4-9B5F-51C741C1AFE9}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{FCDDC11D-14DB-48D4-9B5F-51C741C1AFE9}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{FCDDC11D-14DB-48D4-9B5F-51C741C1AFE9}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