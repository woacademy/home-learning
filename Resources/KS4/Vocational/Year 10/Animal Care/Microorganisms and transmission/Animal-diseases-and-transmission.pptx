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F19BB2-1977-4DE1-8D20-54FE8980F72C}">
  <a:tblStyle styleId="{0FF19BB2-1977-4DE1-8D20-54FE8980F7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{0FF19BB2-1977-4DE1-8D20-54FE8980F72C}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{0FF19BB2-1977-4DE1-8D20-54FE8980F72C}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{0FF19BB2-1977-4DE1-8D20-54FE8980F72C}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{0FF19BB2-1977-4DE1-8D20-54FE8980F72C}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{0FF19BB2-1977-4DE1-8D20-54FE8980F72C}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