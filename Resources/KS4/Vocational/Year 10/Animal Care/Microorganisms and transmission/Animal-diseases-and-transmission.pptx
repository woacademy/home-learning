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D60EA8-D8E4-4D6F-9DD0-1FC3E9519F1E}">
  <a:tblStyle styleId="{DFD60EA8-D8E4-4D6F-9DD0-1FC3E9519F1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{DFD60EA8-D8E4-4D6F-9DD0-1FC3E9519F1E}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{DFD60EA8-D8E4-4D6F-9DD0-1FC3E9519F1E}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{DFD60EA8-D8E4-4D6F-9DD0-1FC3E9519F1E}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{DFD60EA8-D8E4-4D6F-9DD0-1FC3E9519F1E}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{DFD60EA8-D8E4-4D6F-9DD0-1FC3E9519F1E}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