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EA957C-70E2-4A24-BAF0-D75D0068D580}">
  <a:tblStyle styleId="{0CEA957C-70E2-4A24-BAF0-D75D0068D58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{0CEA957C-70E2-4A24-BAF0-D75D0068D580}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{0CEA957C-70E2-4A24-BAF0-D75D0068D580}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{0CEA957C-70E2-4A24-BAF0-D75D0068D580}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{0CEA957C-70E2-4A24-BAF0-D75D0068D580}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{0CEA957C-70E2-4A24-BAF0-D75D0068D580}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