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C391B-2375-4729-A8A4-62AF17D7B076}">
  <a:tblStyle styleId="{37CC391B-2375-4729-A8A4-62AF17D7B0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{37CC391B-2375-4729-A8A4-62AF17D7B076}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{37CC391B-2375-4729-A8A4-62AF17D7B076}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{37CC391B-2375-4729-A8A4-62AF17D7B076}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{37CC391B-2375-4729-A8A4-62AF17D7B076}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{37CC391B-2375-4729-A8A4-62AF17D7B076}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