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8E61D1-CB8A-486E-9A2F-1D2D307FB6D6}">
  <a:tblStyle styleId="{F38E61D1-CB8A-486E-9A2F-1D2D307FB6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{F38E61D1-CB8A-486E-9A2F-1D2D307FB6D6}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{F38E61D1-CB8A-486E-9A2F-1D2D307FB6D6}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{F38E61D1-CB8A-486E-9A2F-1D2D307FB6D6}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{F38E61D1-CB8A-486E-9A2F-1D2D307FB6D6}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{F38E61D1-CB8A-486E-9A2F-1D2D307FB6D6}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