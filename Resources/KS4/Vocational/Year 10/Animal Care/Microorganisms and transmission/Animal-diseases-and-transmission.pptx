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5C0B49-2297-4E1C-BDBC-18A259ADD1FC}">
  <a:tblStyle styleId="{135C0B49-2297-4E1C-BDBC-18A259ADD1F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{135C0B49-2297-4E1C-BDBC-18A259ADD1FC}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{135C0B49-2297-4E1C-BDBC-18A259ADD1FC}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{135C0B49-2297-4E1C-BDBC-18A259ADD1FC}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{135C0B49-2297-4E1C-BDBC-18A259ADD1FC}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{135C0B49-2297-4E1C-BDBC-18A259ADD1FC}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