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86E72-2F55-4697-A688-C453A39E77EE}">
  <a:tblStyle styleId="{5EE86E72-2F55-4697-A688-C453A39E77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{5EE86E72-2F55-4697-A688-C453A39E77EE}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{5EE86E72-2F55-4697-A688-C453A39E77EE}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{5EE86E72-2F55-4697-A688-C453A39E77EE}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{5EE86E72-2F55-4697-A688-C453A39E77EE}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{5EE86E72-2F55-4697-A688-C453A39E77EE}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