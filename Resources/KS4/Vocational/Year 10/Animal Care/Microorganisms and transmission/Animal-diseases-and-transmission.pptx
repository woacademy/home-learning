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C7343F-30E8-4C97-BAA2-D98301CA6B79}">
  <a:tblStyle styleId="{35C7343F-30E8-4C97-BAA2-D98301CA6B7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{35C7343F-30E8-4C97-BAA2-D98301CA6B79}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{35C7343F-30E8-4C97-BAA2-D98301CA6B79}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{35C7343F-30E8-4C97-BAA2-D98301CA6B79}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{35C7343F-30E8-4C97-BAA2-D98301CA6B79}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{35C7343F-30E8-4C97-BAA2-D98301CA6B79}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