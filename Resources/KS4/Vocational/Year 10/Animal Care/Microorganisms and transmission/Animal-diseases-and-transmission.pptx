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37BA48-508B-4E07-8D81-A68F2250DCBB}">
  <a:tblStyle styleId="{CF37BA48-508B-4E07-8D81-A68F2250DCB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{CF37BA48-508B-4E07-8D81-A68F2250DCBB}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{CF37BA48-508B-4E07-8D81-A68F2250DCBB}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{CF37BA48-508B-4E07-8D81-A68F2250DCBB}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{CF37BA48-508B-4E07-8D81-A68F2250DCBB}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{CF37BA48-508B-4E07-8D81-A68F2250DCBB}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