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B3A0CC-7DE5-45C2-A3DD-8253F73D65DB}">
  <a:tblStyle styleId="{9EB3A0CC-7DE5-45C2-A3DD-8253F73D65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{9EB3A0CC-7DE5-45C2-A3DD-8253F73D65DB}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{9EB3A0CC-7DE5-45C2-A3DD-8253F73D65DB}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{9EB3A0CC-7DE5-45C2-A3DD-8253F73D65DB}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{9EB3A0CC-7DE5-45C2-A3DD-8253F73D65DB}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{9EB3A0CC-7DE5-45C2-A3DD-8253F73D65DB}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