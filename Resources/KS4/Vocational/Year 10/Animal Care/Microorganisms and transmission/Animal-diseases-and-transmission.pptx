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6407A-DAC2-4846-A338-D68FBD191C99}">
  <a:tblStyle styleId="{49E6407A-DAC2-4846-A338-D68FBD191C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{49E6407A-DAC2-4846-A338-D68FBD191C99}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{49E6407A-DAC2-4846-A338-D68FBD191C99}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{49E6407A-DAC2-4846-A338-D68FBD191C99}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{49E6407A-DAC2-4846-A338-D68FBD191C99}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{49E6407A-DAC2-4846-A338-D68FBD191C99}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