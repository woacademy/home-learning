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D6682E2-CCEF-4DFA-B31D-B204B878A9C0}">
  <a:tblStyle styleId="{4D6682E2-CCEF-4DFA-B31D-B204B878A9C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{4D6682E2-CCEF-4DFA-B31D-B204B878A9C0}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{4D6682E2-CCEF-4DFA-B31D-B204B878A9C0}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{4D6682E2-CCEF-4DFA-B31D-B204B878A9C0}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{4D6682E2-CCEF-4DFA-B31D-B204B878A9C0}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{4D6682E2-CCEF-4DFA-B31D-B204B878A9C0}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