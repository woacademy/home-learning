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205667-1C13-4CA9-835C-0346D9224828}">
  <a:tblStyle styleId="{FA205667-1C13-4CA9-835C-0346D922482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{FA205667-1C13-4CA9-835C-0346D9224828}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{FA205667-1C13-4CA9-835C-0346D9224828}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{FA205667-1C13-4CA9-835C-0346D9224828}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{FA205667-1C13-4CA9-835C-0346D9224828}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{FA205667-1C13-4CA9-835C-0346D9224828}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