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389770-325C-43E5-AF1C-E5AE64960AD0}">
  <a:tblStyle styleId="{5D389770-325C-43E5-AF1C-E5AE64960A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{5D389770-325C-43E5-AF1C-E5AE64960AD0}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{5D389770-325C-43E5-AF1C-E5AE64960AD0}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{5D389770-325C-43E5-AF1C-E5AE64960AD0}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{5D389770-325C-43E5-AF1C-E5AE64960AD0}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{5D389770-325C-43E5-AF1C-E5AE64960AD0}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