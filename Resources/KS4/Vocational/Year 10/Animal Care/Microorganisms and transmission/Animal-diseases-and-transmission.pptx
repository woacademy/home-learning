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0A471DA-3ADA-4171-9AD1-D707D702FA05}">
  <a:tblStyle styleId="{F0A471DA-3ADA-4171-9AD1-D707D702FA0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{F0A471DA-3ADA-4171-9AD1-D707D702FA05}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{F0A471DA-3ADA-4171-9AD1-D707D702FA05}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{F0A471DA-3ADA-4171-9AD1-D707D702FA05}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{F0A471DA-3ADA-4171-9AD1-D707D702FA05}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{F0A471DA-3ADA-4171-9AD1-D707D702FA05}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