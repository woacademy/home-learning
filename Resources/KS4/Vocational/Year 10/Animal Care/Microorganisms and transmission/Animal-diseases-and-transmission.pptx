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5E6744-AB05-4D85-A7FF-A1E0DF987C19}">
  <a:tblStyle styleId="{B25E6744-AB05-4D85-A7FF-A1E0DF987C1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{B25E6744-AB05-4D85-A7FF-A1E0DF987C19}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{B25E6744-AB05-4D85-A7FF-A1E0DF987C19}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{B25E6744-AB05-4D85-A7FF-A1E0DF987C19}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{B25E6744-AB05-4D85-A7FF-A1E0DF987C19}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{B25E6744-AB05-4D85-A7FF-A1E0DF987C19}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