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B74FA2-2DD3-4D14-A569-CD09D7F0C9C4}">
  <a:tblStyle styleId="{B4B74FA2-2DD3-4D14-A569-CD09D7F0C9C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{B4B74FA2-2DD3-4D14-A569-CD09D7F0C9C4}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{B4B74FA2-2DD3-4D14-A569-CD09D7F0C9C4}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{B4B74FA2-2DD3-4D14-A569-CD09D7F0C9C4}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{B4B74FA2-2DD3-4D14-A569-CD09D7F0C9C4}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{B4B74FA2-2DD3-4D14-A569-CD09D7F0C9C4}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