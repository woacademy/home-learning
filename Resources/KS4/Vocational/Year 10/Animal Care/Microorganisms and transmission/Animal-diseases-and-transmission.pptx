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604E3-1016-4014-A637-986EE0C907C1}">
  <a:tblStyle styleId="{6EA604E3-1016-4014-A637-986EE0C907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{6EA604E3-1016-4014-A637-986EE0C907C1}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{6EA604E3-1016-4014-A637-986EE0C907C1}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{6EA604E3-1016-4014-A637-986EE0C907C1}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{6EA604E3-1016-4014-A637-986EE0C907C1}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{6EA604E3-1016-4014-A637-986EE0C907C1}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