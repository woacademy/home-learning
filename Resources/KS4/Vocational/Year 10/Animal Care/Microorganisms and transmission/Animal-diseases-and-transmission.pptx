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52D00-7F87-4870-8E6B-E0FD56B8B7C3}">
  <a:tblStyle styleId="{50E52D00-7F87-4870-8E6B-E0FD56B8B7C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{50E52D00-7F87-4870-8E6B-E0FD56B8B7C3}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{50E52D00-7F87-4870-8E6B-E0FD56B8B7C3}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{50E52D00-7F87-4870-8E6B-E0FD56B8B7C3}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{50E52D00-7F87-4870-8E6B-E0FD56B8B7C3}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{50E52D00-7F87-4870-8E6B-E0FD56B8B7C3}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