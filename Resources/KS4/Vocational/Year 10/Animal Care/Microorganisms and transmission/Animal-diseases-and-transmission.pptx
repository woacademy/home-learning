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CA589E-EA72-43D6-BAF5-99ECC0FB7F07}">
  <a:tblStyle styleId="{7CCA589E-EA72-43D6-BAF5-99ECC0FB7F0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{7CCA589E-EA72-43D6-BAF5-99ECC0FB7F07}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{7CCA589E-EA72-43D6-BAF5-99ECC0FB7F07}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{7CCA589E-EA72-43D6-BAF5-99ECC0FB7F07}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{7CCA589E-EA72-43D6-BAF5-99ECC0FB7F07}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{7CCA589E-EA72-43D6-BAF5-99ECC0FB7F07}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