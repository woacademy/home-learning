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8FFF25-611A-41A9-A240-A271795351C7}">
  <a:tblStyle styleId="{A58FFF25-611A-41A9-A240-A271795351C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{A58FFF25-611A-41A9-A240-A271795351C7}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{A58FFF25-611A-41A9-A240-A271795351C7}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{A58FFF25-611A-41A9-A240-A271795351C7}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{A58FFF25-611A-41A9-A240-A271795351C7}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{A58FFF25-611A-41A9-A240-A271795351C7}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