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460E57-2FFF-4C0F-8745-501F3538676F}">
  <a:tblStyle styleId="{82460E57-2FFF-4C0F-8745-501F3538676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{82460E57-2FFF-4C0F-8745-501F3538676F}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{82460E57-2FFF-4C0F-8745-501F3538676F}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{82460E57-2FFF-4C0F-8745-501F3538676F}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{82460E57-2FFF-4C0F-8745-501F3538676F}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{82460E57-2FFF-4C0F-8745-501F3538676F}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