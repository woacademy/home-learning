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C0DF132-92B2-4D03-8CCB-4EC7C897CB76}">
  <a:tblStyle styleId="{4C0DF132-92B2-4D03-8CCB-4EC7C897CB7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{4C0DF132-92B2-4D03-8CCB-4EC7C897CB76}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{4C0DF132-92B2-4D03-8CCB-4EC7C897CB76}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{4C0DF132-92B2-4D03-8CCB-4EC7C897CB76}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{4C0DF132-92B2-4D03-8CCB-4EC7C897CB76}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{4C0DF132-92B2-4D03-8CCB-4EC7C897CB76}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