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9C9AB0-10A2-41C3-AD2C-5E04CB088499}">
  <a:tblStyle styleId="{719C9AB0-10A2-41C3-AD2C-5E04CB08849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{719C9AB0-10A2-41C3-AD2C-5E04CB088499}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{719C9AB0-10A2-41C3-AD2C-5E04CB088499}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{719C9AB0-10A2-41C3-AD2C-5E04CB088499}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{719C9AB0-10A2-41C3-AD2C-5E04CB088499}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{719C9AB0-10A2-41C3-AD2C-5E04CB088499}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