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76EF1C-77BF-4227-AEBC-A6444DC50278}">
  <a:tblStyle styleId="{5D76EF1C-77BF-4227-AEBC-A6444DC5027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{5D76EF1C-77BF-4227-AEBC-A6444DC50278}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{5D76EF1C-77BF-4227-AEBC-A6444DC50278}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{5D76EF1C-77BF-4227-AEBC-A6444DC50278}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{5D76EF1C-77BF-4227-AEBC-A6444DC50278}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{5D76EF1C-77BF-4227-AEBC-A6444DC50278}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