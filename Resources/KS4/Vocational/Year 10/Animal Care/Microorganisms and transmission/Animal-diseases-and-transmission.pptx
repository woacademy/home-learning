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9E3398-88E1-49E4-900B-CE3F87889085}">
  <a:tblStyle styleId="{879E3398-88E1-49E4-900B-CE3F878890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{879E3398-88E1-49E4-900B-CE3F87889085}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{879E3398-88E1-49E4-900B-CE3F87889085}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{879E3398-88E1-49E4-900B-CE3F87889085}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{879E3398-88E1-49E4-900B-CE3F87889085}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{879E3398-88E1-49E4-900B-CE3F87889085}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