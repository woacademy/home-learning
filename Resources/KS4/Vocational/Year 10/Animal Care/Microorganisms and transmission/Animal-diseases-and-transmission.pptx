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C2A686-81FC-4EFE-94B1-875AB1EE4BA1}">
  <a:tblStyle styleId="{8DC2A686-81FC-4EFE-94B1-875AB1EE4B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{8DC2A686-81FC-4EFE-94B1-875AB1EE4BA1}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{8DC2A686-81FC-4EFE-94B1-875AB1EE4BA1}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{8DC2A686-81FC-4EFE-94B1-875AB1EE4BA1}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{8DC2A686-81FC-4EFE-94B1-875AB1EE4BA1}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{8DC2A686-81FC-4EFE-94B1-875AB1EE4BA1}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