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1DF6B-057E-4AAB-B2AE-9648D9D17978}">
  <a:tblStyle styleId="{B221DF6B-057E-4AAB-B2AE-9648D9D179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{B221DF6B-057E-4AAB-B2AE-9648D9D17978}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{B221DF6B-057E-4AAB-B2AE-9648D9D17978}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{B221DF6B-057E-4AAB-B2AE-9648D9D17978}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{B221DF6B-057E-4AAB-B2AE-9648D9D17978}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{B221DF6B-057E-4AAB-B2AE-9648D9D17978}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