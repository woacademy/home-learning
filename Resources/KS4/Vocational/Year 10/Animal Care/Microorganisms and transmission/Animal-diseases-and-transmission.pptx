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066C9-02AE-4BE0-BC2C-873BD8E843BA}">
  <a:tblStyle styleId="{6B9066C9-02AE-4BE0-BC2C-873BD8E843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{6B9066C9-02AE-4BE0-BC2C-873BD8E843BA}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{6B9066C9-02AE-4BE0-BC2C-873BD8E843BA}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{6B9066C9-02AE-4BE0-BC2C-873BD8E843BA}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{6B9066C9-02AE-4BE0-BC2C-873BD8E843BA}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{6B9066C9-02AE-4BE0-BC2C-873BD8E843BA}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