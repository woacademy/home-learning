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06B2353-5A92-4C0B-8C54-336EA828C10F}">
  <a:tblStyle styleId="{206B2353-5A92-4C0B-8C54-336EA828C10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{206B2353-5A92-4C0B-8C54-336EA828C10F}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{206B2353-5A92-4C0B-8C54-336EA828C10F}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{206B2353-5A92-4C0B-8C54-336EA828C10F}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{206B2353-5A92-4C0B-8C54-336EA828C10F}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{206B2353-5A92-4C0B-8C54-336EA828C10F}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