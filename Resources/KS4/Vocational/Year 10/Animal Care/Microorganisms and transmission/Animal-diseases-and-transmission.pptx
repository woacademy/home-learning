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6CD2BD-7907-4E61-9766-AF7FACB274CB}">
  <a:tblStyle styleId="{896CD2BD-7907-4E61-9766-AF7FACB274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{896CD2BD-7907-4E61-9766-AF7FACB274CB}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{896CD2BD-7907-4E61-9766-AF7FACB274CB}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{896CD2BD-7907-4E61-9766-AF7FACB274CB}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{896CD2BD-7907-4E61-9766-AF7FACB274CB}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{896CD2BD-7907-4E61-9766-AF7FACB274CB}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