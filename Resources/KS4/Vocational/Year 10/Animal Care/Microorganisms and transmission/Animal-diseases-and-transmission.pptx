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BB130D-44C9-4DF9-AD77-3A28EB1DF33F}">
  <a:tblStyle styleId="{93BB130D-44C9-4DF9-AD77-3A28EB1DF33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{93BB130D-44C9-4DF9-AD77-3A28EB1DF33F}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{93BB130D-44C9-4DF9-AD77-3A28EB1DF33F}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{93BB130D-44C9-4DF9-AD77-3A28EB1DF33F}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{93BB130D-44C9-4DF9-AD77-3A28EB1DF33F}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{93BB130D-44C9-4DF9-AD77-3A28EB1DF33F}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