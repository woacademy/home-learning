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E7056-539C-4928-A03F-F09861294AA8}">
  <a:tblStyle styleId="{3D2E7056-539C-4928-A03F-F09861294A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{3D2E7056-539C-4928-A03F-F09861294AA8}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{3D2E7056-539C-4928-A03F-F09861294AA8}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{3D2E7056-539C-4928-A03F-F09861294AA8}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{3D2E7056-539C-4928-A03F-F09861294AA8}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{3D2E7056-539C-4928-A03F-F09861294AA8}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