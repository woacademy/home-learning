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CD729-CFD9-409B-9F7E-FD42AAE077CB}">
  <a:tblStyle styleId="{CA6CD729-CFD9-409B-9F7E-FD42AAE077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{CA6CD729-CFD9-409B-9F7E-FD42AAE077CB}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{CA6CD729-CFD9-409B-9F7E-FD42AAE077CB}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{CA6CD729-CFD9-409B-9F7E-FD42AAE077CB}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{CA6CD729-CFD9-409B-9F7E-FD42AAE077CB}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{CA6CD729-CFD9-409B-9F7E-FD42AAE077CB}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