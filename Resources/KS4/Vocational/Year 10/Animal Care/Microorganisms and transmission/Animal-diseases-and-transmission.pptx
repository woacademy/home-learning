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4107C4-42D0-4DFD-B10D-0FA036BFF09E}">
  <a:tblStyle styleId="{854107C4-42D0-4DFD-B10D-0FA036BFF0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{854107C4-42D0-4DFD-B10D-0FA036BFF09E}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{854107C4-42D0-4DFD-B10D-0FA036BFF09E}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{854107C4-42D0-4DFD-B10D-0FA036BFF09E}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{854107C4-42D0-4DFD-B10D-0FA036BFF09E}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{854107C4-42D0-4DFD-B10D-0FA036BFF09E}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