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373461-C59D-4038-92FE-938AD5737FB1}">
  <a:tblStyle styleId="{C7373461-C59D-4038-92FE-938AD5737F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{C7373461-C59D-4038-92FE-938AD5737FB1}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{C7373461-C59D-4038-92FE-938AD5737FB1}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{C7373461-C59D-4038-92FE-938AD5737FB1}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{C7373461-C59D-4038-92FE-938AD5737FB1}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{C7373461-C59D-4038-92FE-938AD5737FB1}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