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F75C5D8-CDA7-4A71-BF4F-29E076FD13E9}">
  <a:tblStyle styleId="{EF75C5D8-CDA7-4A71-BF4F-29E076FD13E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{EF75C5D8-CDA7-4A71-BF4F-29E076FD13E9}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{EF75C5D8-CDA7-4A71-BF4F-29E076FD13E9}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{EF75C5D8-CDA7-4A71-BF4F-29E076FD13E9}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{EF75C5D8-CDA7-4A71-BF4F-29E076FD13E9}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{EF75C5D8-CDA7-4A71-BF4F-29E076FD13E9}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