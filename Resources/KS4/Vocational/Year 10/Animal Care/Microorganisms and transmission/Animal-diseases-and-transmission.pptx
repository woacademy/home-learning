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60238A-7CAF-4EC7-9E00-80665A7AA65C}">
  <a:tblStyle styleId="{6B60238A-7CAF-4EC7-9E00-80665A7AA65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{6B60238A-7CAF-4EC7-9E00-80665A7AA65C}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{6B60238A-7CAF-4EC7-9E00-80665A7AA65C}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{6B60238A-7CAF-4EC7-9E00-80665A7AA65C}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{6B60238A-7CAF-4EC7-9E00-80665A7AA65C}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{6B60238A-7CAF-4EC7-9E00-80665A7AA65C}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