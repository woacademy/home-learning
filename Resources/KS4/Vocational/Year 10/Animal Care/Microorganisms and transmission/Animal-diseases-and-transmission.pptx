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D4FFB70-45FF-48A1-AFE2-39DAA2127B0D}">
  <a:tblStyle styleId="{8D4FFB70-45FF-48A1-AFE2-39DAA2127B0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{8D4FFB70-45FF-48A1-AFE2-39DAA2127B0D}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{8D4FFB70-45FF-48A1-AFE2-39DAA2127B0D}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{8D4FFB70-45FF-48A1-AFE2-39DAA2127B0D}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{8D4FFB70-45FF-48A1-AFE2-39DAA2127B0D}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{8D4FFB70-45FF-48A1-AFE2-39DAA2127B0D}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