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05D3E8-82E7-4A89-87FC-A2C2FDFAFCE2}">
  <a:tblStyle styleId="{C405D3E8-82E7-4A89-87FC-A2C2FDFAFC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{C405D3E8-82E7-4A89-87FC-A2C2FDFAFCE2}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{C405D3E8-82E7-4A89-87FC-A2C2FDFAFCE2}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{C405D3E8-82E7-4A89-87FC-A2C2FDFAFCE2}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{C405D3E8-82E7-4A89-87FC-A2C2FDFAFCE2}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{C405D3E8-82E7-4A89-87FC-A2C2FDFAFCE2}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