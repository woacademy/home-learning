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A64260-9802-4FFA-B0A8-2928C111FC78}">
  <a:tblStyle styleId="{D5A64260-9802-4FFA-B0A8-2928C111FC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{D5A64260-9802-4FFA-B0A8-2928C111FC78}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{D5A64260-9802-4FFA-B0A8-2928C111FC78}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{D5A64260-9802-4FFA-B0A8-2928C111FC78}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{D5A64260-9802-4FFA-B0A8-2928C111FC78}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{D5A64260-9802-4FFA-B0A8-2928C111FC78}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