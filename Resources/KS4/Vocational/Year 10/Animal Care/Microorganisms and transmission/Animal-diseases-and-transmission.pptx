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7491CB-142F-4D45-82D8-496AF6A8B769}">
  <a:tblStyle styleId="{547491CB-142F-4D45-82D8-496AF6A8B76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{547491CB-142F-4D45-82D8-496AF6A8B769}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{547491CB-142F-4D45-82D8-496AF6A8B769}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{547491CB-142F-4D45-82D8-496AF6A8B769}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{547491CB-142F-4D45-82D8-496AF6A8B769}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{547491CB-142F-4D45-82D8-496AF6A8B769}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