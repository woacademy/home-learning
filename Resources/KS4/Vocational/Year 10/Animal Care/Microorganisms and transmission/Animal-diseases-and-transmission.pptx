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D7326D-87FD-43DD-BDC6-7D97EE5AD7B4}">
  <a:tblStyle styleId="{A1D7326D-87FD-43DD-BDC6-7D97EE5AD7B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{A1D7326D-87FD-43DD-BDC6-7D97EE5AD7B4}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{A1D7326D-87FD-43DD-BDC6-7D97EE5AD7B4}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{A1D7326D-87FD-43DD-BDC6-7D97EE5AD7B4}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{A1D7326D-87FD-43DD-BDC6-7D97EE5AD7B4}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{A1D7326D-87FD-43DD-BDC6-7D97EE5AD7B4}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