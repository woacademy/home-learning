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DF5232-B358-4D9D-A5F3-43882BE4481B}">
  <a:tblStyle styleId="{AADF5232-B358-4D9D-A5F3-43882BE448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{AADF5232-B358-4D9D-A5F3-43882BE4481B}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{AADF5232-B358-4D9D-A5F3-43882BE4481B}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{AADF5232-B358-4D9D-A5F3-43882BE4481B}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{AADF5232-B358-4D9D-A5F3-43882BE4481B}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{AADF5232-B358-4D9D-A5F3-43882BE4481B}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