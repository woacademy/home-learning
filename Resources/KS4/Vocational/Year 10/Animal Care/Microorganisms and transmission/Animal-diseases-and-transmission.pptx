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D2064F-5FBF-4F49-83F2-7D01B39FF3AE}">
  <a:tblStyle styleId="{61D2064F-5FBF-4F49-83F2-7D01B39FF3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{61D2064F-5FBF-4F49-83F2-7D01B39FF3AE}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{61D2064F-5FBF-4F49-83F2-7D01B39FF3AE}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{61D2064F-5FBF-4F49-83F2-7D01B39FF3AE}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{61D2064F-5FBF-4F49-83F2-7D01B39FF3AE}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{61D2064F-5FBF-4F49-83F2-7D01B39FF3AE}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