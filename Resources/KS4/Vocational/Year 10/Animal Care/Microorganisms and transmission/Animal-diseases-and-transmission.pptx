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6C12F2-19BA-4B53-BD6F-115D94BC37EB}">
  <a:tblStyle styleId="{926C12F2-19BA-4B53-BD6F-115D94BC37E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{926C12F2-19BA-4B53-BD6F-115D94BC37EB}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{926C12F2-19BA-4B53-BD6F-115D94BC37EB}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{926C12F2-19BA-4B53-BD6F-115D94BC37EB}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{926C12F2-19BA-4B53-BD6F-115D94BC37EB}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{926C12F2-19BA-4B53-BD6F-115D94BC37EB}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