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937BBB-15DA-496C-86A2-BDB54768311C}">
  <a:tblStyle styleId="{F6937BBB-15DA-496C-86A2-BDB54768311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{F6937BBB-15DA-496C-86A2-BDB54768311C}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{F6937BBB-15DA-496C-86A2-BDB54768311C}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{F6937BBB-15DA-496C-86A2-BDB54768311C}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{F6937BBB-15DA-496C-86A2-BDB54768311C}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{F6937BBB-15DA-496C-86A2-BDB54768311C}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