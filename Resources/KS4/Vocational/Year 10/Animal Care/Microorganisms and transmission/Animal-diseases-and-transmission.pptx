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B42BCF6-1536-46A2-84DA-CAC72A6C8587}">
  <a:tblStyle styleId="{CB42BCF6-1536-46A2-84DA-CAC72A6C858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{CB42BCF6-1536-46A2-84DA-CAC72A6C8587}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{CB42BCF6-1536-46A2-84DA-CAC72A6C8587}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{CB42BCF6-1536-46A2-84DA-CAC72A6C8587}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{CB42BCF6-1536-46A2-84DA-CAC72A6C8587}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{CB42BCF6-1536-46A2-84DA-CAC72A6C8587}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