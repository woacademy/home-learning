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69494E-B950-495D-9A92-26BF0BA66142}">
  <a:tblStyle styleId="{E769494E-B950-495D-9A92-26BF0BA661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{E769494E-B950-495D-9A92-26BF0BA66142}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{E769494E-B950-495D-9A92-26BF0BA66142}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{E769494E-B950-495D-9A92-26BF0BA66142}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{E769494E-B950-495D-9A92-26BF0BA66142}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{E769494E-B950-495D-9A92-26BF0BA66142}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