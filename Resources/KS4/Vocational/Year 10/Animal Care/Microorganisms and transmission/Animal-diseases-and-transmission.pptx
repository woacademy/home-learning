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2EB4A6-33F6-489A-A706-F4F480A3971E}">
  <a:tblStyle styleId="{C42EB4A6-33F6-489A-A706-F4F480A397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{C42EB4A6-33F6-489A-A706-F4F480A3971E}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{C42EB4A6-33F6-489A-A706-F4F480A3971E}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{C42EB4A6-33F6-489A-A706-F4F480A3971E}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{C42EB4A6-33F6-489A-A706-F4F480A3971E}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{C42EB4A6-33F6-489A-A706-F4F480A3971E}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