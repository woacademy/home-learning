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F39F9-C6A3-4426-830A-3E1D4D851C28}">
  <a:tblStyle styleId="{055F39F9-C6A3-4426-830A-3E1D4D851C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{055F39F9-C6A3-4426-830A-3E1D4D851C28}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{055F39F9-C6A3-4426-830A-3E1D4D851C28}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{055F39F9-C6A3-4426-830A-3E1D4D851C28}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{055F39F9-C6A3-4426-830A-3E1D4D851C28}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{055F39F9-C6A3-4426-830A-3E1D4D851C28}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