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C55B7B-A5CF-46AC-AC99-158E9CAD9122}">
  <a:tblStyle styleId="{56C55B7B-A5CF-46AC-AC99-158E9CAD91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{56C55B7B-A5CF-46AC-AC99-158E9CAD9122}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{56C55B7B-A5CF-46AC-AC99-158E9CAD9122}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{56C55B7B-A5CF-46AC-AC99-158E9CAD9122}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{56C55B7B-A5CF-46AC-AC99-158E9CAD9122}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{56C55B7B-A5CF-46AC-AC99-158E9CAD9122}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