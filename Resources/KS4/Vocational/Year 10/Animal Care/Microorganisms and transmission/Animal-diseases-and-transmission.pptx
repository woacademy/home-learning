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5273E2-7359-4584-86A7-3F5FF640A0DC}">
  <a:tblStyle styleId="{625273E2-7359-4584-86A7-3F5FF640A0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{625273E2-7359-4584-86A7-3F5FF640A0DC}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{625273E2-7359-4584-86A7-3F5FF640A0DC}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{625273E2-7359-4584-86A7-3F5FF640A0DC}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{625273E2-7359-4584-86A7-3F5FF640A0DC}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{625273E2-7359-4584-86A7-3F5FF640A0DC}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