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39846E-DADC-43F0-985E-4358F00B9192}">
  <a:tblStyle styleId="{8439846E-DADC-43F0-985E-4358F00B91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{8439846E-DADC-43F0-985E-4358F00B9192}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{8439846E-DADC-43F0-985E-4358F00B9192}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{8439846E-DADC-43F0-985E-4358F00B9192}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{8439846E-DADC-43F0-985E-4358F00B9192}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{8439846E-DADC-43F0-985E-4358F00B9192}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