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268C88-ED4C-483A-8FB4-05A69E7A4A05}">
  <a:tblStyle styleId="{86268C88-ED4C-483A-8FB4-05A69E7A4A0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{86268C88-ED4C-483A-8FB4-05A69E7A4A05}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{86268C88-ED4C-483A-8FB4-05A69E7A4A05}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{86268C88-ED4C-483A-8FB4-05A69E7A4A05}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{86268C88-ED4C-483A-8FB4-05A69E7A4A05}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{86268C88-ED4C-483A-8FB4-05A69E7A4A05}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