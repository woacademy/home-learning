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0BEFD-12A6-4833-9D58-68D1D9D5F38F}">
  <a:tblStyle styleId="{CB80BEFD-12A6-4833-9D58-68D1D9D5F3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{CB80BEFD-12A6-4833-9D58-68D1D9D5F38F}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{CB80BEFD-12A6-4833-9D58-68D1D9D5F38F}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{CB80BEFD-12A6-4833-9D58-68D1D9D5F38F}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{CB80BEFD-12A6-4833-9D58-68D1D9D5F38F}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{CB80BEFD-12A6-4833-9D58-68D1D9D5F38F}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