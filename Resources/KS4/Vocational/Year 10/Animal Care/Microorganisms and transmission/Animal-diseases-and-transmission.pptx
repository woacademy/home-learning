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1A138-069B-4668-89BE-7740D40EDB8D}">
  <a:tblStyle styleId="{0971A138-069B-4668-89BE-7740D40EDB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{0971A138-069B-4668-89BE-7740D40EDB8D}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{0971A138-069B-4668-89BE-7740D40EDB8D}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{0971A138-069B-4668-89BE-7740D40EDB8D}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{0971A138-069B-4668-89BE-7740D40EDB8D}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{0971A138-069B-4668-89BE-7740D40EDB8D}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