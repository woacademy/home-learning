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BE3330-47F5-41EF-9C25-F61C2F17367D}">
  <a:tblStyle styleId="{19BE3330-47F5-41EF-9C25-F61C2F1736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{19BE3330-47F5-41EF-9C25-F61C2F17367D}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{19BE3330-47F5-41EF-9C25-F61C2F17367D}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{19BE3330-47F5-41EF-9C25-F61C2F17367D}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{19BE3330-47F5-41EF-9C25-F61C2F17367D}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{19BE3330-47F5-41EF-9C25-F61C2F17367D}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