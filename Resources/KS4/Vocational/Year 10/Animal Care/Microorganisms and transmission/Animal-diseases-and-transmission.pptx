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A2E7D-694C-4F32-9F2A-A78250D3B694}">
  <a:tblStyle styleId="{826A2E7D-694C-4F32-9F2A-A78250D3B6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{826A2E7D-694C-4F32-9F2A-A78250D3B694}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{826A2E7D-694C-4F32-9F2A-A78250D3B694}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{826A2E7D-694C-4F32-9F2A-A78250D3B694}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{826A2E7D-694C-4F32-9F2A-A78250D3B694}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{826A2E7D-694C-4F32-9F2A-A78250D3B694}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