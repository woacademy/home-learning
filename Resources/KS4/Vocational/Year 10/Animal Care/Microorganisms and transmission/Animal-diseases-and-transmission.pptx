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738A8B9-F348-4572-A1D3-75D0C7A1648F}">
  <a:tblStyle styleId="{D738A8B9-F348-4572-A1D3-75D0C7A1648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{D738A8B9-F348-4572-A1D3-75D0C7A1648F}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{D738A8B9-F348-4572-A1D3-75D0C7A1648F}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{D738A8B9-F348-4572-A1D3-75D0C7A1648F}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{D738A8B9-F348-4572-A1D3-75D0C7A1648F}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{D738A8B9-F348-4572-A1D3-75D0C7A1648F}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