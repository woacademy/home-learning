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34A442-5BEF-4C4A-93CB-C50BB1B2E7A9}">
  <a:tblStyle styleId="{3434A442-5BEF-4C4A-93CB-C50BB1B2E7A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{3434A442-5BEF-4C4A-93CB-C50BB1B2E7A9}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{3434A442-5BEF-4C4A-93CB-C50BB1B2E7A9}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{3434A442-5BEF-4C4A-93CB-C50BB1B2E7A9}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{3434A442-5BEF-4C4A-93CB-C50BB1B2E7A9}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{3434A442-5BEF-4C4A-93CB-C50BB1B2E7A9}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