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1BB004-2DDA-414D-B5A2-58B03DABF04D}">
  <a:tblStyle styleId="{A51BB004-2DDA-414D-B5A2-58B03DABF0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{A51BB004-2DDA-414D-B5A2-58B03DABF04D}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{A51BB004-2DDA-414D-B5A2-58B03DABF04D}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{A51BB004-2DDA-414D-B5A2-58B03DABF04D}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{A51BB004-2DDA-414D-B5A2-58B03DABF04D}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{A51BB004-2DDA-414D-B5A2-58B03DABF04D}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