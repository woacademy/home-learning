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70596D-C705-43DD-8BBE-3758AD33CF41}">
  <a:tblStyle styleId="{0C70596D-C705-43DD-8BBE-3758AD33CF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{0C70596D-C705-43DD-8BBE-3758AD33CF41}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{0C70596D-C705-43DD-8BBE-3758AD33CF41}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{0C70596D-C705-43DD-8BBE-3758AD33CF41}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{0C70596D-C705-43DD-8BBE-3758AD33CF41}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{0C70596D-C705-43DD-8BBE-3758AD33CF41}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