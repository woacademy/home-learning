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CEAD6F-E76B-4521-BF85-1E7E587F0E8C}">
  <a:tblStyle styleId="{FFCEAD6F-E76B-4521-BF85-1E7E587F0E8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{FFCEAD6F-E76B-4521-BF85-1E7E587F0E8C}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{FFCEAD6F-E76B-4521-BF85-1E7E587F0E8C}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{FFCEAD6F-E76B-4521-BF85-1E7E587F0E8C}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{FFCEAD6F-E76B-4521-BF85-1E7E587F0E8C}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{FFCEAD6F-E76B-4521-BF85-1E7E587F0E8C}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