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44EF03-8E23-4460-9393-A137D66E0C31}">
  <a:tblStyle styleId="{1B44EF03-8E23-4460-9393-A137D66E0C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{1B44EF03-8E23-4460-9393-A137D66E0C31}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{1B44EF03-8E23-4460-9393-A137D66E0C31}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{1B44EF03-8E23-4460-9393-A137D66E0C31}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{1B44EF03-8E23-4460-9393-A137D66E0C31}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{1B44EF03-8E23-4460-9393-A137D66E0C31}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