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AD3750-FB5E-4C7F-A014-E1D2FE540616}">
  <a:tblStyle styleId="{B7AD3750-FB5E-4C7F-A014-E1D2FE5406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{B7AD3750-FB5E-4C7F-A014-E1D2FE540616}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{B7AD3750-FB5E-4C7F-A014-E1D2FE540616}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{B7AD3750-FB5E-4C7F-A014-E1D2FE540616}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{B7AD3750-FB5E-4C7F-A014-E1D2FE540616}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{B7AD3750-FB5E-4C7F-A014-E1D2FE540616}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