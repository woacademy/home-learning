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6DF32-6DFE-4CBE-98E6-9442A6776A51}">
  <a:tblStyle styleId="{2216DF32-6DFE-4CBE-98E6-9442A6776A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{2216DF32-6DFE-4CBE-98E6-9442A6776A51}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{2216DF32-6DFE-4CBE-98E6-9442A6776A51}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{2216DF32-6DFE-4CBE-98E6-9442A6776A51}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{2216DF32-6DFE-4CBE-98E6-9442A6776A51}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{2216DF32-6DFE-4CBE-98E6-9442A6776A51}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