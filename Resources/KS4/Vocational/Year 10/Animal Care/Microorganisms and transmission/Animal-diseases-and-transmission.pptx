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55397A-E9EA-490B-A30D-D8C52B8B4EE4}">
  <a:tblStyle styleId="{5D55397A-E9EA-490B-A30D-D8C52B8B4EE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{5D55397A-E9EA-490B-A30D-D8C52B8B4EE4}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{5D55397A-E9EA-490B-A30D-D8C52B8B4EE4}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{5D55397A-E9EA-490B-A30D-D8C52B8B4EE4}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{5D55397A-E9EA-490B-A30D-D8C52B8B4EE4}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{5D55397A-E9EA-490B-A30D-D8C52B8B4EE4}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