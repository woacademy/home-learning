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8FF09-7920-42A3-BD77-66C670C9BA3B}">
  <a:tblStyle styleId="{80D8FF09-7920-42A3-BD77-66C670C9BA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{80D8FF09-7920-42A3-BD77-66C670C9BA3B}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{80D8FF09-7920-42A3-BD77-66C670C9BA3B}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{80D8FF09-7920-42A3-BD77-66C670C9BA3B}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{80D8FF09-7920-42A3-BD77-66C670C9BA3B}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{80D8FF09-7920-42A3-BD77-66C670C9BA3B}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