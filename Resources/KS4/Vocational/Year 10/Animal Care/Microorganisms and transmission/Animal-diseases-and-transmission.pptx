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D4B695-063D-4261-962E-3093128521F6}">
  <a:tblStyle styleId="{30D4B695-063D-4261-962E-3093128521F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{30D4B695-063D-4261-962E-3093128521F6}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{30D4B695-063D-4261-962E-3093128521F6}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{30D4B695-063D-4261-962E-3093128521F6}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{30D4B695-063D-4261-962E-3093128521F6}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{30D4B695-063D-4261-962E-3093128521F6}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