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3437FD-B327-4163-8736-88E82FB39F4E}">
  <a:tblStyle styleId="{E33437FD-B327-4163-8736-88E82FB39F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{E33437FD-B327-4163-8736-88E82FB39F4E}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{E33437FD-B327-4163-8736-88E82FB39F4E}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{E33437FD-B327-4163-8736-88E82FB39F4E}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{E33437FD-B327-4163-8736-88E82FB39F4E}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{E33437FD-B327-4163-8736-88E82FB39F4E}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