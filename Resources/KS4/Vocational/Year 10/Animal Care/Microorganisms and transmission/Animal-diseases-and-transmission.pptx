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116DB1-EC5D-44C9-A02F-FF2D68E4206B}">
  <a:tblStyle styleId="{06116DB1-EC5D-44C9-A02F-FF2D68E420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{06116DB1-EC5D-44C9-A02F-FF2D68E4206B}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{06116DB1-EC5D-44C9-A02F-FF2D68E4206B}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{06116DB1-EC5D-44C9-A02F-FF2D68E4206B}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{06116DB1-EC5D-44C9-A02F-FF2D68E4206B}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{06116DB1-EC5D-44C9-A02F-FF2D68E4206B}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