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B1ACAC-D8CF-450D-A7C4-42D3FEA39F9E}">
  <a:tblStyle styleId="{30B1ACAC-D8CF-450D-A7C4-42D3FEA39F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{30B1ACAC-D8CF-450D-A7C4-42D3FEA39F9E}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{30B1ACAC-D8CF-450D-A7C4-42D3FEA39F9E}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{30B1ACAC-D8CF-450D-A7C4-42D3FEA39F9E}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{30B1ACAC-D8CF-450D-A7C4-42D3FEA39F9E}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{30B1ACAC-D8CF-450D-A7C4-42D3FEA39F9E}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