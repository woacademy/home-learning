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B48FF48-8C20-4F4A-ACD5-8277C5D030E8}">
  <a:tblStyle styleId="{1B48FF48-8C20-4F4A-ACD5-8277C5D030E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{1B48FF48-8C20-4F4A-ACD5-8277C5D030E8}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{1B48FF48-8C20-4F4A-ACD5-8277C5D030E8}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{1B48FF48-8C20-4F4A-ACD5-8277C5D030E8}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{1B48FF48-8C20-4F4A-ACD5-8277C5D030E8}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{1B48FF48-8C20-4F4A-ACD5-8277C5D030E8}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