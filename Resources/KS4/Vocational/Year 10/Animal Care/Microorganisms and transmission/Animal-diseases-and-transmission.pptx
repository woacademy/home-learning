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DE2889-2995-40C7-A2F9-570DF185B721}">
  <a:tblStyle styleId="{44DE2889-2995-40C7-A2F9-570DF185B7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{44DE2889-2995-40C7-A2F9-570DF185B721}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{44DE2889-2995-40C7-A2F9-570DF185B721}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{44DE2889-2995-40C7-A2F9-570DF185B721}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{44DE2889-2995-40C7-A2F9-570DF185B721}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{44DE2889-2995-40C7-A2F9-570DF185B721}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