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2F9E72-832C-4F23-8079-67AA9E652817}">
  <a:tblStyle styleId="{472F9E72-832C-4F23-8079-67AA9E65281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{472F9E72-832C-4F23-8079-67AA9E652817}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{472F9E72-832C-4F23-8079-67AA9E652817}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{472F9E72-832C-4F23-8079-67AA9E652817}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{472F9E72-832C-4F23-8079-67AA9E652817}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{472F9E72-832C-4F23-8079-67AA9E652817}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