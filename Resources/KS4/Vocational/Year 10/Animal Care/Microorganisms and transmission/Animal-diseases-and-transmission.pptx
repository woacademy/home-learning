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2CD5DE3C-4D5A-4300-B409-B21853630420}">
  <a:tblStyle styleId="{2CD5DE3C-4D5A-4300-B409-B21853630420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2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1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6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3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{2CD5DE3C-4D5A-4300-B409-B21853630420}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{2CD5DE3C-4D5A-4300-B409-B21853630420}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{2CD5DE3C-4D5A-4300-B409-B21853630420}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{2CD5DE3C-4D5A-4300-B409-B21853630420}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{2CD5DE3C-4D5A-4300-B409-B21853630420}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