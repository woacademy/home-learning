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962CF-C0E3-42B4-A8BE-EB9AB692BE01}">
  <a:tblStyle styleId="{700962CF-C0E3-42B4-A8BE-EB9AB692BE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{700962CF-C0E3-42B4-A8BE-EB9AB692BE01}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{700962CF-C0E3-42B4-A8BE-EB9AB692BE01}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{700962CF-C0E3-42B4-A8BE-EB9AB692BE01}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{700962CF-C0E3-42B4-A8BE-EB9AB692BE01}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{700962CF-C0E3-42B4-A8BE-EB9AB692BE01}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