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70EED6-8F2B-4731-89EF-0905ECF5A4A7}">
  <a:tblStyle styleId="{6070EED6-8F2B-4731-89EF-0905ECF5A4A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{6070EED6-8F2B-4731-89EF-0905ECF5A4A7}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{6070EED6-8F2B-4731-89EF-0905ECF5A4A7}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{6070EED6-8F2B-4731-89EF-0905ECF5A4A7}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{6070EED6-8F2B-4731-89EF-0905ECF5A4A7}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{6070EED6-8F2B-4731-89EF-0905ECF5A4A7}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