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62A616F-6230-4077-9344-7C4765B1F995}">
  <a:tblStyle styleId="{F62A616F-6230-4077-9344-7C4765B1F99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{F62A616F-6230-4077-9344-7C4765B1F995}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{F62A616F-6230-4077-9344-7C4765B1F995}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{F62A616F-6230-4077-9344-7C4765B1F995}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{F62A616F-6230-4077-9344-7C4765B1F995}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{F62A616F-6230-4077-9344-7C4765B1F995}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