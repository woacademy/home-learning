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96651A94-1107-4B42-B9CB-A191D1B69872}">
  <a:tblStyle styleId="{96651A94-1107-4B42-B9CB-A191D1B69872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6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5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{96651A94-1107-4B42-B9CB-A191D1B69872}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{96651A94-1107-4B42-B9CB-A191D1B69872}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{96651A94-1107-4B42-B9CB-A191D1B69872}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{96651A94-1107-4B42-B9CB-A191D1B69872}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{96651A94-1107-4B42-B9CB-A191D1B69872}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