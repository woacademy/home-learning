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33975-4C43-43C2-B942-B071A621873C}">
  <a:tblStyle styleId="{F6233975-4C43-43C2-B942-B071A62187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{F6233975-4C43-43C2-B942-B071A621873C}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{F6233975-4C43-43C2-B942-B071A621873C}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{F6233975-4C43-43C2-B942-B071A621873C}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{F6233975-4C43-43C2-B942-B071A621873C}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{F6233975-4C43-43C2-B942-B071A621873C}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