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C915C-FEB5-4326-BB77-3BA454726513}">
  <a:tblStyle styleId="{5E6C915C-FEB5-4326-BB77-3BA4547265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{5E6C915C-FEB5-4326-BB77-3BA454726513}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{5E6C915C-FEB5-4326-BB77-3BA454726513}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{5E6C915C-FEB5-4326-BB77-3BA454726513}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{5E6C915C-FEB5-4326-BB77-3BA454726513}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{5E6C915C-FEB5-4326-BB77-3BA454726513}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