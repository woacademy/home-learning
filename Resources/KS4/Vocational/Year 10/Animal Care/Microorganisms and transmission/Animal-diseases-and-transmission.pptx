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4117B-D1FF-46AD-862D-2F122D035411}">
  <a:tblStyle styleId="{8654117B-D1FF-46AD-862D-2F122D0354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{8654117B-D1FF-46AD-862D-2F122D035411}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{8654117B-D1FF-46AD-862D-2F122D035411}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{8654117B-D1FF-46AD-862D-2F122D035411}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{8654117B-D1FF-46AD-862D-2F122D035411}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{8654117B-D1FF-46AD-862D-2F122D035411}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