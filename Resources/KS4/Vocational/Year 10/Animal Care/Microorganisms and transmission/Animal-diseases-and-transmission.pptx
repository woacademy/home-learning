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999961-4136-4804-AF97-53F89AC46DBC}">
  <a:tblStyle styleId="{77999961-4136-4804-AF97-53F89AC46DB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{77999961-4136-4804-AF97-53F89AC46DBC}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{77999961-4136-4804-AF97-53F89AC46DBC}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{77999961-4136-4804-AF97-53F89AC46DBC}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{77999961-4136-4804-AF97-53F89AC46DBC}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{77999961-4136-4804-AF97-53F89AC46DBC}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