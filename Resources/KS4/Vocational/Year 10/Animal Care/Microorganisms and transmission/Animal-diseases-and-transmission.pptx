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CA04ED-2451-41C3-810C-A08966AB21FF}">
  <a:tblStyle styleId="{C2CA04ED-2451-41C3-810C-A08966AB21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{C2CA04ED-2451-41C3-810C-A08966AB21FF}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{C2CA04ED-2451-41C3-810C-A08966AB21FF}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{C2CA04ED-2451-41C3-810C-A08966AB21FF}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{C2CA04ED-2451-41C3-810C-A08966AB21FF}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{C2CA04ED-2451-41C3-810C-A08966AB21FF}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