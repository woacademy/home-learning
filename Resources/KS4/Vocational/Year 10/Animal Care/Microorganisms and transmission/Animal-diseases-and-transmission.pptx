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F1EF34-47B3-44C0-99AE-1D1D6A62D1C7}">
  <a:tblStyle styleId="{7CF1EF34-47B3-44C0-99AE-1D1D6A62D1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{7CF1EF34-47B3-44C0-99AE-1D1D6A62D1C7}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{7CF1EF34-47B3-44C0-99AE-1D1D6A62D1C7}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{7CF1EF34-47B3-44C0-99AE-1D1D6A62D1C7}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{7CF1EF34-47B3-44C0-99AE-1D1D6A62D1C7}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{7CF1EF34-47B3-44C0-99AE-1D1D6A62D1C7}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