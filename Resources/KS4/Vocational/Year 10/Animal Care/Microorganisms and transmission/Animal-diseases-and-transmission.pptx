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6219C1-C53B-4BFF-8D40-0F3B6CAB876F}">
  <a:tblStyle styleId="{CD6219C1-C53B-4BFF-8D40-0F3B6CAB876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{CD6219C1-C53B-4BFF-8D40-0F3B6CAB876F}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{CD6219C1-C53B-4BFF-8D40-0F3B6CAB876F}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{CD6219C1-C53B-4BFF-8D40-0F3B6CAB876F}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{CD6219C1-C53B-4BFF-8D40-0F3B6CAB876F}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{CD6219C1-C53B-4BFF-8D40-0F3B6CAB876F}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