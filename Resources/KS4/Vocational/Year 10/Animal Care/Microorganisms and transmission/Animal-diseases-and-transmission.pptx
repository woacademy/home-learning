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D1328C-2F8F-488D-8103-E05E2B0D3809}">
  <a:tblStyle styleId="{77D1328C-2F8F-488D-8103-E05E2B0D38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{77D1328C-2F8F-488D-8103-E05E2B0D3809}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{77D1328C-2F8F-488D-8103-E05E2B0D3809}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{77D1328C-2F8F-488D-8103-E05E2B0D3809}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{77D1328C-2F8F-488D-8103-E05E2B0D3809}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{77D1328C-2F8F-488D-8103-E05E2B0D3809}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