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E20FD8-886D-4502-85B6-C33D3B035815}">
  <a:tblStyle styleId="{1FE20FD8-886D-4502-85B6-C33D3B0358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{1FE20FD8-886D-4502-85B6-C33D3B035815}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{1FE20FD8-886D-4502-85B6-C33D3B035815}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{1FE20FD8-886D-4502-85B6-C33D3B035815}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{1FE20FD8-886D-4502-85B6-C33D3B035815}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{1FE20FD8-886D-4502-85B6-C33D3B035815}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