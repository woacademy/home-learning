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D24CD5-83D6-4E8E-B93C-54FFAF36C4DA}">
  <a:tblStyle styleId="{ADD24CD5-83D6-4E8E-B93C-54FFAF36C4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{ADD24CD5-83D6-4E8E-B93C-54FFAF36C4DA}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{ADD24CD5-83D6-4E8E-B93C-54FFAF36C4DA}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{ADD24CD5-83D6-4E8E-B93C-54FFAF36C4DA}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{ADD24CD5-83D6-4E8E-B93C-54FFAF36C4DA}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{ADD24CD5-83D6-4E8E-B93C-54FFAF36C4DA}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