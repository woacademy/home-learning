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EDC4EC-CF76-42AC-B38D-BA2D846120A0}">
  <a:tblStyle styleId="{8CEDC4EC-CF76-42AC-B38D-BA2D846120A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{8CEDC4EC-CF76-42AC-B38D-BA2D846120A0}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{8CEDC4EC-CF76-42AC-B38D-BA2D846120A0}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{8CEDC4EC-CF76-42AC-B38D-BA2D846120A0}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{8CEDC4EC-CF76-42AC-B38D-BA2D846120A0}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{8CEDC4EC-CF76-42AC-B38D-BA2D846120A0}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