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61BA3A-E872-4389-8640-A67286F88F87}">
  <a:tblStyle styleId="{F661BA3A-E872-4389-8640-A67286F88F8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{F661BA3A-E872-4389-8640-A67286F88F87}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{F661BA3A-E872-4389-8640-A67286F88F87}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{F661BA3A-E872-4389-8640-A67286F88F87}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{F661BA3A-E872-4389-8640-A67286F88F87}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{F661BA3A-E872-4389-8640-A67286F88F87}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