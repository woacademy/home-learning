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ED5616-010F-452D-A5EC-29C76AF33A24}">
  <a:tblStyle styleId="{E8ED5616-010F-452D-A5EC-29C76AF33A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{E8ED5616-010F-452D-A5EC-29C76AF33A24}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{E8ED5616-010F-452D-A5EC-29C76AF33A24}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{E8ED5616-010F-452D-A5EC-29C76AF33A24}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{E8ED5616-010F-452D-A5EC-29C76AF33A24}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{E8ED5616-010F-452D-A5EC-29C76AF33A24}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