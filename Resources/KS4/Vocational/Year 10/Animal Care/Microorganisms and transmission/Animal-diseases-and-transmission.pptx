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2C7997-9264-42FE-85CF-1FA3192D46B0}">
  <a:tblStyle styleId="{632C7997-9264-42FE-85CF-1FA3192D46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{632C7997-9264-42FE-85CF-1FA3192D46B0}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{632C7997-9264-42FE-85CF-1FA3192D46B0}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{632C7997-9264-42FE-85CF-1FA3192D46B0}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{632C7997-9264-42FE-85CF-1FA3192D46B0}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{632C7997-9264-42FE-85CF-1FA3192D46B0}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