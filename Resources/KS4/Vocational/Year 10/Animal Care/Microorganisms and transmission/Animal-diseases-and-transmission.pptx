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3718E1B-766C-4A09-96B0-86B919E985BA}">
  <a:tblStyle styleId="{D3718E1B-766C-4A09-96B0-86B919E985B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{D3718E1B-766C-4A09-96B0-86B919E985BA}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{D3718E1B-766C-4A09-96B0-86B919E985BA}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{D3718E1B-766C-4A09-96B0-86B919E985BA}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{D3718E1B-766C-4A09-96B0-86B919E985BA}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{D3718E1B-766C-4A09-96B0-86B919E985BA}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