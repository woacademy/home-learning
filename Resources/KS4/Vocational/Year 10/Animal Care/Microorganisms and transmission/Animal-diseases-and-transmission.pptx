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CF292E9-163D-41B2-93C0-F84111F1A993}">
  <a:tblStyle styleId="{6CF292E9-163D-41B2-93C0-F84111F1A993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{6CF292E9-163D-41B2-93C0-F84111F1A993}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{6CF292E9-163D-41B2-93C0-F84111F1A993}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{6CF292E9-163D-41B2-93C0-F84111F1A993}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{6CF292E9-163D-41B2-93C0-F84111F1A993}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{6CF292E9-163D-41B2-93C0-F84111F1A993}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