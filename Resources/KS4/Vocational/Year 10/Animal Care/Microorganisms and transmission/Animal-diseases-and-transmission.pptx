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9D4000-8D8F-411B-A070-241E9AD895F1}">
  <a:tblStyle styleId="{A39D4000-8D8F-411B-A070-241E9AD895F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{A39D4000-8D8F-411B-A070-241E9AD895F1}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{A39D4000-8D8F-411B-A070-241E9AD895F1}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{A39D4000-8D8F-411B-A070-241E9AD895F1}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{A39D4000-8D8F-411B-A070-241E9AD895F1}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{A39D4000-8D8F-411B-A070-241E9AD895F1}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