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0075A62-802A-403C-9DFC-2A348761EBE6}">
  <a:tblStyle styleId="{E0075A62-802A-403C-9DFC-2A348761EB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{E0075A62-802A-403C-9DFC-2A348761EBE6}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{E0075A62-802A-403C-9DFC-2A348761EBE6}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{E0075A62-802A-403C-9DFC-2A348761EBE6}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{E0075A62-802A-403C-9DFC-2A348761EBE6}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{E0075A62-802A-403C-9DFC-2A348761EBE6}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