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46A5D8-7560-499B-A436-C56D23BB2F11}">
  <a:tblStyle styleId="{B946A5D8-7560-499B-A436-C56D23BB2F1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{B946A5D8-7560-499B-A436-C56D23BB2F11}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{B946A5D8-7560-499B-A436-C56D23BB2F11}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{B946A5D8-7560-499B-A436-C56D23BB2F11}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{B946A5D8-7560-499B-A436-C56D23BB2F11}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{B946A5D8-7560-499B-A436-C56D23BB2F11}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