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3AB49B-2446-4F21-9454-991561FAC0C1}">
  <a:tblStyle styleId="{B23AB49B-2446-4F21-9454-991561FAC0C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{B23AB49B-2446-4F21-9454-991561FAC0C1}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{B23AB49B-2446-4F21-9454-991561FAC0C1}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{B23AB49B-2446-4F21-9454-991561FAC0C1}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{B23AB49B-2446-4F21-9454-991561FAC0C1}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{B23AB49B-2446-4F21-9454-991561FAC0C1}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