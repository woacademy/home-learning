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110540-F67B-4D42-BC54-511C8A81CE37}">
  <a:tblStyle styleId="{C6110540-F67B-4D42-BC54-511C8A81CE3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{C6110540-F67B-4D42-BC54-511C8A81CE37}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{C6110540-F67B-4D42-BC54-511C8A81CE37}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{C6110540-F67B-4D42-BC54-511C8A81CE37}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{C6110540-F67B-4D42-BC54-511C8A81CE37}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{C6110540-F67B-4D42-BC54-511C8A81CE37}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