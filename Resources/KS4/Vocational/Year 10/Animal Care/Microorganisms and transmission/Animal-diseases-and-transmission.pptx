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65B08F-25B8-42C3-8FE7-B91D2DB2E772}">
  <a:tblStyle styleId="{C165B08F-25B8-42C3-8FE7-B91D2DB2E7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{C165B08F-25B8-42C3-8FE7-B91D2DB2E772}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{C165B08F-25B8-42C3-8FE7-B91D2DB2E772}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{C165B08F-25B8-42C3-8FE7-B91D2DB2E772}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{C165B08F-25B8-42C3-8FE7-B91D2DB2E772}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{C165B08F-25B8-42C3-8FE7-B91D2DB2E772}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