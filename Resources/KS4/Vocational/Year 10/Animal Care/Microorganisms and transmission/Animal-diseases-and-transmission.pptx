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0BAC43-B3AA-4C80-ADB6-5C91FA816F77}">
  <a:tblStyle styleId="{4D0BAC43-B3AA-4C80-ADB6-5C91FA816F7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{4D0BAC43-B3AA-4C80-ADB6-5C91FA816F77}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{4D0BAC43-B3AA-4C80-ADB6-5C91FA816F77}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{4D0BAC43-B3AA-4C80-ADB6-5C91FA816F77}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{4D0BAC43-B3AA-4C80-ADB6-5C91FA816F77}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{4D0BAC43-B3AA-4C80-ADB6-5C91FA816F77}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