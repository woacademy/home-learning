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AA754C-FE93-4908-B707-12BFB18AECA7}">
  <a:tblStyle styleId="{CCAA754C-FE93-4908-B707-12BFB18AECA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{CCAA754C-FE93-4908-B707-12BFB18AECA7}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{CCAA754C-FE93-4908-B707-12BFB18AECA7}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{CCAA754C-FE93-4908-B707-12BFB18AECA7}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{CCAA754C-FE93-4908-B707-12BFB18AECA7}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{CCAA754C-FE93-4908-B707-12BFB18AECA7}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