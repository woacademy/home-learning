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749AA5-7661-4083-BFBD-D5B16BBC6BD6}">
  <a:tblStyle styleId="{AF749AA5-7661-4083-BFBD-D5B16BBC6B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{AF749AA5-7661-4083-BFBD-D5B16BBC6BD6}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{AF749AA5-7661-4083-BFBD-D5B16BBC6BD6}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{AF749AA5-7661-4083-BFBD-D5B16BBC6BD6}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{AF749AA5-7661-4083-BFBD-D5B16BBC6BD6}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{AF749AA5-7661-4083-BFBD-D5B16BBC6BD6}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