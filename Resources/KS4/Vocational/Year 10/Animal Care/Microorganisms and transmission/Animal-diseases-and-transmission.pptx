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DDCE5D-18C1-4893-9B01-676A8F0A6E3D}">
  <a:tblStyle styleId="{CCDDCE5D-18C1-4893-9B01-676A8F0A6E3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{CCDDCE5D-18C1-4893-9B01-676A8F0A6E3D}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{CCDDCE5D-18C1-4893-9B01-676A8F0A6E3D}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{CCDDCE5D-18C1-4893-9B01-676A8F0A6E3D}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{CCDDCE5D-18C1-4893-9B01-676A8F0A6E3D}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{CCDDCE5D-18C1-4893-9B01-676A8F0A6E3D}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