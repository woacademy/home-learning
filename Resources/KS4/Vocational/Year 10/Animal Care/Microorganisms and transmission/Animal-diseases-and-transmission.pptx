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65D613-6BE9-4E86-8C26-4A740EB91A38}">
  <a:tblStyle styleId="{3365D613-6BE9-4E86-8C26-4A740EB91A3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{3365D613-6BE9-4E86-8C26-4A740EB91A38}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{3365D613-6BE9-4E86-8C26-4A740EB91A38}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{3365D613-6BE9-4E86-8C26-4A740EB91A38}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{3365D613-6BE9-4E86-8C26-4A740EB91A38}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{3365D613-6BE9-4E86-8C26-4A740EB91A38}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