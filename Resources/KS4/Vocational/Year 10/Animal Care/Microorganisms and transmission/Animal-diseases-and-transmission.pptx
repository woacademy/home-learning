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BEDF1E-013C-4EF6-B961-91517ABE86A8}">
  <a:tblStyle styleId="{A9BEDF1E-013C-4EF6-B961-91517ABE86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{A9BEDF1E-013C-4EF6-B961-91517ABE86A8}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{A9BEDF1E-013C-4EF6-B961-91517ABE86A8}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{A9BEDF1E-013C-4EF6-B961-91517ABE86A8}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{A9BEDF1E-013C-4EF6-B961-91517ABE86A8}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{A9BEDF1E-013C-4EF6-B961-91517ABE86A8}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