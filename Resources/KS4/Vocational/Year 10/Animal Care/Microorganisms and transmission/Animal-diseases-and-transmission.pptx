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D0584B-EFFE-46CF-B029-A537FA230F3F}">
  <a:tblStyle styleId="{7DD0584B-EFFE-46CF-B029-A537FA230F3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{7DD0584B-EFFE-46CF-B029-A537FA230F3F}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{7DD0584B-EFFE-46CF-B029-A537FA230F3F}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{7DD0584B-EFFE-46CF-B029-A537FA230F3F}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{7DD0584B-EFFE-46CF-B029-A537FA230F3F}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{7DD0584B-EFFE-46CF-B029-A537FA230F3F}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