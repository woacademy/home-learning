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0F100C-4AC2-417A-8706-E5C1E2CA5858}">
  <a:tblStyle styleId="{640F100C-4AC2-417A-8706-E5C1E2CA585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{640F100C-4AC2-417A-8706-E5C1E2CA5858}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{640F100C-4AC2-417A-8706-E5C1E2CA5858}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{640F100C-4AC2-417A-8706-E5C1E2CA5858}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{640F100C-4AC2-417A-8706-E5C1E2CA5858}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{640F100C-4AC2-417A-8706-E5C1E2CA5858}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