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270ADC-244B-4967-95E8-1FFE5D3B96A6}">
  <a:tblStyle styleId="{37270ADC-244B-4967-95E8-1FFE5D3B96A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{37270ADC-244B-4967-95E8-1FFE5D3B96A6}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{37270ADC-244B-4967-95E8-1FFE5D3B96A6}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{37270ADC-244B-4967-95E8-1FFE5D3B96A6}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{37270ADC-244B-4967-95E8-1FFE5D3B96A6}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{37270ADC-244B-4967-95E8-1FFE5D3B96A6}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