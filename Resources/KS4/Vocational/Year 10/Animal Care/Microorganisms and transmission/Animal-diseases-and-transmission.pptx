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CDD22D4-8390-4BFE-ADF4-57D28E0D727C}">
  <a:tblStyle styleId="{4CDD22D4-8390-4BFE-ADF4-57D28E0D727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{4CDD22D4-8390-4BFE-ADF4-57D28E0D727C}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{4CDD22D4-8390-4BFE-ADF4-57D28E0D727C}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{4CDD22D4-8390-4BFE-ADF4-57D28E0D727C}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{4CDD22D4-8390-4BFE-ADF4-57D28E0D727C}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{4CDD22D4-8390-4BFE-ADF4-57D28E0D727C}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