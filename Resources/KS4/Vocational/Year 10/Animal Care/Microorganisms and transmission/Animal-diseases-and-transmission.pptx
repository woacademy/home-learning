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FEDAB82-196D-4C4C-B2D5-7956AC6EF668}">
  <a:tblStyle styleId="{1FEDAB82-196D-4C4C-B2D5-7956AC6EF66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{1FEDAB82-196D-4C4C-B2D5-7956AC6EF668}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{1FEDAB82-196D-4C4C-B2D5-7956AC6EF668}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{1FEDAB82-196D-4C4C-B2D5-7956AC6EF668}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{1FEDAB82-196D-4C4C-B2D5-7956AC6EF668}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{1FEDAB82-196D-4C4C-B2D5-7956AC6EF668}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