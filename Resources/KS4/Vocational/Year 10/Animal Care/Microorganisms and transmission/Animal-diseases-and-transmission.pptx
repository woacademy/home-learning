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CCA7F2-CBEE-4068-A3C7-EAF4446CA7A2}">
  <a:tblStyle styleId="{01CCA7F2-CBEE-4068-A3C7-EAF4446CA7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{01CCA7F2-CBEE-4068-A3C7-EAF4446CA7A2}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{01CCA7F2-CBEE-4068-A3C7-EAF4446CA7A2}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{01CCA7F2-CBEE-4068-A3C7-EAF4446CA7A2}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{01CCA7F2-CBEE-4068-A3C7-EAF4446CA7A2}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{01CCA7F2-CBEE-4068-A3C7-EAF4446CA7A2}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