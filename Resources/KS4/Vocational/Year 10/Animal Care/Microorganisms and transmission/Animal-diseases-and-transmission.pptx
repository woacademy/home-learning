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37755E-C7A1-4104-8B03-CC02290467EE}">
  <a:tblStyle styleId="{4637755E-C7A1-4104-8B03-CC02290467E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{4637755E-C7A1-4104-8B03-CC02290467EE}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{4637755E-C7A1-4104-8B03-CC02290467EE}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{4637755E-C7A1-4104-8B03-CC02290467EE}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{4637755E-C7A1-4104-8B03-CC02290467EE}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{4637755E-C7A1-4104-8B03-CC02290467EE}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