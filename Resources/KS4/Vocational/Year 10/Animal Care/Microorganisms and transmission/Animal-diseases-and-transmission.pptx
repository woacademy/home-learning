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ECEA49-CEDE-44A1-A286-1689B0D59A0D}">
  <a:tblStyle styleId="{3CECEA49-CEDE-44A1-A286-1689B0D59A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{3CECEA49-CEDE-44A1-A286-1689B0D59A0D}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{3CECEA49-CEDE-44A1-A286-1689B0D59A0D}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{3CECEA49-CEDE-44A1-A286-1689B0D59A0D}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{3CECEA49-CEDE-44A1-A286-1689B0D59A0D}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{3CECEA49-CEDE-44A1-A286-1689B0D59A0D}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