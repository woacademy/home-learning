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72C8E5-D4D9-4224-A3FC-363B90C24C76}">
  <a:tblStyle styleId="{9472C8E5-D4D9-4224-A3FC-363B90C24C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{9472C8E5-D4D9-4224-A3FC-363B90C24C76}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{9472C8E5-D4D9-4224-A3FC-363B90C24C76}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{9472C8E5-D4D9-4224-A3FC-363B90C24C76}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{9472C8E5-D4D9-4224-A3FC-363B90C24C76}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{9472C8E5-D4D9-4224-A3FC-363B90C24C76}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