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88BB88-8344-49DE-AA76-2D292E9A0F14}">
  <a:tblStyle styleId="{7888BB88-8344-49DE-AA76-2D292E9A0F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{7888BB88-8344-49DE-AA76-2D292E9A0F14}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{7888BB88-8344-49DE-AA76-2D292E9A0F14}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{7888BB88-8344-49DE-AA76-2D292E9A0F14}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{7888BB88-8344-49DE-AA76-2D292E9A0F14}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{7888BB88-8344-49DE-AA76-2D292E9A0F14}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