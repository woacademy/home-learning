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0EDF9C-DE5F-4F22-B0FA-4270B3DE4E01}">
  <a:tblStyle styleId="{800EDF9C-DE5F-4F22-B0FA-4270B3DE4E0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{800EDF9C-DE5F-4F22-B0FA-4270B3DE4E01}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{800EDF9C-DE5F-4F22-B0FA-4270B3DE4E01}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{800EDF9C-DE5F-4F22-B0FA-4270B3DE4E01}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{800EDF9C-DE5F-4F22-B0FA-4270B3DE4E01}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{800EDF9C-DE5F-4F22-B0FA-4270B3DE4E01}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