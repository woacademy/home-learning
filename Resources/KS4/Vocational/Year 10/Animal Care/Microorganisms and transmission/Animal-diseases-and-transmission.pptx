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3D0283-74FB-4442-9DD4-77F5195B9C60}">
  <a:tblStyle styleId="{183D0283-74FB-4442-9DD4-77F5195B9C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{183D0283-74FB-4442-9DD4-77F5195B9C60}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{183D0283-74FB-4442-9DD4-77F5195B9C60}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{183D0283-74FB-4442-9DD4-77F5195B9C60}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{183D0283-74FB-4442-9DD4-77F5195B9C60}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{183D0283-74FB-4442-9DD4-77F5195B9C60}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