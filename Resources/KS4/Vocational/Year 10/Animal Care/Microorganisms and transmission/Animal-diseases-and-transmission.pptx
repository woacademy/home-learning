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9E384C9-57C9-495A-87A8-E6348A1C6E8D}">
  <a:tblStyle styleId="{09E384C9-57C9-495A-87A8-E6348A1C6E8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{09E384C9-57C9-495A-87A8-E6348A1C6E8D}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{09E384C9-57C9-495A-87A8-E6348A1C6E8D}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{09E384C9-57C9-495A-87A8-E6348A1C6E8D}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{09E384C9-57C9-495A-87A8-E6348A1C6E8D}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{09E384C9-57C9-495A-87A8-E6348A1C6E8D}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