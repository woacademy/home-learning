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135F45-DC97-496D-BDB9-AC6D3925CA21}">
  <a:tblStyle styleId="{D2135F45-DC97-496D-BDB9-AC6D3925CA2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{D2135F45-DC97-496D-BDB9-AC6D3925CA21}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{D2135F45-DC97-496D-BDB9-AC6D3925CA21}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{D2135F45-DC97-496D-BDB9-AC6D3925CA21}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{D2135F45-DC97-496D-BDB9-AC6D3925CA21}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{D2135F45-DC97-496D-BDB9-AC6D3925CA21}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