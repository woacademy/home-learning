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1F1074-20D3-48B5-AA2A-911AAFEC2032}">
  <a:tblStyle styleId="{4D1F1074-20D3-48B5-AA2A-911AAFEC20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{4D1F1074-20D3-48B5-AA2A-911AAFEC2032}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{4D1F1074-20D3-48B5-AA2A-911AAFEC2032}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{4D1F1074-20D3-48B5-AA2A-911AAFEC2032}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{4D1F1074-20D3-48B5-AA2A-911AAFEC2032}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{4D1F1074-20D3-48B5-AA2A-911AAFEC2032}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