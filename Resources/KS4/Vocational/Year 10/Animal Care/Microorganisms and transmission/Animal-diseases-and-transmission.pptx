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E989E6-467F-4B72-BA45-B98D943CBA01}">
  <a:tblStyle styleId="{A1E989E6-467F-4B72-BA45-B98D943CBA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{A1E989E6-467F-4B72-BA45-B98D943CBA01}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{A1E989E6-467F-4B72-BA45-B98D943CBA01}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{A1E989E6-467F-4B72-BA45-B98D943CBA01}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{A1E989E6-467F-4B72-BA45-B98D943CBA01}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{A1E989E6-467F-4B72-BA45-B98D943CBA01}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