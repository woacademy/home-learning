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DAED21B-A189-41D7-B0D0-96E68532A32B}">
  <a:tblStyle styleId="{DDAED21B-A189-41D7-B0D0-96E68532A32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{DDAED21B-A189-41D7-B0D0-96E68532A32B}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{DDAED21B-A189-41D7-B0D0-96E68532A32B}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{DDAED21B-A189-41D7-B0D0-96E68532A32B}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{DDAED21B-A189-41D7-B0D0-96E68532A32B}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{DDAED21B-A189-41D7-B0D0-96E68532A32B}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