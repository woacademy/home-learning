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C35EAB-CDC5-4165-9E7D-4518CB090AC2}">
  <a:tblStyle styleId="{D4C35EAB-CDC5-4165-9E7D-4518CB090AC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{D4C35EAB-CDC5-4165-9E7D-4518CB090AC2}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{D4C35EAB-CDC5-4165-9E7D-4518CB090AC2}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{D4C35EAB-CDC5-4165-9E7D-4518CB090AC2}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{D4C35EAB-CDC5-4165-9E7D-4518CB090AC2}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{D4C35EAB-CDC5-4165-9E7D-4518CB090AC2}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