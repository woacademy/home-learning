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DE504B-7BDE-4BBC-B86D-8218FE0F5CE1}">
  <a:tblStyle styleId="{83DE504B-7BDE-4BBC-B86D-8218FE0F5C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{83DE504B-7BDE-4BBC-B86D-8218FE0F5CE1}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{83DE504B-7BDE-4BBC-B86D-8218FE0F5CE1}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{83DE504B-7BDE-4BBC-B86D-8218FE0F5CE1}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{83DE504B-7BDE-4BBC-B86D-8218FE0F5CE1}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{83DE504B-7BDE-4BBC-B86D-8218FE0F5CE1}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