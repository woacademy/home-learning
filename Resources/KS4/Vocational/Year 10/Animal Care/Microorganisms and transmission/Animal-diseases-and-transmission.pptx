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02AA88-510F-4A11-9E2E-798FD5837DA6}">
  <a:tblStyle styleId="{AE02AA88-510F-4A11-9E2E-798FD5837DA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{AE02AA88-510F-4A11-9E2E-798FD5837DA6}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{AE02AA88-510F-4A11-9E2E-798FD5837DA6}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{AE02AA88-510F-4A11-9E2E-798FD5837DA6}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{AE02AA88-510F-4A11-9E2E-798FD5837DA6}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{AE02AA88-510F-4A11-9E2E-798FD5837DA6}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