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3598F3-DA23-4BB9-80A4-403CA7862ED2}">
  <a:tblStyle styleId="{AA3598F3-DA23-4BB9-80A4-403CA7862ED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{AA3598F3-DA23-4BB9-80A4-403CA7862ED2}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{AA3598F3-DA23-4BB9-80A4-403CA7862ED2}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{AA3598F3-DA23-4BB9-80A4-403CA7862ED2}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{AA3598F3-DA23-4BB9-80A4-403CA7862ED2}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{AA3598F3-DA23-4BB9-80A4-403CA7862ED2}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