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2A7F4A-06AD-4509-AB61-6F83F89A33FA}">
  <a:tblStyle styleId="{022A7F4A-06AD-4509-AB61-6F83F89A33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{022A7F4A-06AD-4509-AB61-6F83F89A33FA}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{022A7F4A-06AD-4509-AB61-6F83F89A33FA}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{022A7F4A-06AD-4509-AB61-6F83F89A33FA}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{022A7F4A-06AD-4509-AB61-6F83F89A33FA}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{022A7F4A-06AD-4509-AB61-6F83F89A33FA}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