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EEA109-E3A0-471C-9221-765668CC4D9B}">
  <a:tblStyle styleId="{80EEA109-E3A0-471C-9221-765668CC4D9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{80EEA109-E3A0-471C-9221-765668CC4D9B}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{80EEA109-E3A0-471C-9221-765668CC4D9B}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{80EEA109-E3A0-471C-9221-765668CC4D9B}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{80EEA109-E3A0-471C-9221-765668CC4D9B}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{80EEA109-E3A0-471C-9221-765668CC4D9B}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