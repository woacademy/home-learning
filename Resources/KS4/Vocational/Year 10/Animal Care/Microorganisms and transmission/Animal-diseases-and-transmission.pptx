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047C953-C696-4659-9215-0C5722310A6B}">
  <a:tblStyle styleId="{A047C953-C696-4659-9215-0C5722310A6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{A047C953-C696-4659-9215-0C5722310A6B}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{A047C953-C696-4659-9215-0C5722310A6B}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{A047C953-C696-4659-9215-0C5722310A6B}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{A047C953-C696-4659-9215-0C5722310A6B}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{A047C953-C696-4659-9215-0C5722310A6B}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