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2654A9-045D-4054-BD04-EB53FE701AF6}">
  <a:tblStyle styleId="{D92654A9-045D-4054-BD04-EB53FE701AF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{D92654A9-045D-4054-BD04-EB53FE701AF6}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{D92654A9-045D-4054-BD04-EB53FE701AF6}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{D92654A9-045D-4054-BD04-EB53FE701AF6}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{D92654A9-045D-4054-BD04-EB53FE701AF6}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{D92654A9-045D-4054-BD04-EB53FE701AF6}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