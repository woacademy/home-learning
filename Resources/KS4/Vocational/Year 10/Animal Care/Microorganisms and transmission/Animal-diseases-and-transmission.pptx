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86B393-3222-4980-864A-74D7D22C119B}">
  <a:tblStyle styleId="{2E86B393-3222-4980-864A-74D7D22C11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{2E86B393-3222-4980-864A-74D7D22C119B}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{2E86B393-3222-4980-864A-74D7D22C119B}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{2E86B393-3222-4980-864A-74D7D22C119B}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{2E86B393-3222-4980-864A-74D7D22C119B}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{2E86B393-3222-4980-864A-74D7D22C119B}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