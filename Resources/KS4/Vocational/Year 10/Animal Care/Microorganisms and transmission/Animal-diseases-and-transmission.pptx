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96987E-F904-4FC0-A1DA-32BFEB3E3E6F}">
  <a:tblStyle styleId="{8C96987E-F904-4FC0-A1DA-32BFEB3E3E6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{8C96987E-F904-4FC0-A1DA-32BFEB3E3E6F}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{8C96987E-F904-4FC0-A1DA-32BFEB3E3E6F}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{8C96987E-F904-4FC0-A1DA-32BFEB3E3E6F}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{8C96987E-F904-4FC0-A1DA-32BFEB3E3E6F}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{8C96987E-F904-4FC0-A1DA-32BFEB3E3E6F}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