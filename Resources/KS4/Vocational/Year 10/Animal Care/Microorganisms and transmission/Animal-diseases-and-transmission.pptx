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EAA65-4876-4EFB-B984-0477CF7EB645}">
  <a:tblStyle styleId="{DD0EAA65-4876-4EFB-B984-0477CF7EB6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{DD0EAA65-4876-4EFB-B984-0477CF7EB645}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{DD0EAA65-4876-4EFB-B984-0477CF7EB645}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{DD0EAA65-4876-4EFB-B984-0477CF7EB645}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{DD0EAA65-4876-4EFB-B984-0477CF7EB645}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{DD0EAA65-4876-4EFB-B984-0477CF7EB645}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