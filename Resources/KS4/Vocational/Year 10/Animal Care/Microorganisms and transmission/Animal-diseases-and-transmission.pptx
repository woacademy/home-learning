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F1B124-0945-4735-8C63-5993071CF3FA}">
  <a:tblStyle styleId="{D4F1B124-0945-4735-8C63-5993071CF3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{D4F1B124-0945-4735-8C63-5993071CF3FA}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{D4F1B124-0945-4735-8C63-5993071CF3FA}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{D4F1B124-0945-4735-8C63-5993071CF3FA}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{D4F1B124-0945-4735-8C63-5993071CF3FA}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{D4F1B124-0945-4735-8C63-5993071CF3FA}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