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AC31DA-6341-4EDB-ADD7-3B17561EC956}">
  <a:tblStyle styleId="{65AC31DA-6341-4EDB-ADD7-3B17561EC95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{65AC31DA-6341-4EDB-ADD7-3B17561EC956}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{65AC31DA-6341-4EDB-ADD7-3B17561EC956}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{65AC31DA-6341-4EDB-ADD7-3B17561EC956}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{65AC31DA-6341-4EDB-ADD7-3B17561EC956}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{65AC31DA-6341-4EDB-ADD7-3B17561EC956}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