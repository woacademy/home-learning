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C1630A-84BF-4CED-AF67-D56EA43F2180}">
  <a:tblStyle styleId="{B4C1630A-84BF-4CED-AF67-D56EA43F21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{B4C1630A-84BF-4CED-AF67-D56EA43F2180}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{B4C1630A-84BF-4CED-AF67-D56EA43F2180}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{B4C1630A-84BF-4CED-AF67-D56EA43F2180}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{B4C1630A-84BF-4CED-AF67-D56EA43F2180}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{B4C1630A-84BF-4CED-AF67-D56EA43F2180}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