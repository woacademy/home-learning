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26CD5-D7D2-4B02-BFDE-D01F14DA4D38}">
  <a:tblStyle styleId="{29E26CD5-D7D2-4B02-BFDE-D01F14DA4D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{29E26CD5-D7D2-4B02-BFDE-D01F14DA4D38}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{29E26CD5-D7D2-4B02-BFDE-D01F14DA4D38}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{29E26CD5-D7D2-4B02-BFDE-D01F14DA4D38}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{29E26CD5-D7D2-4B02-BFDE-D01F14DA4D38}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{29E26CD5-D7D2-4B02-BFDE-D01F14DA4D38}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