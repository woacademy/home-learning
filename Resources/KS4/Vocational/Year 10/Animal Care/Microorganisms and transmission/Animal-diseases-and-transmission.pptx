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C892FB-058E-4F1A-AC40-CBDF68E6BC43}">
  <a:tblStyle styleId="{ECC892FB-058E-4F1A-AC40-CBDF68E6BC4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{ECC892FB-058E-4F1A-AC40-CBDF68E6BC43}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{ECC892FB-058E-4F1A-AC40-CBDF68E6BC43}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{ECC892FB-058E-4F1A-AC40-CBDF68E6BC43}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{ECC892FB-058E-4F1A-AC40-CBDF68E6BC43}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{ECC892FB-058E-4F1A-AC40-CBDF68E6BC43}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