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904D0C-B47C-4210-AD46-B02549C23CAF}">
  <a:tblStyle styleId="{EB904D0C-B47C-4210-AD46-B02549C23C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{EB904D0C-B47C-4210-AD46-B02549C23CAF}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{EB904D0C-B47C-4210-AD46-B02549C23CAF}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{EB904D0C-B47C-4210-AD46-B02549C23CAF}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{EB904D0C-B47C-4210-AD46-B02549C23CAF}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{EB904D0C-B47C-4210-AD46-B02549C23CAF}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