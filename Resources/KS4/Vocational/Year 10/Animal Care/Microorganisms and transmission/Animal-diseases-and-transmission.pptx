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F9C677-7FB0-4ADF-9224-2950FDBFC5E8}">
  <a:tblStyle styleId="{9DF9C677-7FB0-4ADF-9224-2950FDBFC5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{9DF9C677-7FB0-4ADF-9224-2950FDBFC5E8}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{9DF9C677-7FB0-4ADF-9224-2950FDBFC5E8}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{9DF9C677-7FB0-4ADF-9224-2950FDBFC5E8}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{9DF9C677-7FB0-4ADF-9224-2950FDBFC5E8}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{9DF9C677-7FB0-4ADF-9224-2950FDBFC5E8}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