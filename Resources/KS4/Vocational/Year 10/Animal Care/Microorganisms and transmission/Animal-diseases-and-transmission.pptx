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6C4EF6-7395-4751-B9DA-53B4AE7C350E}">
  <a:tblStyle styleId="{7E6C4EF6-7395-4751-B9DA-53B4AE7C35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{7E6C4EF6-7395-4751-B9DA-53B4AE7C350E}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{7E6C4EF6-7395-4751-B9DA-53B4AE7C350E}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{7E6C4EF6-7395-4751-B9DA-53B4AE7C350E}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{7E6C4EF6-7395-4751-B9DA-53B4AE7C350E}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{7E6C4EF6-7395-4751-B9DA-53B4AE7C350E}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