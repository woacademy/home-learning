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FD058F-7D3B-4A0B-862D-00E62BA8A7C3}">
  <a:tblStyle styleId="{19FD058F-7D3B-4A0B-862D-00E62BA8A7C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{19FD058F-7D3B-4A0B-862D-00E62BA8A7C3}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{19FD058F-7D3B-4A0B-862D-00E62BA8A7C3}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{19FD058F-7D3B-4A0B-862D-00E62BA8A7C3}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{19FD058F-7D3B-4A0B-862D-00E62BA8A7C3}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{19FD058F-7D3B-4A0B-862D-00E62BA8A7C3}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