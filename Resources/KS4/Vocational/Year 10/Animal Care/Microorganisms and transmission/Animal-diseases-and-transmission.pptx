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FAF990-5E51-4CDB-AC8F-3D588D8A4897}">
  <a:tblStyle styleId="{E7FAF990-5E51-4CDB-AC8F-3D588D8A48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{E7FAF990-5E51-4CDB-AC8F-3D588D8A4897}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{E7FAF990-5E51-4CDB-AC8F-3D588D8A4897}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{E7FAF990-5E51-4CDB-AC8F-3D588D8A4897}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{E7FAF990-5E51-4CDB-AC8F-3D588D8A4897}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{E7FAF990-5E51-4CDB-AC8F-3D588D8A4897}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