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AC3847-BD16-4D13-8B33-F65CF39AFFD8}">
  <a:tblStyle styleId="{DEAC3847-BD16-4D13-8B33-F65CF39AFF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{DEAC3847-BD16-4D13-8B33-F65CF39AFFD8}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{DEAC3847-BD16-4D13-8B33-F65CF39AFFD8}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{DEAC3847-BD16-4D13-8B33-F65CF39AFFD8}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{DEAC3847-BD16-4D13-8B33-F65CF39AFFD8}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{DEAC3847-BD16-4D13-8B33-F65CF39AFFD8}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