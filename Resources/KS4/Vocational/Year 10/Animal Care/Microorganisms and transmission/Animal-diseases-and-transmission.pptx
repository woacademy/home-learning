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8D22D4-6700-4401-8B14-3112F55EA54A}">
  <a:tblStyle styleId="{768D22D4-6700-4401-8B14-3112F55EA54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{768D22D4-6700-4401-8B14-3112F55EA54A}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{768D22D4-6700-4401-8B14-3112F55EA54A}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{768D22D4-6700-4401-8B14-3112F55EA54A}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{768D22D4-6700-4401-8B14-3112F55EA54A}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{768D22D4-6700-4401-8B14-3112F55EA54A}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