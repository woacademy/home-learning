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F75AC-339B-4648-B12E-6413E9A587C3}">
  <a:tblStyle styleId="{3C8F75AC-339B-4648-B12E-6413E9A587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{3C8F75AC-339B-4648-B12E-6413E9A587C3}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{3C8F75AC-339B-4648-B12E-6413E9A587C3}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{3C8F75AC-339B-4648-B12E-6413E9A587C3}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{3C8F75AC-339B-4648-B12E-6413E9A587C3}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{3C8F75AC-339B-4648-B12E-6413E9A587C3}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