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8CBD55-542A-4B83-811E-396E427ACA68}">
  <a:tblStyle styleId="{C28CBD55-542A-4B83-811E-396E427ACA6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{C28CBD55-542A-4B83-811E-396E427ACA68}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{C28CBD55-542A-4B83-811E-396E427ACA68}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{C28CBD55-542A-4B83-811E-396E427ACA68}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{C28CBD55-542A-4B83-811E-396E427ACA68}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{C28CBD55-542A-4B83-811E-396E427ACA68}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