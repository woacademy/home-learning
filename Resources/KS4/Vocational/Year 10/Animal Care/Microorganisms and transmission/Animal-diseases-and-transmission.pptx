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99C003-3F48-4918-A14C-D2644C32C8FF}">
  <a:tblStyle styleId="{0D99C003-3F48-4918-A14C-D2644C32C8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{0D99C003-3F48-4918-A14C-D2644C32C8FF}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{0D99C003-3F48-4918-A14C-D2644C32C8FF}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{0D99C003-3F48-4918-A14C-D2644C32C8FF}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{0D99C003-3F48-4918-A14C-D2644C32C8FF}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{0D99C003-3F48-4918-A14C-D2644C32C8FF}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