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F1D21F-6706-48E3-BC3D-1AAE8DBA11C5}">
  <a:tblStyle styleId="{D2F1D21F-6706-48E3-BC3D-1AAE8DBA11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{D2F1D21F-6706-48E3-BC3D-1AAE8DBA11C5}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{D2F1D21F-6706-48E3-BC3D-1AAE8DBA11C5}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{D2F1D21F-6706-48E3-BC3D-1AAE8DBA11C5}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{D2F1D21F-6706-48E3-BC3D-1AAE8DBA11C5}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{D2F1D21F-6706-48E3-BC3D-1AAE8DBA11C5}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