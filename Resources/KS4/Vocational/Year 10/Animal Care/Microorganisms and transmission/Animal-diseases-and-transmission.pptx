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24199-4DFB-493E-9405-EDE9C3F0B156}">
  <a:tblStyle styleId="{25624199-4DFB-493E-9405-EDE9C3F0B1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{25624199-4DFB-493E-9405-EDE9C3F0B156}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{25624199-4DFB-493E-9405-EDE9C3F0B156}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{25624199-4DFB-493E-9405-EDE9C3F0B156}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{25624199-4DFB-493E-9405-EDE9C3F0B156}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{25624199-4DFB-493E-9405-EDE9C3F0B156}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