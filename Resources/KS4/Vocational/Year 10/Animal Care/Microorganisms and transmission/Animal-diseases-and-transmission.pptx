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CF35AC-EA5C-4912-8B0F-6303582E1D4B}">
  <a:tblStyle styleId="{47CF35AC-EA5C-4912-8B0F-6303582E1D4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{47CF35AC-EA5C-4912-8B0F-6303582E1D4B}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{47CF35AC-EA5C-4912-8B0F-6303582E1D4B}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{47CF35AC-EA5C-4912-8B0F-6303582E1D4B}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{47CF35AC-EA5C-4912-8B0F-6303582E1D4B}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{47CF35AC-EA5C-4912-8B0F-6303582E1D4B}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