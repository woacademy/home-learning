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B8E34-7463-46B2-805B-F76A7111953E}">
  <a:tblStyle styleId="{9EEB8E34-7463-46B2-805B-F76A7111953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{9EEB8E34-7463-46B2-805B-F76A7111953E}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{9EEB8E34-7463-46B2-805B-F76A7111953E}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{9EEB8E34-7463-46B2-805B-F76A7111953E}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{9EEB8E34-7463-46B2-805B-F76A7111953E}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{9EEB8E34-7463-46B2-805B-F76A7111953E}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