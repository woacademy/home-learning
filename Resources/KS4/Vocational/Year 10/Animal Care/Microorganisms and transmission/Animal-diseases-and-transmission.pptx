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7FB30A-3E77-4D58-9B92-E611F6549FDC}">
  <a:tblStyle styleId="{327FB30A-3E77-4D58-9B92-E611F6549F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{327FB30A-3E77-4D58-9B92-E611F6549FDC}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{327FB30A-3E77-4D58-9B92-E611F6549FDC}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{327FB30A-3E77-4D58-9B92-E611F6549FDC}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{327FB30A-3E77-4D58-9B92-E611F6549FDC}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{327FB30A-3E77-4D58-9B92-E611F6549FDC}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