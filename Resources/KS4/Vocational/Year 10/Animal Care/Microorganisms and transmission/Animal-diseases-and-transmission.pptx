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3582EF-E3ED-4764-8093-B8C2F58D9830}">
  <a:tblStyle styleId="{6F3582EF-E3ED-4764-8093-B8C2F58D98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{6F3582EF-E3ED-4764-8093-B8C2F58D9830}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{6F3582EF-E3ED-4764-8093-B8C2F58D9830}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{6F3582EF-E3ED-4764-8093-B8C2F58D9830}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{6F3582EF-E3ED-4764-8093-B8C2F58D9830}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{6F3582EF-E3ED-4764-8093-B8C2F58D9830}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