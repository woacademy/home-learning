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8F30D8-18CE-418F-AA8A-43E375E6E922}">
  <a:tblStyle styleId="{188F30D8-18CE-418F-AA8A-43E375E6E9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{188F30D8-18CE-418F-AA8A-43E375E6E922}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{188F30D8-18CE-418F-AA8A-43E375E6E922}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{188F30D8-18CE-418F-AA8A-43E375E6E922}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{188F30D8-18CE-418F-AA8A-43E375E6E922}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{188F30D8-18CE-418F-AA8A-43E375E6E922}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