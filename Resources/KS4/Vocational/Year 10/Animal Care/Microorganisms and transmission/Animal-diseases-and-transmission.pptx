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0FB807-8AB1-42E2-A78C-EC3551A357DE}">
  <a:tblStyle styleId="{5C0FB807-8AB1-42E2-A78C-EC3551A357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{5C0FB807-8AB1-42E2-A78C-EC3551A357DE}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{5C0FB807-8AB1-42E2-A78C-EC3551A357DE}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{5C0FB807-8AB1-42E2-A78C-EC3551A357DE}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{5C0FB807-8AB1-42E2-A78C-EC3551A357DE}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{5C0FB807-8AB1-42E2-A78C-EC3551A357DE}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