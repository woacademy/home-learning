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D65707-07B2-4C0D-977C-2E2B781855E5}">
  <a:tblStyle styleId="{EAD65707-07B2-4C0D-977C-2E2B781855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{EAD65707-07B2-4C0D-977C-2E2B781855E5}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{EAD65707-07B2-4C0D-977C-2E2B781855E5}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{EAD65707-07B2-4C0D-977C-2E2B781855E5}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{EAD65707-07B2-4C0D-977C-2E2B781855E5}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{EAD65707-07B2-4C0D-977C-2E2B781855E5}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