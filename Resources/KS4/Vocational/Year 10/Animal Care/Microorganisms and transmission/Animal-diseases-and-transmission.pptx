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6D3EFA-F50D-4BDC-818B-AAE966A87C37}">
  <a:tblStyle styleId="{A56D3EFA-F50D-4BDC-818B-AAE966A87C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{A56D3EFA-F50D-4BDC-818B-AAE966A87C37}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{A56D3EFA-F50D-4BDC-818B-AAE966A87C37}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{A56D3EFA-F50D-4BDC-818B-AAE966A87C37}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{A56D3EFA-F50D-4BDC-818B-AAE966A87C37}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{A56D3EFA-F50D-4BDC-818B-AAE966A87C37}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