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1EC8F9-1318-4117-8BD3-6CE90819404B}">
  <a:tblStyle styleId="{B01EC8F9-1318-4117-8BD3-6CE9081940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{B01EC8F9-1318-4117-8BD3-6CE90819404B}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{B01EC8F9-1318-4117-8BD3-6CE90819404B}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{B01EC8F9-1318-4117-8BD3-6CE90819404B}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{B01EC8F9-1318-4117-8BD3-6CE90819404B}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{B01EC8F9-1318-4117-8BD3-6CE90819404B}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