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BBEF52-8D0D-4F1D-BE3C-8B90C33CC48B}">
  <a:tblStyle styleId="{9CBBEF52-8D0D-4F1D-BE3C-8B90C33CC4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{9CBBEF52-8D0D-4F1D-BE3C-8B90C33CC48B}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{9CBBEF52-8D0D-4F1D-BE3C-8B90C33CC48B}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{9CBBEF52-8D0D-4F1D-BE3C-8B90C33CC48B}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{9CBBEF52-8D0D-4F1D-BE3C-8B90C33CC48B}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{9CBBEF52-8D0D-4F1D-BE3C-8B90C33CC48B}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