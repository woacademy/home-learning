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F996E0-516B-4315-AA48-6C0FBF59F9F9}">
  <a:tblStyle styleId="{F4F996E0-516B-4315-AA48-6C0FBF59F9F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{F4F996E0-516B-4315-AA48-6C0FBF59F9F9}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{F4F996E0-516B-4315-AA48-6C0FBF59F9F9}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{F4F996E0-516B-4315-AA48-6C0FBF59F9F9}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{F4F996E0-516B-4315-AA48-6C0FBF59F9F9}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{F4F996E0-516B-4315-AA48-6C0FBF59F9F9}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