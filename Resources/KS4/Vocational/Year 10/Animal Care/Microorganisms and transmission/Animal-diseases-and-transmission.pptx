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0383BD-22B3-4FDB-BA67-CB6FACBD7658}">
  <a:tblStyle styleId="{EC0383BD-22B3-4FDB-BA67-CB6FACBD76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{EC0383BD-22B3-4FDB-BA67-CB6FACBD7658}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{EC0383BD-22B3-4FDB-BA67-CB6FACBD7658}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{EC0383BD-22B3-4FDB-BA67-CB6FACBD7658}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{EC0383BD-22B3-4FDB-BA67-CB6FACBD7658}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{EC0383BD-22B3-4FDB-BA67-CB6FACBD7658}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