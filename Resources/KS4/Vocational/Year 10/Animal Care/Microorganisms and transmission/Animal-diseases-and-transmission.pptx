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449540-DF39-4685-A2D1-C4B8C66ED611}">
  <a:tblStyle styleId="{DF449540-DF39-4685-A2D1-C4B8C66ED61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{DF449540-DF39-4685-A2D1-C4B8C66ED611}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{DF449540-DF39-4685-A2D1-C4B8C66ED611}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{DF449540-DF39-4685-A2D1-C4B8C66ED611}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{DF449540-DF39-4685-A2D1-C4B8C66ED611}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{DF449540-DF39-4685-A2D1-C4B8C66ED611}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