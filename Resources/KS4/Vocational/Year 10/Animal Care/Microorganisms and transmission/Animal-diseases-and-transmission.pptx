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9B5214-D38B-46D2-B2E8-CF901B7B8834}">
  <a:tblStyle styleId="{F49B5214-D38B-46D2-B2E8-CF901B7B883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{F49B5214-D38B-46D2-B2E8-CF901B7B8834}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{F49B5214-D38B-46D2-B2E8-CF901B7B8834}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{F49B5214-D38B-46D2-B2E8-CF901B7B8834}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{F49B5214-D38B-46D2-B2E8-CF901B7B8834}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{F49B5214-D38B-46D2-B2E8-CF901B7B8834}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