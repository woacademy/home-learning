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669B75-ECDF-494B-B105-5B1EA25E1815}">
  <a:tblStyle styleId="{BC669B75-ECDF-494B-B105-5B1EA25E181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{BC669B75-ECDF-494B-B105-5B1EA25E1815}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{BC669B75-ECDF-494B-B105-5B1EA25E1815}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{BC669B75-ECDF-494B-B105-5B1EA25E1815}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{BC669B75-ECDF-494B-B105-5B1EA25E1815}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{BC669B75-ECDF-494B-B105-5B1EA25E1815}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