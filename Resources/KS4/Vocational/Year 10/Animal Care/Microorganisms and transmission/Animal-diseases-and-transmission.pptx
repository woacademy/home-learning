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2F819CD-7492-4D85-9D70-CE1B60BDBE06}">
  <a:tblStyle styleId="{92F819CD-7492-4D85-9D70-CE1B60BDBE06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{92F819CD-7492-4D85-9D70-CE1B60BDBE06}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{92F819CD-7492-4D85-9D70-CE1B60BDBE06}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{92F819CD-7492-4D85-9D70-CE1B60BDBE06}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{92F819CD-7492-4D85-9D70-CE1B60BDBE06}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{92F819CD-7492-4D85-9D70-CE1B60BDBE06}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