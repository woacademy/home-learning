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722B87-85CE-4298-B52B-48926971FC8E}">
  <a:tblStyle styleId="{F2722B87-85CE-4298-B52B-48926971FC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{F2722B87-85CE-4298-B52B-48926971FC8E}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{F2722B87-85CE-4298-B52B-48926971FC8E}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{F2722B87-85CE-4298-B52B-48926971FC8E}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{F2722B87-85CE-4298-B52B-48926971FC8E}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{F2722B87-85CE-4298-B52B-48926971FC8E}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