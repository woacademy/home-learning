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3347EB-B57A-4BAE-ABAA-9F51A0972219}">
  <a:tblStyle styleId="{DA3347EB-B57A-4BAE-ABAA-9F51A097221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{DA3347EB-B57A-4BAE-ABAA-9F51A0972219}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{DA3347EB-B57A-4BAE-ABAA-9F51A0972219}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{DA3347EB-B57A-4BAE-ABAA-9F51A0972219}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{DA3347EB-B57A-4BAE-ABAA-9F51A0972219}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{DA3347EB-B57A-4BAE-ABAA-9F51A0972219}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