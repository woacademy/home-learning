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AD7AA-FB28-4157-A163-A2FE94360A7C}">
  <a:tblStyle styleId="{4A2AD7AA-FB28-4157-A163-A2FE94360A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{4A2AD7AA-FB28-4157-A163-A2FE94360A7C}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{4A2AD7AA-FB28-4157-A163-A2FE94360A7C}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{4A2AD7AA-FB28-4157-A163-A2FE94360A7C}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{4A2AD7AA-FB28-4157-A163-A2FE94360A7C}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{4A2AD7AA-FB28-4157-A163-A2FE94360A7C}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