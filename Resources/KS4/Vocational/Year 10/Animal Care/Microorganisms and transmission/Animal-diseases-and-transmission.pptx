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59EADE7-0500-4A8F-862F-F763E8252C29}">
  <a:tblStyle styleId="{E59EADE7-0500-4A8F-862F-F763E8252C2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{E59EADE7-0500-4A8F-862F-F763E8252C29}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{E59EADE7-0500-4A8F-862F-F763E8252C29}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{E59EADE7-0500-4A8F-862F-F763E8252C29}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{E59EADE7-0500-4A8F-862F-F763E8252C29}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{E59EADE7-0500-4A8F-862F-F763E8252C29}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