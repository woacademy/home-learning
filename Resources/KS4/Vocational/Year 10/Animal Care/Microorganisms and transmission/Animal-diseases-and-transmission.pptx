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03261-EAD0-4262-9B82-2267C2208089}">
  <a:tblStyle styleId="{01903261-EAD0-4262-9B82-2267C22080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{01903261-EAD0-4262-9B82-2267C2208089}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{01903261-EAD0-4262-9B82-2267C2208089}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{01903261-EAD0-4262-9B82-2267C2208089}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{01903261-EAD0-4262-9B82-2267C2208089}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{01903261-EAD0-4262-9B82-2267C2208089}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