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835D6B-8EDC-45FA-A768-E4DADF4BCD71}">
  <a:tblStyle styleId="{05835D6B-8EDC-45FA-A768-E4DADF4BCD7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{05835D6B-8EDC-45FA-A768-E4DADF4BCD71}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{05835D6B-8EDC-45FA-A768-E4DADF4BCD71}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{05835D6B-8EDC-45FA-A768-E4DADF4BCD71}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{05835D6B-8EDC-45FA-A768-E4DADF4BCD71}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{05835D6B-8EDC-45FA-A768-E4DADF4BCD71}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