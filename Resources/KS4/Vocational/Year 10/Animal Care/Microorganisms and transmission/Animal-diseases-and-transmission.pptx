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78B45124-A950-47C2-A458-B59D171749E7}">
  <a:tblStyle styleId="{78B45124-A950-47C2-A458-B59D171749E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{78B45124-A950-47C2-A458-B59D171749E7}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{78B45124-A950-47C2-A458-B59D171749E7}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{78B45124-A950-47C2-A458-B59D171749E7}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{78B45124-A950-47C2-A458-B59D171749E7}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{78B45124-A950-47C2-A458-B59D171749E7}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