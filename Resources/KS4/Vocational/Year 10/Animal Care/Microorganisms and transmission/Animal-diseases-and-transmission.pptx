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4240C8-ACAE-4A26-925C-81399B159244}">
  <a:tblStyle styleId="{454240C8-ACAE-4A26-925C-81399B15924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{454240C8-ACAE-4A26-925C-81399B159244}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{454240C8-ACAE-4A26-925C-81399B159244}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{454240C8-ACAE-4A26-925C-81399B159244}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{454240C8-ACAE-4A26-925C-81399B159244}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{454240C8-ACAE-4A26-925C-81399B159244}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