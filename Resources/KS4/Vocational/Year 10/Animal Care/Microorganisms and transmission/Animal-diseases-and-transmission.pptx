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46B46A-7B64-4029-93DE-7C8A81A4D776}">
  <a:tblStyle styleId="{DD46B46A-7B64-4029-93DE-7C8A81A4D7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{DD46B46A-7B64-4029-93DE-7C8A81A4D776}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{DD46B46A-7B64-4029-93DE-7C8A81A4D776}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{DD46B46A-7B64-4029-93DE-7C8A81A4D776}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{DD46B46A-7B64-4029-93DE-7C8A81A4D776}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{DD46B46A-7B64-4029-93DE-7C8A81A4D776}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