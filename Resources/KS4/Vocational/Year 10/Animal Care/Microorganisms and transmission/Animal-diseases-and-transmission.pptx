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D93FDB-6510-4A7A-B7D9-3538B7A9742C}">
  <a:tblStyle styleId="{AFD93FDB-6510-4A7A-B7D9-3538B7A974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{AFD93FDB-6510-4A7A-B7D9-3538B7A9742C}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{AFD93FDB-6510-4A7A-B7D9-3538B7A9742C}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{AFD93FDB-6510-4A7A-B7D9-3538B7A9742C}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{AFD93FDB-6510-4A7A-B7D9-3538B7A9742C}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{AFD93FDB-6510-4A7A-B7D9-3538B7A9742C}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