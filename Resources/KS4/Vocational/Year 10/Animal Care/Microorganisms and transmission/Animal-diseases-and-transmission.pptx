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52988E-29B2-440C-8490-D98C19C1311F}">
  <a:tblStyle styleId="{5852988E-29B2-440C-8490-D98C19C131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{5852988E-29B2-440C-8490-D98C19C1311F}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{5852988E-29B2-440C-8490-D98C19C1311F}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{5852988E-29B2-440C-8490-D98C19C1311F}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{5852988E-29B2-440C-8490-D98C19C1311F}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{5852988E-29B2-440C-8490-D98C19C1311F}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