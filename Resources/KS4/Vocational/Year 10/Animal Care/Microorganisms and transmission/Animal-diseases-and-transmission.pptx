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4D9893-70A1-4E82-9B3A-5B3261E4D592}">
  <a:tblStyle styleId="{C34D9893-70A1-4E82-9B3A-5B3261E4D59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{C34D9893-70A1-4E82-9B3A-5B3261E4D592}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{C34D9893-70A1-4E82-9B3A-5B3261E4D592}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{C34D9893-70A1-4E82-9B3A-5B3261E4D592}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{C34D9893-70A1-4E82-9B3A-5B3261E4D592}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{C34D9893-70A1-4E82-9B3A-5B3261E4D592}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