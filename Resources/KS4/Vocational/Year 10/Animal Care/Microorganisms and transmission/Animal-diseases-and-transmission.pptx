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E9CB29E-D916-497C-8D31-618A9FFE960C}">
  <a:tblStyle styleId="{7E9CB29E-D916-497C-8D31-618A9FFE96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{7E9CB29E-D916-497C-8D31-618A9FFE960C}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{7E9CB29E-D916-497C-8D31-618A9FFE960C}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{7E9CB29E-D916-497C-8D31-618A9FFE960C}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{7E9CB29E-D916-497C-8D31-618A9FFE960C}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{7E9CB29E-D916-497C-8D31-618A9FFE960C}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