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449BE92-17DE-4044-8D9C-11C7A32DBD33}">
  <a:tblStyle styleId="{8449BE92-17DE-4044-8D9C-11C7A32DBD3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{8449BE92-17DE-4044-8D9C-11C7A32DBD33}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{8449BE92-17DE-4044-8D9C-11C7A32DBD33}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{8449BE92-17DE-4044-8D9C-11C7A32DBD33}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{8449BE92-17DE-4044-8D9C-11C7A32DBD33}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{8449BE92-17DE-4044-8D9C-11C7A32DBD33}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