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22EFD-C193-49E6-A651-B4307494B892}">
  <a:tblStyle styleId="{DBD22EFD-C193-49E6-A651-B4307494B8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{DBD22EFD-C193-49E6-A651-B4307494B892}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{DBD22EFD-C193-49E6-A651-B4307494B892}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{DBD22EFD-C193-49E6-A651-B4307494B892}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{DBD22EFD-C193-49E6-A651-B4307494B892}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{DBD22EFD-C193-49E6-A651-B4307494B892}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