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C77CE8-D861-49A9-853E-37E5091193A7}">
  <a:tblStyle styleId="{B3C77CE8-D861-49A9-853E-37E5091193A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{B3C77CE8-D861-49A9-853E-37E5091193A7}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{B3C77CE8-D861-49A9-853E-37E5091193A7}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{B3C77CE8-D861-49A9-853E-37E5091193A7}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{B3C77CE8-D861-49A9-853E-37E5091193A7}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{B3C77CE8-D861-49A9-853E-37E5091193A7}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