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A83B743-5274-4815-8F03-0FD040F4AF98}">
  <a:tblStyle styleId="{1A83B743-5274-4815-8F03-0FD040F4AF9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{1A83B743-5274-4815-8F03-0FD040F4AF98}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{1A83B743-5274-4815-8F03-0FD040F4AF98}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{1A83B743-5274-4815-8F03-0FD040F4AF98}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{1A83B743-5274-4815-8F03-0FD040F4AF98}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{1A83B743-5274-4815-8F03-0FD040F4AF98}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