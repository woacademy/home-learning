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B2F69F-EB64-493A-8F1B-C74C421FEFE2}">
  <a:tblStyle styleId="{F8B2F69F-EB64-493A-8F1B-C74C421FEF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{F8B2F69F-EB64-493A-8F1B-C74C421FEFE2}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{F8B2F69F-EB64-493A-8F1B-C74C421FEFE2}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{F8B2F69F-EB64-493A-8F1B-C74C421FEFE2}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{F8B2F69F-EB64-493A-8F1B-C74C421FEFE2}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{F8B2F69F-EB64-493A-8F1B-C74C421FEFE2}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