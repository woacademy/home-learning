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07DCC9B-3471-4F84-86EA-943A8B941FC9}">
  <a:tblStyle styleId="{E07DCC9B-3471-4F84-86EA-943A8B941FC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{E07DCC9B-3471-4F84-86EA-943A8B941FC9}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{E07DCC9B-3471-4F84-86EA-943A8B941FC9}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{E07DCC9B-3471-4F84-86EA-943A8B941FC9}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{E07DCC9B-3471-4F84-86EA-943A8B941FC9}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{E07DCC9B-3471-4F84-86EA-943A8B941FC9}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