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68E0F2-AD0B-42A9-A529-627E2B1FD8AD}">
  <a:tblStyle styleId="{DD68E0F2-AD0B-42A9-A529-627E2B1FD8A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{DD68E0F2-AD0B-42A9-A529-627E2B1FD8AD}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{DD68E0F2-AD0B-42A9-A529-627E2B1FD8AD}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{DD68E0F2-AD0B-42A9-A529-627E2B1FD8AD}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{DD68E0F2-AD0B-42A9-A529-627E2B1FD8AD}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{DD68E0F2-AD0B-42A9-A529-627E2B1FD8AD}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