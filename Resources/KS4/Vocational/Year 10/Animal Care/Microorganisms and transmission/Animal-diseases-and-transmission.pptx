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C82FA4-4201-40F8-B63D-4994C81907B9}">
  <a:tblStyle styleId="{28C82FA4-4201-40F8-B63D-4994C8190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{28C82FA4-4201-40F8-B63D-4994C81907B9}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{28C82FA4-4201-40F8-B63D-4994C81907B9}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{28C82FA4-4201-40F8-B63D-4994C81907B9}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{28C82FA4-4201-40F8-B63D-4994C81907B9}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{28C82FA4-4201-40F8-B63D-4994C81907B9}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