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3FB280-2186-46BE-9A39-6CE0476EB944}">
  <a:tblStyle styleId="{1B3FB280-2186-46BE-9A39-6CE0476EB94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{1B3FB280-2186-46BE-9A39-6CE0476EB944}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{1B3FB280-2186-46BE-9A39-6CE0476EB944}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{1B3FB280-2186-46BE-9A39-6CE0476EB944}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{1B3FB280-2186-46BE-9A39-6CE0476EB944}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{1B3FB280-2186-46BE-9A39-6CE0476EB944}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