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5BBF5A-7AE9-4E1A-8ADD-A05850FE61A8}">
  <a:tblStyle styleId="{C05BBF5A-7AE9-4E1A-8ADD-A05850FE61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{C05BBF5A-7AE9-4E1A-8ADD-A05850FE61A8}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{C05BBF5A-7AE9-4E1A-8ADD-A05850FE61A8}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{C05BBF5A-7AE9-4E1A-8ADD-A05850FE61A8}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{C05BBF5A-7AE9-4E1A-8ADD-A05850FE61A8}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{C05BBF5A-7AE9-4E1A-8ADD-A05850FE61A8}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