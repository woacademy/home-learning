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9E72D-AA9F-48CE-B8F4-C6EB96C7433A}">
  <a:tblStyle styleId="{0979E72D-AA9F-48CE-B8F4-C6EB96C743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{0979E72D-AA9F-48CE-B8F4-C6EB96C7433A}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{0979E72D-AA9F-48CE-B8F4-C6EB96C7433A}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{0979E72D-AA9F-48CE-B8F4-C6EB96C7433A}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{0979E72D-AA9F-48CE-B8F4-C6EB96C7433A}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{0979E72D-AA9F-48CE-B8F4-C6EB96C7433A}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