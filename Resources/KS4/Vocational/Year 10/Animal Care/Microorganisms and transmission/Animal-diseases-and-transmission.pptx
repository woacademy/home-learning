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AF76F4-0513-4F6F-8DDB-39AAAC95FA13}">
  <a:tblStyle styleId="{14AF76F4-0513-4F6F-8DDB-39AAAC95FA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{14AF76F4-0513-4F6F-8DDB-39AAAC95FA13}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{14AF76F4-0513-4F6F-8DDB-39AAAC95FA13}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{14AF76F4-0513-4F6F-8DDB-39AAAC95FA13}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{14AF76F4-0513-4F6F-8DDB-39AAAC95FA13}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{14AF76F4-0513-4F6F-8DDB-39AAAC95FA13}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