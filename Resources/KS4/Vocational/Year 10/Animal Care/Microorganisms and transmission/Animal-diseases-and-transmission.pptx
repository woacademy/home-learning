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D817AF-2240-4534-A2D9-77A1321A0BBB}">
  <a:tblStyle styleId="{EFD817AF-2240-4534-A2D9-77A1321A0B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{EFD817AF-2240-4534-A2D9-77A1321A0BBB}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{EFD817AF-2240-4534-A2D9-77A1321A0BBB}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{EFD817AF-2240-4534-A2D9-77A1321A0BBB}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{EFD817AF-2240-4534-A2D9-77A1321A0BBB}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{EFD817AF-2240-4534-A2D9-77A1321A0BBB}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