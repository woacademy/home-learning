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C7C07-2CC1-449C-9739-CD29FFDD6870}">
  <a:tblStyle styleId="{E9CC7C07-2CC1-449C-9739-CD29FFDD68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{E9CC7C07-2CC1-449C-9739-CD29FFDD6870}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{E9CC7C07-2CC1-449C-9739-CD29FFDD6870}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{E9CC7C07-2CC1-449C-9739-CD29FFDD6870}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{E9CC7C07-2CC1-449C-9739-CD29FFDD6870}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{E9CC7C07-2CC1-449C-9739-CD29FFDD6870}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