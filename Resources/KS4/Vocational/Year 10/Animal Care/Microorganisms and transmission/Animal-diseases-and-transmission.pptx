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14A79CC-0ACB-4AFC-94FE-72DF4B69F722}">
  <a:tblStyle styleId="{314A79CC-0ACB-4AFC-94FE-72DF4B69F7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{314A79CC-0ACB-4AFC-94FE-72DF4B69F722}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{314A79CC-0ACB-4AFC-94FE-72DF4B69F722}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{314A79CC-0ACB-4AFC-94FE-72DF4B69F722}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{314A79CC-0ACB-4AFC-94FE-72DF4B69F722}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{314A79CC-0ACB-4AFC-94FE-72DF4B69F722}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