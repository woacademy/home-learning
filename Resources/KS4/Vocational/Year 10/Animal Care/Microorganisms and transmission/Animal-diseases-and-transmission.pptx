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B5506-6FCE-4666-B14B-2CC2D580FAE3}">
  <a:tblStyle styleId="{5B0B5506-6FCE-4666-B14B-2CC2D580FA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{5B0B5506-6FCE-4666-B14B-2CC2D580FAE3}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{5B0B5506-6FCE-4666-B14B-2CC2D580FAE3}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{5B0B5506-6FCE-4666-B14B-2CC2D580FAE3}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{5B0B5506-6FCE-4666-B14B-2CC2D580FAE3}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{5B0B5506-6FCE-4666-B14B-2CC2D580FAE3}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