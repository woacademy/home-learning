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D12854-8A65-4762-A60E-2D7C127DF353}">
  <a:tblStyle styleId="{AED12854-8A65-4762-A60E-2D7C127DF3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{AED12854-8A65-4762-A60E-2D7C127DF353}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{AED12854-8A65-4762-A60E-2D7C127DF353}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{AED12854-8A65-4762-A60E-2D7C127DF353}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{AED12854-8A65-4762-A60E-2D7C127DF353}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{AED12854-8A65-4762-A60E-2D7C127DF353}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