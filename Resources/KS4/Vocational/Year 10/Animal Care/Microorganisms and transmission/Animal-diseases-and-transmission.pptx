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9743F1-BE11-4A26-BDFE-9568B824DDD5}">
  <a:tblStyle styleId="{FF9743F1-BE11-4A26-BDFE-9568B824DD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{FF9743F1-BE11-4A26-BDFE-9568B824DDD5}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{FF9743F1-BE11-4A26-BDFE-9568B824DDD5}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{FF9743F1-BE11-4A26-BDFE-9568B824DDD5}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{FF9743F1-BE11-4A26-BDFE-9568B824DDD5}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{FF9743F1-BE11-4A26-BDFE-9568B824DDD5}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