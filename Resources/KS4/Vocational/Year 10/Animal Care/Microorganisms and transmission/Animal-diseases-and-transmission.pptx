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50AEE9F-1A38-459A-A9D7-CA8B1A4DE5E0}">
  <a:tblStyle styleId="{C50AEE9F-1A38-459A-A9D7-CA8B1A4DE5E0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{C50AEE9F-1A38-459A-A9D7-CA8B1A4DE5E0}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{C50AEE9F-1A38-459A-A9D7-CA8B1A4DE5E0}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{C50AEE9F-1A38-459A-A9D7-CA8B1A4DE5E0}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{C50AEE9F-1A38-459A-A9D7-CA8B1A4DE5E0}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{C50AEE9F-1A38-459A-A9D7-CA8B1A4DE5E0}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