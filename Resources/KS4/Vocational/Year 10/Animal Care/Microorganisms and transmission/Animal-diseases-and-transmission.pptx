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666D0D-E925-482F-A795-D597D6C7B7E1}">
  <a:tblStyle styleId="{01666D0D-E925-482F-A795-D597D6C7B7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{01666D0D-E925-482F-A795-D597D6C7B7E1}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{01666D0D-E925-482F-A795-D597D6C7B7E1}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{01666D0D-E925-482F-A795-D597D6C7B7E1}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{01666D0D-E925-482F-A795-D597D6C7B7E1}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{01666D0D-E925-482F-A795-D597D6C7B7E1}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