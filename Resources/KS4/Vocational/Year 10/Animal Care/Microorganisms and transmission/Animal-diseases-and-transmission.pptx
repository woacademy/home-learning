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9B5D422-11C9-4253-BA8F-7CE26175B195}">
  <a:tblStyle styleId="{79B5D422-11C9-4253-BA8F-7CE26175B1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{79B5D422-11C9-4253-BA8F-7CE26175B195}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{79B5D422-11C9-4253-BA8F-7CE26175B195}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{79B5D422-11C9-4253-BA8F-7CE26175B195}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{79B5D422-11C9-4253-BA8F-7CE26175B195}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{79B5D422-11C9-4253-BA8F-7CE26175B195}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