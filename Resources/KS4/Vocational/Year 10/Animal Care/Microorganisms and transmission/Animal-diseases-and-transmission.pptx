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6D4F6F-4D5D-4FB4-9E83-7BD3C02E2BDF}">
  <a:tblStyle styleId="{736D4F6F-4D5D-4FB4-9E83-7BD3C02E2BD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{736D4F6F-4D5D-4FB4-9E83-7BD3C02E2BDF}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{736D4F6F-4D5D-4FB4-9E83-7BD3C02E2BDF}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{736D4F6F-4D5D-4FB4-9E83-7BD3C02E2BDF}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{736D4F6F-4D5D-4FB4-9E83-7BD3C02E2BDF}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{736D4F6F-4D5D-4FB4-9E83-7BD3C02E2BDF}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