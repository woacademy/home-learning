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E631D9-43DD-42BD-AC04-24F5969ECC1F}">
  <a:tblStyle styleId="{CBE631D9-43DD-42BD-AC04-24F5969ECC1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{CBE631D9-43DD-42BD-AC04-24F5969ECC1F}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{CBE631D9-43DD-42BD-AC04-24F5969ECC1F}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{CBE631D9-43DD-42BD-AC04-24F5969ECC1F}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{CBE631D9-43DD-42BD-AC04-24F5969ECC1F}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{CBE631D9-43DD-42BD-AC04-24F5969ECC1F}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