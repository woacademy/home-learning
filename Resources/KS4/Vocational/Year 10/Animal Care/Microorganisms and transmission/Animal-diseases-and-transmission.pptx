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16FC1F-1DDD-4953-918E-50952F06372E}">
  <a:tblStyle styleId="{E516FC1F-1DDD-4953-918E-50952F0637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{E516FC1F-1DDD-4953-918E-50952F06372E}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{E516FC1F-1DDD-4953-918E-50952F06372E}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{E516FC1F-1DDD-4953-918E-50952F06372E}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{E516FC1F-1DDD-4953-918E-50952F06372E}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{E516FC1F-1DDD-4953-918E-50952F06372E}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