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B8E1AF-9F73-4C9C-8A8C-891DCEFE0AFA}">
  <a:tblStyle styleId="{30B8E1AF-9F73-4C9C-8A8C-891DCEFE0AF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{30B8E1AF-9F73-4C9C-8A8C-891DCEFE0AFA}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{30B8E1AF-9F73-4C9C-8A8C-891DCEFE0AFA}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{30B8E1AF-9F73-4C9C-8A8C-891DCEFE0AFA}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{30B8E1AF-9F73-4C9C-8A8C-891DCEFE0AFA}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{30B8E1AF-9F73-4C9C-8A8C-891DCEFE0AFA}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