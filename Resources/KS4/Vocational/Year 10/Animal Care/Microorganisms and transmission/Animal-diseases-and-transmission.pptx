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EC32BD-826F-4613-ACF3-A2F69ACDE0A3}">
  <a:tblStyle styleId="{52EC32BD-826F-4613-ACF3-A2F69ACDE0A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{52EC32BD-826F-4613-ACF3-A2F69ACDE0A3}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{52EC32BD-826F-4613-ACF3-A2F69ACDE0A3}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{52EC32BD-826F-4613-ACF3-A2F69ACDE0A3}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{52EC32BD-826F-4613-ACF3-A2F69ACDE0A3}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{52EC32BD-826F-4613-ACF3-A2F69ACDE0A3}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