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88C46F-BE9A-4634-A120-000F19A04F68}">
  <a:tblStyle styleId="{6188C46F-BE9A-4634-A120-000F19A04F6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{6188C46F-BE9A-4634-A120-000F19A04F68}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{6188C46F-BE9A-4634-A120-000F19A04F68}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{6188C46F-BE9A-4634-A120-000F19A04F68}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{6188C46F-BE9A-4634-A120-000F19A04F68}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{6188C46F-BE9A-4634-A120-000F19A04F68}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