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1FA944-9017-4558-A18F-AE9C3CE5A26D}">
  <a:tblStyle styleId="{041FA944-9017-4558-A18F-AE9C3CE5A2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{041FA944-9017-4558-A18F-AE9C3CE5A26D}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{041FA944-9017-4558-A18F-AE9C3CE5A26D}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{041FA944-9017-4558-A18F-AE9C3CE5A26D}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{041FA944-9017-4558-A18F-AE9C3CE5A26D}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{041FA944-9017-4558-A18F-AE9C3CE5A26D}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