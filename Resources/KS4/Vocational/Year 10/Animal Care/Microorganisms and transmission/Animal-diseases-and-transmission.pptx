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80E17A-CC12-4EC4-9A1D-CC782AE4D411}">
  <a:tblStyle styleId="{C780E17A-CC12-4EC4-9A1D-CC782AE4D4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{C780E17A-CC12-4EC4-9A1D-CC782AE4D411}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{C780E17A-CC12-4EC4-9A1D-CC782AE4D411}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{C780E17A-CC12-4EC4-9A1D-CC782AE4D411}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{C780E17A-CC12-4EC4-9A1D-CC782AE4D411}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{C780E17A-CC12-4EC4-9A1D-CC782AE4D411}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