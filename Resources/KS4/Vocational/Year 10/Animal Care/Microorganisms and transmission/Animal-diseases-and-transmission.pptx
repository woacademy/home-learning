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F36B770-FC0C-4D91-8D85-D517B72C0E96}">
  <a:tblStyle styleId="{FF36B770-FC0C-4D91-8D85-D517B72C0E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{FF36B770-FC0C-4D91-8D85-D517B72C0E96}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{FF36B770-FC0C-4D91-8D85-D517B72C0E96}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{FF36B770-FC0C-4D91-8D85-D517B72C0E96}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{FF36B770-FC0C-4D91-8D85-D517B72C0E96}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{FF36B770-FC0C-4D91-8D85-D517B72C0E96}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