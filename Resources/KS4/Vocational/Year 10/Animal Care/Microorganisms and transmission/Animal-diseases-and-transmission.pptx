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8D0747-ECEA-4C6F-8A45-86D4222BFC0D}">
  <a:tblStyle styleId="{988D0747-ECEA-4C6F-8A45-86D4222BFC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{988D0747-ECEA-4C6F-8A45-86D4222BFC0D}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{988D0747-ECEA-4C6F-8A45-86D4222BFC0D}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{988D0747-ECEA-4C6F-8A45-86D4222BFC0D}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{988D0747-ECEA-4C6F-8A45-86D4222BFC0D}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{988D0747-ECEA-4C6F-8A45-86D4222BFC0D}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