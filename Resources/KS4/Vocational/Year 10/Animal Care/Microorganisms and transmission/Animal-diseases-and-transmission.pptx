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4680C3F-4F2A-49EA-8085-ED662662FCEB}">
  <a:tblStyle styleId="{94680C3F-4F2A-49EA-8085-ED662662FCE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{94680C3F-4F2A-49EA-8085-ED662662FCEB}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{94680C3F-4F2A-49EA-8085-ED662662FCEB}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{94680C3F-4F2A-49EA-8085-ED662662FCEB}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{94680C3F-4F2A-49EA-8085-ED662662FCEB}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{94680C3F-4F2A-49EA-8085-ED662662FCEB}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