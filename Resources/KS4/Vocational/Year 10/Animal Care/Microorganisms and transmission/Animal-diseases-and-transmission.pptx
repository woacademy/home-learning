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591535-7511-4957-B584-B6729ABB1407}">
  <a:tblStyle styleId="{D9591535-7511-4957-B584-B6729ABB14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{D9591535-7511-4957-B584-B6729ABB1407}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{D9591535-7511-4957-B584-B6729ABB1407}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{D9591535-7511-4957-B584-B6729ABB1407}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{D9591535-7511-4957-B584-B6729ABB1407}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{D9591535-7511-4957-B584-B6729ABB1407}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