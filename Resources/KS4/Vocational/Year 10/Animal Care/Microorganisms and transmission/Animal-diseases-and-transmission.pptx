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84AEB-4258-4B94-A13E-0D01A41E4E70}">
  <a:tblStyle styleId="{48584AEB-4258-4B94-A13E-0D01A41E4E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{48584AEB-4258-4B94-A13E-0D01A41E4E70}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{48584AEB-4258-4B94-A13E-0D01A41E4E70}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{48584AEB-4258-4B94-A13E-0D01A41E4E70}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{48584AEB-4258-4B94-A13E-0D01A41E4E70}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{48584AEB-4258-4B94-A13E-0D01A41E4E70}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