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44B386-A89A-40DF-8BBE-0C1D9DB06690}">
  <a:tblStyle styleId="{FE44B386-A89A-40DF-8BBE-0C1D9DB066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{FE44B386-A89A-40DF-8BBE-0C1D9DB06690}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{FE44B386-A89A-40DF-8BBE-0C1D9DB06690}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{FE44B386-A89A-40DF-8BBE-0C1D9DB06690}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{FE44B386-A89A-40DF-8BBE-0C1D9DB06690}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{FE44B386-A89A-40DF-8BBE-0C1D9DB06690}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