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F06FB-4C05-4B5E-830B-D4AB8C2DE521}">
  <a:tblStyle styleId="{985F06FB-4C05-4B5E-830B-D4AB8C2DE5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{985F06FB-4C05-4B5E-830B-D4AB8C2DE521}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{985F06FB-4C05-4B5E-830B-D4AB8C2DE521}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{985F06FB-4C05-4B5E-830B-D4AB8C2DE521}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{985F06FB-4C05-4B5E-830B-D4AB8C2DE521}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{985F06FB-4C05-4B5E-830B-D4AB8C2DE521}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