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0EF74-830E-4EE7-94B3-349901162935}">
  <a:tblStyle styleId="{6B90EF74-830E-4EE7-94B3-3499011629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{6B90EF74-830E-4EE7-94B3-349901162935}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{6B90EF74-830E-4EE7-94B3-349901162935}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{6B90EF74-830E-4EE7-94B3-349901162935}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{6B90EF74-830E-4EE7-94B3-349901162935}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{6B90EF74-830E-4EE7-94B3-349901162935}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