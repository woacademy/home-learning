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A88409-FA4A-485B-9D0F-BC9E3D1B2115}">
  <a:tblStyle styleId="{9EA88409-FA4A-485B-9D0F-BC9E3D1B21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{9EA88409-FA4A-485B-9D0F-BC9E3D1B2115}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{9EA88409-FA4A-485B-9D0F-BC9E3D1B2115}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{9EA88409-FA4A-485B-9D0F-BC9E3D1B2115}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{9EA88409-FA4A-485B-9D0F-BC9E3D1B2115}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{9EA88409-FA4A-485B-9D0F-BC9E3D1B2115}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