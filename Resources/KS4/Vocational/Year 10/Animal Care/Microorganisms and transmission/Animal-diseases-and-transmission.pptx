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D84161-2529-4570-B4C3-5F77CD3CFAED}">
  <a:tblStyle styleId="{13D84161-2529-4570-B4C3-5F77CD3CFA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{13D84161-2529-4570-B4C3-5F77CD3CFAED}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{13D84161-2529-4570-B4C3-5F77CD3CFAED}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{13D84161-2529-4570-B4C3-5F77CD3CFAED}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{13D84161-2529-4570-B4C3-5F77CD3CFAED}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{13D84161-2529-4570-B4C3-5F77CD3CFAED}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