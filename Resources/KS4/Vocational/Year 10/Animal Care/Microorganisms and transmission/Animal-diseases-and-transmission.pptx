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97899E-695A-4280-95FD-34AC93F4D420}">
  <a:tblStyle styleId="{A997899E-695A-4280-95FD-34AC93F4D4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{A997899E-695A-4280-95FD-34AC93F4D420}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{A997899E-695A-4280-95FD-34AC93F4D420}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{A997899E-695A-4280-95FD-34AC93F4D420}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{A997899E-695A-4280-95FD-34AC93F4D420}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{A997899E-695A-4280-95FD-34AC93F4D420}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