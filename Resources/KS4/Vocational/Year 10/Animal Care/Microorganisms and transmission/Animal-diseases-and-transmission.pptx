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996704-98AF-48AC-9882-0F32F6A5BF0A}">
  <a:tblStyle styleId="{6B996704-98AF-48AC-9882-0F32F6A5BF0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{6B996704-98AF-48AC-9882-0F32F6A5BF0A}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{6B996704-98AF-48AC-9882-0F32F6A5BF0A}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{6B996704-98AF-48AC-9882-0F32F6A5BF0A}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{6B996704-98AF-48AC-9882-0F32F6A5BF0A}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{6B996704-98AF-48AC-9882-0F32F6A5BF0A}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