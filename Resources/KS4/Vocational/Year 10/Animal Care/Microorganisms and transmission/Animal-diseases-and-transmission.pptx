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ADB7AB-6EB7-4ABE-A875-FFB918B72516}">
  <a:tblStyle styleId="{3CADB7AB-6EB7-4ABE-A875-FFB918B7251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{3CADB7AB-6EB7-4ABE-A875-FFB918B72516}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{3CADB7AB-6EB7-4ABE-A875-FFB918B72516}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{3CADB7AB-6EB7-4ABE-A875-FFB918B72516}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{3CADB7AB-6EB7-4ABE-A875-FFB918B72516}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{3CADB7AB-6EB7-4ABE-A875-FFB918B72516}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