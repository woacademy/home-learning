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9D493D-27DA-4ECE-AD2B-17F94FB936DB}">
  <a:tblStyle styleId="{519D493D-27DA-4ECE-AD2B-17F94FB936D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{519D493D-27DA-4ECE-AD2B-17F94FB936DB}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{519D493D-27DA-4ECE-AD2B-17F94FB936DB}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{519D493D-27DA-4ECE-AD2B-17F94FB936DB}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{519D493D-27DA-4ECE-AD2B-17F94FB936DB}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{519D493D-27DA-4ECE-AD2B-17F94FB936DB}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