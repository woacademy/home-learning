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834DB0-ECD5-4D3F-AC65-EDC3C179B99A}">
  <a:tblStyle styleId="{79834DB0-ECD5-4D3F-AC65-EDC3C179B9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{79834DB0-ECD5-4D3F-AC65-EDC3C179B99A}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{79834DB0-ECD5-4D3F-AC65-EDC3C179B99A}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{79834DB0-ECD5-4D3F-AC65-EDC3C179B99A}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{79834DB0-ECD5-4D3F-AC65-EDC3C179B99A}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{79834DB0-ECD5-4D3F-AC65-EDC3C179B99A}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