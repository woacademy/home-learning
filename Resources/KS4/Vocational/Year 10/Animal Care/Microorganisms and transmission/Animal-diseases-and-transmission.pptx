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CAB09DD-A17E-4F99-950D-DC56FF73F4BD}">
  <a:tblStyle styleId="{1CAB09DD-A17E-4F99-950D-DC56FF73F4B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{1CAB09DD-A17E-4F99-950D-DC56FF73F4BD}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{1CAB09DD-A17E-4F99-950D-DC56FF73F4BD}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{1CAB09DD-A17E-4F99-950D-DC56FF73F4BD}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{1CAB09DD-A17E-4F99-950D-DC56FF73F4BD}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{1CAB09DD-A17E-4F99-950D-DC56FF73F4BD}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