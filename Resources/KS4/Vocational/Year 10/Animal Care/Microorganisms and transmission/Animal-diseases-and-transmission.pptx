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768D94-FBD2-4B56-8845-625A6AF3C640}">
  <a:tblStyle styleId="{89768D94-FBD2-4B56-8845-625A6AF3C64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{89768D94-FBD2-4B56-8845-625A6AF3C640}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{89768D94-FBD2-4B56-8845-625A6AF3C640}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{89768D94-FBD2-4B56-8845-625A6AF3C640}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{89768D94-FBD2-4B56-8845-625A6AF3C640}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{89768D94-FBD2-4B56-8845-625A6AF3C640}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