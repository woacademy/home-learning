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E6FA45-F7A1-41DA-9620-0A84E4FAAA1C}">
  <a:tblStyle styleId="{4BE6FA45-F7A1-41DA-9620-0A84E4FAAA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{4BE6FA45-F7A1-41DA-9620-0A84E4FAAA1C}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{4BE6FA45-F7A1-41DA-9620-0A84E4FAAA1C}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{4BE6FA45-F7A1-41DA-9620-0A84E4FAAA1C}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{4BE6FA45-F7A1-41DA-9620-0A84E4FAAA1C}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{4BE6FA45-F7A1-41DA-9620-0A84E4FAAA1C}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