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958D21-7DF1-4DB8-8855-4C2849BA8423}">
  <a:tblStyle styleId="{2C958D21-7DF1-4DB8-8855-4C2849BA84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{2C958D21-7DF1-4DB8-8855-4C2849BA8423}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{2C958D21-7DF1-4DB8-8855-4C2849BA8423}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{2C958D21-7DF1-4DB8-8855-4C2849BA8423}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{2C958D21-7DF1-4DB8-8855-4C2849BA8423}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{2C958D21-7DF1-4DB8-8855-4C2849BA8423}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