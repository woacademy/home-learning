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B1B5EE-5B07-44F1-BB16-990DFDA47EDB}">
  <a:tblStyle styleId="{16B1B5EE-5B07-44F1-BB16-990DFDA47E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{16B1B5EE-5B07-44F1-BB16-990DFDA47EDB}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{16B1B5EE-5B07-44F1-BB16-990DFDA47EDB}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{16B1B5EE-5B07-44F1-BB16-990DFDA47EDB}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{16B1B5EE-5B07-44F1-BB16-990DFDA47EDB}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{16B1B5EE-5B07-44F1-BB16-990DFDA47EDB}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