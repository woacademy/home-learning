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627447-37A4-4D0D-A07D-A772FB6106F0}">
  <a:tblStyle styleId="{E3627447-37A4-4D0D-A07D-A772FB6106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{E3627447-37A4-4D0D-A07D-A772FB6106F0}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{E3627447-37A4-4D0D-A07D-A772FB6106F0}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{E3627447-37A4-4D0D-A07D-A772FB6106F0}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{E3627447-37A4-4D0D-A07D-A772FB6106F0}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{E3627447-37A4-4D0D-A07D-A772FB6106F0}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