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83E1A-366C-47C8-91AA-C0CE0E036C42}">
  <a:tblStyle styleId="{BE983E1A-366C-47C8-91AA-C0CE0E036C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{BE983E1A-366C-47C8-91AA-C0CE0E036C42}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{BE983E1A-366C-47C8-91AA-C0CE0E036C42}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{BE983E1A-366C-47C8-91AA-C0CE0E036C42}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{BE983E1A-366C-47C8-91AA-C0CE0E036C42}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{BE983E1A-366C-47C8-91AA-C0CE0E036C42}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