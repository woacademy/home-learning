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447248-62D4-4458-B169-9D3F3A7E4917}">
  <a:tblStyle styleId="{A1447248-62D4-4458-B169-9D3F3A7E49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{A1447248-62D4-4458-B169-9D3F3A7E4917}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{A1447248-62D4-4458-B169-9D3F3A7E4917}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{A1447248-62D4-4458-B169-9D3F3A7E4917}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{A1447248-62D4-4458-B169-9D3F3A7E4917}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{A1447248-62D4-4458-B169-9D3F3A7E4917}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