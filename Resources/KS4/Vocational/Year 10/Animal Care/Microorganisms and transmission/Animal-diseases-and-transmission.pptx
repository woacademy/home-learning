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1EAC8C-4334-4160-BE0B-684D988E2038}">
  <a:tblStyle styleId="{A11EAC8C-4334-4160-BE0B-684D988E20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{A11EAC8C-4334-4160-BE0B-684D988E2038}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{A11EAC8C-4334-4160-BE0B-684D988E2038}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{A11EAC8C-4334-4160-BE0B-684D988E2038}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{A11EAC8C-4334-4160-BE0B-684D988E2038}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{A11EAC8C-4334-4160-BE0B-684D988E2038}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