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1CFBE-81F1-4D56-A3D4-0589BDC133C7}">
  <a:tblStyle styleId="{5CE1CFBE-81F1-4D56-A3D4-0589BDC133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{5CE1CFBE-81F1-4D56-A3D4-0589BDC133C7}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{5CE1CFBE-81F1-4D56-A3D4-0589BDC133C7}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{5CE1CFBE-81F1-4D56-A3D4-0589BDC133C7}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{5CE1CFBE-81F1-4D56-A3D4-0589BDC133C7}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{5CE1CFBE-81F1-4D56-A3D4-0589BDC133C7}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