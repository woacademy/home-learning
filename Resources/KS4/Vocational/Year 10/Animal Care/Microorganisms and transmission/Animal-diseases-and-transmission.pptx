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167016-3F8D-497F-A57B-AD63B093D0AE}">
  <a:tblStyle styleId="{C2167016-3F8D-497F-A57B-AD63B093D0A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{C2167016-3F8D-497F-A57B-AD63B093D0AE}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{C2167016-3F8D-497F-A57B-AD63B093D0AE}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{C2167016-3F8D-497F-A57B-AD63B093D0AE}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{C2167016-3F8D-497F-A57B-AD63B093D0AE}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{C2167016-3F8D-497F-A57B-AD63B093D0AE}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