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FAF996-00A0-43B9-AE06-6EC609A56119}">
  <a:tblStyle styleId="{46FAF996-00A0-43B9-AE06-6EC609A561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{46FAF996-00A0-43B9-AE06-6EC609A56119}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{46FAF996-00A0-43B9-AE06-6EC609A56119}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{46FAF996-00A0-43B9-AE06-6EC609A56119}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{46FAF996-00A0-43B9-AE06-6EC609A56119}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{46FAF996-00A0-43B9-AE06-6EC609A56119}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