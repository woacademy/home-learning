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09E487-6DAB-40B2-82DA-667EA8F141F5}">
  <a:tblStyle styleId="{0609E487-6DAB-40B2-82DA-667EA8F141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{0609E487-6DAB-40B2-82DA-667EA8F141F5}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{0609E487-6DAB-40B2-82DA-667EA8F141F5}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{0609E487-6DAB-40B2-82DA-667EA8F141F5}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{0609E487-6DAB-40B2-82DA-667EA8F141F5}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{0609E487-6DAB-40B2-82DA-667EA8F141F5}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