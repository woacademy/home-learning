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0D8A92-BC0E-4B5C-A574-18C4FBB43CD0}">
  <a:tblStyle styleId="{3C0D8A92-BC0E-4B5C-A574-18C4FBB43CD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{3C0D8A92-BC0E-4B5C-A574-18C4FBB43CD0}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{3C0D8A92-BC0E-4B5C-A574-18C4FBB43CD0}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{3C0D8A92-BC0E-4B5C-A574-18C4FBB43CD0}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{3C0D8A92-BC0E-4B5C-A574-18C4FBB43CD0}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{3C0D8A92-BC0E-4B5C-A574-18C4FBB43CD0}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