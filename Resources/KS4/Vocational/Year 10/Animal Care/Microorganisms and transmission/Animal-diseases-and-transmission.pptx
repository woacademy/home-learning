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712AFD-09F6-40CA-95C9-AEA1CC520A90}">
  <a:tblStyle styleId="{23712AFD-09F6-40CA-95C9-AEA1CC520A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{23712AFD-09F6-40CA-95C9-AEA1CC520A90}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{23712AFD-09F6-40CA-95C9-AEA1CC520A90}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{23712AFD-09F6-40CA-95C9-AEA1CC520A90}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{23712AFD-09F6-40CA-95C9-AEA1CC520A90}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{23712AFD-09F6-40CA-95C9-AEA1CC520A90}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