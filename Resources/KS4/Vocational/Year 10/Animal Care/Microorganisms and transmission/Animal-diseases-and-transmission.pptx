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9D340B-FDEB-4B7E-BC59-46598F96BCD8}">
  <a:tblStyle styleId="{2C9D340B-FDEB-4B7E-BC59-46598F96BC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{2C9D340B-FDEB-4B7E-BC59-46598F96BCD8}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{2C9D340B-FDEB-4B7E-BC59-46598F96BCD8}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{2C9D340B-FDEB-4B7E-BC59-46598F96BCD8}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{2C9D340B-FDEB-4B7E-BC59-46598F96BCD8}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{2C9D340B-FDEB-4B7E-BC59-46598F96BCD8}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