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2DA673-0A8D-4207-B189-3FDC9EE4AC6C}">
  <a:tblStyle styleId="{802DA673-0A8D-4207-B189-3FDC9EE4AC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{802DA673-0A8D-4207-B189-3FDC9EE4AC6C}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{802DA673-0A8D-4207-B189-3FDC9EE4AC6C}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{802DA673-0A8D-4207-B189-3FDC9EE4AC6C}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{802DA673-0A8D-4207-B189-3FDC9EE4AC6C}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{802DA673-0A8D-4207-B189-3FDC9EE4AC6C}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