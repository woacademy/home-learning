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1B50845-ED61-4D75-A420-DEBD05342203}">
  <a:tblStyle styleId="{51B50845-ED61-4D75-A420-DEBD0534220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{51B50845-ED61-4D75-A420-DEBD05342203}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{51B50845-ED61-4D75-A420-DEBD05342203}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{51B50845-ED61-4D75-A420-DEBD05342203}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{51B50845-ED61-4D75-A420-DEBD05342203}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{51B50845-ED61-4D75-A420-DEBD05342203}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