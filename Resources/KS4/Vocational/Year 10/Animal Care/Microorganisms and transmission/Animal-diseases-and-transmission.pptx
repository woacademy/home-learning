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B16B1B-32A5-44CA-8D0D-44A8E8040866}">
  <a:tblStyle styleId="{07B16B1B-32A5-44CA-8D0D-44A8E804086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{07B16B1B-32A5-44CA-8D0D-44A8E8040866}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{07B16B1B-32A5-44CA-8D0D-44A8E8040866}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{07B16B1B-32A5-44CA-8D0D-44A8E8040866}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{07B16B1B-32A5-44CA-8D0D-44A8E8040866}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{07B16B1B-32A5-44CA-8D0D-44A8E8040866}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