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4AE70A9-23A7-4888-B76E-629A7BC3DFEA}">
  <a:tblStyle styleId="{84AE70A9-23A7-4888-B76E-629A7BC3DFE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{84AE70A9-23A7-4888-B76E-629A7BC3DFEA}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{84AE70A9-23A7-4888-B76E-629A7BC3DFEA}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{84AE70A9-23A7-4888-B76E-629A7BC3DFEA}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{84AE70A9-23A7-4888-B76E-629A7BC3DFEA}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{84AE70A9-23A7-4888-B76E-629A7BC3DFEA}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