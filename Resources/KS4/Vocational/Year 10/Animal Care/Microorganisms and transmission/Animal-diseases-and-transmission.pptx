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6C26CC-9383-46E2-A85B-D31BC16AE871}">
  <a:tblStyle styleId="{906C26CC-9383-46E2-A85B-D31BC16AE8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{906C26CC-9383-46E2-A85B-D31BC16AE871}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{906C26CC-9383-46E2-A85B-D31BC16AE871}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{906C26CC-9383-46E2-A85B-D31BC16AE871}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{906C26CC-9383-46E2-A85B-D31BC16AE871}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{906C26CC-9383-46E2-A85B-D31BC16AE871}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