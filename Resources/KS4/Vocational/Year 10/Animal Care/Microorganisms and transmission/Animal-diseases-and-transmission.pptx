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F7481E-A198-4E3A-867A-136C203FD162}">
  <a:tblStyle styleId="{FFF7481E-A198-4E3A-867A-136C203FD1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{FFF7481E-A198-4E3A-867A-136C203FD162}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{FFF7481E-A198-4E3A-867A-136C203FD162}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{FFF7481E-A198-4E3A-867A-136C203FD162}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{FFF7481E-A198-4E3A-867A-136C203FD162}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{FFF7481E-A198-4E3A-867A-136C203FD162}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