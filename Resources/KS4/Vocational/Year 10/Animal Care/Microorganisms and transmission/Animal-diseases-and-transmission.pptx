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B6FADB9-8BB0-4A93-B595-3E5F1217355A}">
  <a:tblStyle styleId="{9B6FADB9-8BB0-4A93-B595-3E5F1217355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{9B6FADB9-8BB0-4A93-B595-3E5F1217355A}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{9B6FADB9-8BB0-4A93-B595-3E5F1217355A}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{9B6FADB9-8BB0-4A93-B595-3E5F1217355A}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{9B6FADB9-8BB0-4A93-B595-3E5F1217355A}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{9B6FADB9-8BB0-4A93-B595-3E5F1217355A}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