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C9B50E1-95E5-4A1C-88B6-9A4348BF6E81}">
  <a:tblStyle styleId="{5C9B50E1-95E5-4A1C-88B6-9A4348BF6E8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{5C9B50E1-95E5-4A1C-88B6-9A4348BF6E81}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{5C9B50E1-95E5-4A1C-88B6-9A4348BF6E81}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{5C9B50E1-95E5-4A1C-88B6-9A4348BF6E81}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{5C9B50E1-95E5-4A1C-88B6-9A4348BF6E81}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{5C9B50E1-95E5-4A1C-88B6-9A4348BF6E81}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