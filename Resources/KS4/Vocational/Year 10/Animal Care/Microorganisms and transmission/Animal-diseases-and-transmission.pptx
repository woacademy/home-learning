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29E8E1-8BE1-4043-85FA-25AAC0466FCE}">
  <a:tblStyle styleId="{B129E8E1-8BE1-4043-85FA-25AAC0466F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{B129E8E1-8BE1-4043-85FA-25AAC0466FCE}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{B129E8E1-8BE1-4043-85FA-25AAC0466FCE}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{B129E8E1-8BE1-4043-85FA-25AAC0466FCE}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{B129E8E1-8BE1-4043-85FA-25AAC0466FCE}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{B129E8E1-8BE1-4043-85FA-25AAC0466FCE}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