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F64277-436F-422D-9C03-F045EE519F91}">
  <a:tblStyle styleId="{A9F64277-436F-422D-9C03-F045EE519F9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{A9F64277-436F-422D-9C03-F045EE519F91}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{A9F64277-436F-422D-9C03-F045EE519F91}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{A9F64277-436F-422D-9C03-F045EE519F91}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{A9F64277-436F-422D-9C03-F045EE519F91}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{A9F64277-436F-422D-9C03-F045EE519F91}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