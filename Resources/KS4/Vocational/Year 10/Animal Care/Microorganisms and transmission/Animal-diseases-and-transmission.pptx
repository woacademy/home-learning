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F3142-E6E8-43EF-A855-C9AE3CB2BFB3}">
  <a:tblStyle styleId="{377F3142-E6E8-43EF-A855-C9AE3CB2BF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{377F3142-E6E8-43EF-A855-C9AE3CB2BFB3}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{377F3142-E6E8-43EF-A855-C9AE3CB2BFB3}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{377F3142-E6E8-43EF-A855-C9AE3CB2BFB3}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{377F3142-E6E8-43EF-A855-C9AE3CB2BFB3}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{377F3142-E6E8-43EF-A855-C9AE3CB2BFB3}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