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895D00C-89ED-4DDA-9422-351BEA822D78}">
  <a:tblStyle styleId="{5895D00C-89ED-4DDA-9422-351BEA822D7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{5895D00C-89ED-4DDA-9422-351BEA822D78}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{5895D00C-89ED-4DDA-9422-351BEA822D78}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{5895D00C-89ED-4DDA-9422-351BEA822D78}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{5895D00C-89ED-4DDA-9422-351BEA822D78}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{5895D00C-89ED-4DDA-9422-351BEA822D78}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