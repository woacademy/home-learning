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164F46-ADA3-4033-A0F1-AEA039866CC9}">
  <a:tblStyle styleId="{B3164F46-ADA3-4033-A0F1-AEA039866CC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{B3164F46-ADA3-4033-A0F1-AEA039866CC9}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{B3164F46-ADA3-4033-A0F1-AEA039866CC9}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{B3164F46-ADA3-4033-A0F1-AEA039866CC9}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{B3164F46-ADA3-4033-A0F1-AEA039866CC9}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{B3164F46-ADA3-4033-A0F1-AEA039866CC9}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