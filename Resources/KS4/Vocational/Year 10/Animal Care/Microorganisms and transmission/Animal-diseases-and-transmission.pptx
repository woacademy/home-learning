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BFEECE-7485-4B07-BAA9-BC9F796AABE0}">
  <a:tblStyle styleId="{E6BFEECE-7485-4B07-BAA9-BC9F796AABE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{E6BFEECE-7485-4B07-BAA9-BC9F796AABE0}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{E6BFEECE-7485-4B07-BAA9-BC9F796AABE0}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{E6BFEECE-7485-4B07-BAA9-BC9F796AABE0}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{E6BFEECE-7485-4B07-BAA9-BC9F796AABE0}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{E6BFEECE-7485-4B07-BAA9-BC9F796AABE0}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