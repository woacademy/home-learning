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86A705-208C-4523-A8BD-36EE3DE5E521}">
  <a:tblStyle styleId="{BC86A705-208C-4523-A8BD-36EE3DE5E5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{BC86A705-208C-4523-A8BD-36EE3DE5E521}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{BC86A705-208C-4523-A8BD-36EE3DE5E521}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{BC86A705-208C-4523-A8BD-36EE3DE5E521}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{BC86A705-208C-4523-A8BD-36EE3DE5E521}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{BC86A705-208C-4523-A8BD-36EE3DE5E521}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