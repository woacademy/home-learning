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D54059-15AC-47D1-9590-FA92B9CF0AEB}">
  <a:tblStyle styleId="{CAD54059-15AC-47D1-9590-FA92B9CF0A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{CAD54059-15AC-47D1-9590-FA92B9CF0AEB}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{CAD54059-15AC-47D1-9590-FA92B9CF0AEB}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{CAD54059-15AC-47D1-9590-FA92B9CF0AEB}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{CAD54059-15AC-47D1-9590-FA92B9CF0AEB}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{CAD54059-15AC-47D1-9590-FA92B9CF0AEB}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