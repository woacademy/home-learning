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F72453-2194-4ED4-8BCB-F06D88B1D6BB}">
  <a:tblStyle styleId="{29F72453-2194-4ED4-8BCB-F06D88B1D6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{29F72453-2194-4ED4-8BCB-F06D88B1D6BB}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{29F72453-2194-4ED4-8BCB-F06D88B1D6BB}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{29F72453-2194-4ED4-8BCB-F06D88B1D6BB}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{29F72453-2194-4ED4-8BCB-F06D88B1D6BB}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{29F72453-2194-4ED4-8BCB-F06D88B1D6BB}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