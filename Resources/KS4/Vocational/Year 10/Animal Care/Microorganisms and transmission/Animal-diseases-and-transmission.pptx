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E2F71A6-1F31-4C55-B649-15DA4D2AD17E}">
  <a:tblStyle styleId="{8E2F71A6-1F31-4C55-B649-15DA4D2AD17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{8E2F71A6-1F31-4C55-B649-15DA4D2AD17E}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{8E2F71A6-1F31-4C55-B649-15DA4D2AD17E}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{8E2F71A6-1F31-4C55-B649-15DA4D2AD17E}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{8E2F71A6-1F31-4C55-B649-15DA4D2AD17E}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{8E2F71A6-1F31-4C55-B649-15DA4D2AD17E}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