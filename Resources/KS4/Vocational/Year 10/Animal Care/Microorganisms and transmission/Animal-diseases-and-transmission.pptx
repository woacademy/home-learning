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3B4C87-83E2-4958-BAE4-B2DBFDC15F49}">
  <a:tblStyle styleId="{413B4C87-83E2-4958-BAE4-B2DBFDC15F4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{413B4C87-83E2-4958-BAE4-B2DBFDC15F49}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{413B4C87-83E2-4958-BAE4-B2DBFDC15F49}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{413B4C87-83E2-4958-BAE4-B2DBFDC15F49}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{413B4C87-83E2-4958-BAE4-B2DBFDC15F49}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{413B4C87-83E2-4958-BAE4-B2DBFDC15F49}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