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568BC2-6DF0-4B2B-BAF3-F948E80337CF}">
  <a:tblStyle styleId="{0C568BC2-6DF0-4B2B-BAF3-F948E80337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{0C568BC2-6DF0-4B2B-BAF3-F948E80337CF}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{0C568BC2-6DF0-4B2B-BAF3-F948E80337CF}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{0C568BC2-6DF0-4B2B-BAF3-F948E80337CF}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{0C568BC2-6DF0-4B2B-BAF3-F948E80337CF}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{0C568BC2-6DF0-4B2B-BAF3-F948E80337CF}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