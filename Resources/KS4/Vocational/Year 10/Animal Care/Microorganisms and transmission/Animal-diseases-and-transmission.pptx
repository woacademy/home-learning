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5D8514-52EA-40E9-9EE3-50CAD7E4B0C3}">
  <a:tblStyle styleId="{155D8514-52EA-40E9-9EE3-50CAD7E4B0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{155D8514-52EA-40E9-9EE3-50CAD7E4B0C3}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{155D8514-52EA-40E9-9EE3-50CAD7E4B0C3}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{155D8514-52EA-40E9-9EE3-50CAD7E4B0C3}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{155D8514-52EA-40E9-9EE3-50CAD7E4B0C3}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{155D8514-52EA-40E9-9EE3-50CAD7E4B0C3}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