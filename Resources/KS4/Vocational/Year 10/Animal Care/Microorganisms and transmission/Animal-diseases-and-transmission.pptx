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038956B-F64E-4390-BE52-8F330772B5BD}">
  <a:tblStyle styleId="{7038956B-F64E-4390-BE52-8F330772B5B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{7038956B-F64E-4390-BE52-8F330772B5BD}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{7038956B-F64E-4390-BE52-8F330772B5BD}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{7038956B-F64E-4390-BE52-8F330772B5BD}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{7038956B-F64E-4390-BE52-8F330772B5BD}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{7038956B-F64E-4390-BE52-8F330772B5BD}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