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6606F6-A02D-4F42-944D-E0A481F36236}">
  <a:tblStyle styleId="{346606F6-A02D-4F42-944D-E0A481F3623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{346606F6-A02D-4F42-944D-E0A481F36236}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{346606F6-A02D-4F42-944D-E0A481F36236}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{346606F6-A02D-4F42-944D-E0A481F36236}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{346606F6-A02D-4F42-944D-E0A481F36236}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{346606F6-A02D-4F42-944D-E0A481F36236}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