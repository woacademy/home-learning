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CE235D-680C-4DED-B57C-298CC4DD44D4}">
  <a:tblStyle styleId="{F3CE235D-680C-4DED-B57C-298CC4DD44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{F3CE235D-680C-4DED-B57C-298CC4DD44D4}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{F3CE235D-680C-4DED-B57C-298CC4DD44D4}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{F3CE235D-680C-4DED-B57C-298CC4DD44D4}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{F3CE235D-680C-4DED-B57C-298CC4DD44D4}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{F3CE235D-680C-4DED-B57C-298CC4DD44D4}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