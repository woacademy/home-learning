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6E565C-42EA-4490-A0F0-4552D84FC115}">
  <a:tblStyle styleId="{CF6E565C-42EA-4490-A0F0-4552D84FC11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{CF6E565C-42EA-4490-A0F0-4552D84FC115}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{CF6E565C-42EA-4490-A0F0-4552D84FC115}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{CF6E565C-42EA-4490-A0F0-4552D84FC115}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{CF6E565C-42EA-4490-A0F0-4552D84FC115}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{CF6E565C-42EA-4490-A0F0-4552D84FC115}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