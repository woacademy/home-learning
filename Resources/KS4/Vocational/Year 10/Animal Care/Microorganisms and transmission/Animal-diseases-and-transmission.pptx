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5E4066-073A-4032-AD51-E280A0E6D1C4}">
  <a:tblStyle styleId="{235E4066-073A-4032-AD51-E280A0E6D1C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{235E4066-073A-4032-AD51-E280A0E6D1C4}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{235E4066-073A-4032-AD51-E280A0E6D1C4}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{235E4066-073A-4032-AD51-E280A0E6D1C4}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{235E4066-073A-4032-AD51-E280A0E6D1C4}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{235E4066-073A-4032-AD51-E280A0E6D1C4}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