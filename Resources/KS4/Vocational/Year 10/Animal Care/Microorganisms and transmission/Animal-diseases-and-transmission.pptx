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6300C9-B4A5-4F03-B8D6-7F88789047C4}">
  <a:tblStyle styleId="{946300C9-B4A5-4F03-B8D6-7F88789047C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{946300C9-B4A5-4F03-B8D6-7F88789047C4}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{946300C9-B4A5-4F03-B8D6-7F88789047C4}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{946300C9-B4A5-4F03-B8D6-7F88789047C4}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{946300C9-B4A5-4F03-B8D6-7F88789047C4}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{946300C9-B4A5-4F03-B8D6-7F88789047C4}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