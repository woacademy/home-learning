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5ADA2-9BBE-4410-BAF5-A0742517718C}">
  <a:tblStyle styleId="{AAE5ADA2-9BBE-4410-BAF5-A074251771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{AAE5ADA2-9BBE-4410-BAF5-A0742517718C}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{AAE5ADA2-9BBE-4410-BAF5-A0742517718C}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{AAE5ADA2-9BBE-4410-BAF5-A0742517718C}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{AAE5ADA2-9BBE-4410-BAF5-A0742517718C}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{AAE5ADA2-9BBE-4410-BAF5-A0742517718C}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