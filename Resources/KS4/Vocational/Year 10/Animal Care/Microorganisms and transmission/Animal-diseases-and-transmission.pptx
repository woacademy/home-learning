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DD589D-39B6-4CCF-9A96-4829A580EDA6}">
  <a:tblStyle styleId="{BDDD589D-39B6-4CCF-9A96-4829A580EDA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{BDDD589D-39B6-4CCF-9A96-4829A580EDA6}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{BDDD589D-39B6-4CCF-9A96-4829A580EDA6}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{BDDD589D-39B6-4CCF-9A96-4829A580EDA6}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{BDDD589D-39B6-4CCF-9A96-4829A580EDA6}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{BDDD589D-39B6-4CCF-9A96-4829A580EDA6}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