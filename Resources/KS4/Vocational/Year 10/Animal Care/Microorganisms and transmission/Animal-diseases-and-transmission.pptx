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F09AA3-8F5A-4C36-9A08-2C2FA3068DAA}">
  <a:tblStyle styleId="{C3F09AA3-8F5A-4C36-9A08-2C2FA3068D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{C3F09AA3-8F5A-4C36-9A08-2C2FA3068DAA}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{C3F09AA3-8F5A-4C36-9A08-2C2FA3068DAA}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{C3F09AA3-8F5A-4C36-9A08-2C2FA3068DAA}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{C3F09AA3-8F5A-4C36-9A08-2C2FA3068DAA}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{C3F09AA3-8F5A-4C36-9A08-2C2FA3068DAA}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