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410869-F9BA-49B5-B5A4-4029087EEF63}">
  <a:tblStyle styleId="{EC410869-F9BA-49B5-B5A4-4029087EEF6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{EC410869-F9BA-49B5-B5A4-4029087EEF63}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{EC410869-F9BA-49B5-B5A4-4029087EEF63}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{EC410869-F9BA-49B5-B5A4-4029087EEF63}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{EC410869-F9BA-49B5-B5A4-4029087EEF63}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{EC410869-F9BA-49B5-B5A4-4029087EEF63}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