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0AA03DB-467E-4D88-BC48-B9418D96855C}">
  <a:tblStyle styleId="{30AA03DB-467E-4D88-BC48-B9418D96855C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5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4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{30AA03DB-467E-4D88-BC48-B9418D96855C}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{30AA03DB-467E-4D88-BC48-B9418D96855C}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{30AA03DB-467E-4D88-BC48-B9418D96855C}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{30AA03DB-467E-4D88-BC48-B9418D96855C}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{30AA03DB-467E-4D88-BC48-B9418D96855C}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