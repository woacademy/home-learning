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62" r:id="rId4"/>
    <p:sldId id="261" r:id="rId5"/>
    <p:sldId id="256" r:id="rId6"/>
    <p:sldId id="257" r:id="rId7"/>
    <p:sldId id="258" r:id="rId8"/>
    <p:sldId id="259" r:id="rId9"/>
    <p:sldId id="260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8" d="100"/>
          <a:sy n="68" d="100"/>
        </p:scale>
        <p:origin x="6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5D7B-5E35-45C8-9AAE-FBF5819D4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CC14B-8B9F-4253-AC81-2E209812A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FFD6C-A24A-4FCD-8EBA-1C5D7275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EC9AD-8B60-4024-AFEF-B044A967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40346-DEF6-471F-9F25-B0B3CBA6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73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6D22-64B9-499C-9640-3541F50E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DAA75-D02D-4FD1-8797-2103AE4E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1F96A-8CA9-4C5B-AEDE-031F2DAD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A8A9-3B5A-4B3D-B3F8-BD6F8B19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ED95D-2B5A-4977-AFEC-B30194D3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6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434E-0B42-436A-BF6F-85EFE7BA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D5E3-1123-4EE4-857B-083E547D8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7CF26-B2A4-4866-B626-798BEABC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7DF4D-BDC9-4D63-8BDC-FE6DD7CC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4E6B7-5C79-4A96-A604-D41F6FE6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60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237F-9729-43EA-9DF5-D2849ED5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D2C0-D292-4C7B-AC02-258EF068B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62E5C-BF39-4434-9331-EEC9653AD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80B01-6CCB-42F5-A9A3-90A63BD6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7CFEE-79DA-4703-B2D6-CA969C31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0B92D-6B33-4939-AEB5-4B054817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35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F7CA-694D-4A40-B56E-9E49A101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C05B-C711-47B0-802B-70833D407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B17E2-7320-411C-A82F-C8C77F70F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507FD-47CA-443A-B3A9-EC1570B25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C61D5-DB24-48C7-9B4E-43D0C132E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04717-EA87-4F66-B829-A90DB96A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82950-8F81-4817-B134-49ABEF72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8AEA9-DA07-4CE4-880C-BA54BA09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66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AA5F-88E8-4AC5-BC83-02AF80CA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61760-0AD4-4A0A-93E1-03587AE0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ACBE0-8706-4FF5-B651-8639414B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03C75-6D90-4E4B-A2EF-051B11AE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01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C391E-02C3-4E3B-91EA-4BB2DD70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96EDF-116B-4B6E-80DC-6CCE7F22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6CAA0-8A3D-4B52-9151-79480DEC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28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42D5-DCCD-4654-9EC5-807F618C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76D80-49E7-42A6-BF0A-680A454C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851AA-3311-4571-8295-D3E17A298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63E20-0353-47F7-9063-667B68EC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38362-6E22-49BA-8FC8-715CF7E3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D777B-7373-4046-8F45-403CB67B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2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D574-3D0B-4EDC-85F4-E09A17A5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6CE96-DD5A-4131-BEC8-C2F526EF2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9E847-84E5-4AC4-86E8-E2F5B073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5C508-6EB9-4BD6-8228-692E324C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C3778-2624-481D-90BB-31E2AD95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AB3E7-A1B9-4F90-951A-F15A3CB4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22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71A2-407C-4B6F-AFCD-5A48B093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00974-D46E-47AC-AC65-4F000CB78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225A-D723-4B65-8CBF-B265281D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37A8-5F85-40F6-9CF8-C79D3DAD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BFD20-A235-48D4-9EB0-F8714939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392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2F9205-F978-4628-AE4F-5939CB5BD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FF26A-98B4-4B4B-B34B-B7584697D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FEED3-E5DB-4DBD-A416-5C6D1883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6FD65-7815-459F-870D-7215B02F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D90E-F3C5-48A9-9643-B01921B7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15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3B3A66-A84A-45A4-A20D-4703EE7E6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014E6-307F-48C9-9EEF-8893927B2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C22AE-85E1-4B7D-B1AC-5DACB652E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3FA04-0FAF-4BD5-8305-22D0BCFBE957}" type="datetimeFigureOut">
              <a:rPr lang="en-GB" smtClean="0"/>
              <a:t>02/12/2019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0C094-8A36-4EF7-89A0-8719868B5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36768-8B00-48F7-B362-A0C85A691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B50C1-ABB7-4EAF-80AD-96194E085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62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133599"/>
          </a:xfrm>
        </p:spPr>
        <p:txBody>
          <a:bodyPr>
            <a:normAutofit fontScale="90000"/>
          </a:bodyPr>
          <a:lstStyle/>
          <a:p>
            <a:r>
              <a:rPr lang="en-GB" sz="8000" b="1" dirty="0"/>
              <a:t>Fine motor skills</a:t>
            </a:r>
            <a:br>
              <a:rPr lang="en-GB" sz="8000" b="1" dirty="0"/>
            </a:br>
            <a:r>
              <a:rPr lang="en-GB" sz="8000" b="1" dirty="0"/>
              <a:t>Birth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63417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3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62054"/>
            <a:ext cx="9144000" cy="2495746"/>
          </a:xfrm>
        </p:spPr>
        <p:txBody>
          <a:bodyPr>
            <a:normAutofit/>
          </a:bodyPr>
          <a:lstStyle/>
          <a:p>
            <a:r>
              <a:rPr lang="en-GB" sz="5400" dirty="0"/>
              <a:t>Watch their hands</a:t>
            </a:r>
          </a:p>
          <a:p>
            <a:r>
              <a:rPr lang="en-GB" sz="5400" dirty="0"/>
              <a:t>Hold a rattle</a:t>
            </a:r>
          </a:p>
        </p:txBody>
      </p:sp>
    </p:spTree>
    <p:extLst>
      <p:ext uri="{BB962C8B-B14F-4D97-AF65-F5344CB8AC3E}">
        <p14:creationId xmlns:p14="http://schemas.microsoft.com/office/powerpoint/2010/main" val="40816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6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GB" sz="5400" dirty="0"/>
              <a:t>Reach for a toy</a:t>
            </a:r>
          </a:p>
          <a:p>
            <a:r>
              <a:rPr lang="en-GB" sz="5400" dirty="0"/>
              <a:t>Move from one hand to the other</a:t>
            </a:r>
          </a:p>
        </p:txBody>
      </p:sp>
    </p:spTree>
    <p:extLst>
      <p:ext uri="{BB962C8B-B14F-4D97-AF65-F5344CB8AC3E}">
        <p14:creationId xmlns:p14="http://schemas.microsoft.com/office/powerpoint/2010/main" val="3806748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9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60016"/>
            <a:ext cx="9144000" cy="2297784"/>
          </a:xfrm>
        </p:spPr>
        <p:txBody>
          <a:bodyPr>
            <a:normAutofit fontScale="92500" lnSpcReduction="10000"/>
          </a:bodyPr>
          <a:lstStyle/>
          <a:p>
            <a:r>
              <a:rPr lang="en-GB" sz="5400" dirty="0"/>
              <a:t>Use the pincer grasp (2 fingers)</a:t>
            </a:r>
          </a:p>
          <a:p>
            <a:r>
              <a:rPr lang="en-GB" sz="5400" dirty="0"/>
              <a:t>Pick up small objects</a:t>
            </a:r>
          </a:p>
          <a:p>
            <a:r>
              <a:rPr lang="en-GB" sz="5400" dirty="0"/>
              <a:t>Point with index finger</a:t>
            </a:r>
          </a:p>
        </p:txBody>
      </p:sp>
    </p:spTree>
    <p:extLst>
      <p:ext uri="{BB962C8B-B14F-4D97-AF65-F5344CB8AC3E}">
        <p14:creationId xmlns:p14="http://schemas.microsoft.com/office/powerpoint/2010/main" val="291778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15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Pincer grasp is precise and now starting to use a palmar grasp</a:t>
            </a:r>
          </a:p>
        </p:txBody>
      </p:sp>
    </p:spTree>
    <p:extLst>
      <p:ext uri="{BB962C8B-B14F-4D97-AF65-F5344CB8AC3E}">
        <p14:creationId xmlns:p14="http://schemas.microsoft.com/office/powerpoint/2010/main" val="129218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12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Pincer grasp to pick up small objects</a:t>
            </a:r>
          </a:p>
        </p:txBody>
      </p:sp>
    </p:spTree>
    <p:extLst>
      <p:ext uri="{BB962C8B-B14F-4D97-AF65-F5344CB8AC3E}">
        <p14:creationId xmlns:p14="http://schemas.microsoft.com/office/powerpoint/2010/main" val="1965295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18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 lnSpcReduction="1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At eighteen months can build a tower of three bricks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can feed self with a spoon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scribble using a crayon in palmar grasp</a:t>
            </a:r>
          </a:p>
        </p:txBody>
      </p:sp>
    </p:spTree>
    <p:extLst>
      <p:ext uri="{BB962C8B-B14F-4D97-AF65-F5344CB8AC3E}">
        <p14:creationId xmlns:p14="http://schemas.microsoft.com/office/powerpoint/2010/main" val="229276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 2 years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They can draw dots &amp; circles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Put on shoes- </a:t>
            </a:r>
            <a:r>
              <a:rPr lang="en-GB" sz="5400" dirty="0" err="1"/>
              <a:t>velcro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416341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 2 1/ 2  years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Show hand preference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Developing a ‘tripod grasp’</a:t>
            </a:r>
          </a:p>
        </p:txBody>
      </p:sp>
    </p:spTree>
    <p:extLst>
      <p:ext uri="{BB962C8B-B14F-4D97-AF65-F5344CB8AC3E}">
        <p14:creationId xmlns:p14="http://schemas.microsoft.com/office/powerpoint/2010/main" val="774245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 3  years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Can use ‘tripod’ grasp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Draw a circle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Hand preference secured</a:t>
            </a:r>
          </a:p>
        </p:txBody>
      </p:sp>
    </p:spTree>
    <p:extLst>
      <p:ext uri="{BB962C8B-B14F-4D97-AF65-F5344CB8AC3E}">
        <p14:creationId xmlns:p14="http://schemas.microsoft.com/office/powerpoint/2010/main" val="163435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3-4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 fontScale="85000" lnSpcReduction="1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Button and un button clothes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Use scissors to cut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Draw a person with a trunk &amp; legs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Eat with a knife and fork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Thread beads to make a necklace</a:t>
            </a:r>
          </a:p>
        </p:txBody>
      </p:sp>
    </p:spTree>
    <p:extLst>
      <p:ext uri="{BB962C8B-B14F-4D97-AF65-F5344CB8AC3E}">
        <p14:creationId xmlns:p14="http://schemas.microsoft.com/office/powerpoint/2010/main" val="367723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4-5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Can form letters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Write th</a:t>
            </a:r>
            <a:r>
              <a:rPr lang="en-GB" sz="5400" dirty="0">
                <a:solidFill>
                  <a:srgbClr val="FF0000"/>
                </a:solidFill>
              </a:rPr>
              <a:t>eir </a:t>
            </a:r>
            <a:r>
              <a:rPr lang="en-GB" sz="5400" dirty="0"/>
              <a:t>own name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Colour in pictures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239739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5-8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Tie and untie shoe laces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Accurately cut out shapes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405934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7460"/>
          </a:xfrm>
        </p:spPr>
        <p:txBody>
          <a:bodyPr>
            <a:normAutofit/>
          </a:bodyPr>
          <a:lstStyle/>
          <a:p>
            <a:r>
              <a:rPr lang="en-GB" sz="8000" b="1" dirty="0"/>
              <a:t>6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7212"/>
            <a:ext cx="9144000" cy="3940404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Thread a large eyed needle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Sew large stitches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Good hand control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Handwriting controlled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44877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E266-9E2A-4CC8-841D-90F11145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1450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Scenario: </a:t>
            </a:r>
            <a:br>
              <a:rPr lang="en-GB" dirty="0"/>
            </a:br>
            <a:r>
              <a:rPr lang="en-GB" dirty="0"/>
              <a:t>Abdul is 18 months old, and is meeting his expecting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2939-6E9E-45C5-B49B-731F54183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1604"/>
            <a:ext cx="10515600" cy="4065359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>
                <a:solidFill>
                  <a:srgbClr val="FF0000"/>
                </a:solidFill>
              </a:rPr>
              <a:t>Describe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one way </a:t>
            </a:r>
            <a:r>
              <a:rPr lang="en-GB" dirty="0"/>
              <a:t>that the childminder can </a:t>
            </a:r>
            <a:r>
              <a:rPr lang="en-GB" dirty="0">
                <a:solidFill>
                  <a:srgbClr val="FF0000"/>
                </a:solidFill>
              </a:rPr>
              <a:t>support </a:t>
            </a:r>
            <a:r>
              <a:rPr lang="en-GB" dirty="0"/>
              <a:t>Abdul’s </a:t>
            </a:r>
            <a:r>
              <a:rPr lang="en-GB" dirty="0">
                <a:solidFill>
                  <a:srgbClr val="FF0000"/>
                </a:solidFill>
              </a:rPr>
              <a:t>fine motor development </a:t>
            </a:r>
            <a:r>
              <a:rPr lang="en-GB" dirty="0"/>
              <a:t>to meet the expected milestones at </a:t>
            </a:r>
            <a:r>
              <a:rPr lang="en-GB" dirty="0">
                <a:solidFill>
                  <a:srgbClr val="FF0000"/>
                </a:solidFill>
              </a:rPr>
              <a:t>2 ½ years?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Model Answer</a:t>
            </a:r>
            <a:r>
              <a:rPr lang="en-GB" b="1" dirty="0">
                <a:solidFill>
                  <a:srgbClr val="00B050"/>
                </a:solidFill>
                <a:sym typeface="Wingdings" panose="05000000000000000000" pitchFamily="2" charset="2"/>
              </a:rPr>
              <a:t> (2 marks)</a:t>
            </a:r>
            <a:endParaRPr lang="en-GB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The childminder could give Abdul a colouring books and some crayons to practice his colouring skills. This would develop his tripod grasp and his accuracy and control of colouring by keeping within the lines. </a:t>
            </a:r>
          </a:p>
          <a:p>
            <a:pPr marL="0" indent="0">
              <a:buNone/>
            </a:pPr>
            <a:endParaRPr lang="en-GB" b="1" i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b="1" i="1" dirty="0">
                <a:solidFill>
                  <a:srgbClr val="0070C0"/>
                </a:solidFill>
              </a:rPr>
              <a:t>This would also develop his hand preference as he might prefer to use his ‘left’ or ‘right hand’. (add this if it is a 4-6 mark answer).</a:t>
            </a:r>
          </a:p>
        </p:txBody>
      </p:sp>
    </p:spTree>
    <p:extLst>
      <p:ext uri="{BB962C8B-B14F-4D97-AF65-F5344CB8AC3E}">
        <p14:creationId xmlns:p14="http://schemas.microsoft.com/office/powerpoint/2010/main" val="142236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Birth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At one month – a child freezes when they hear a sound.</a:t>
            </a:r>
          </a:p>
        </p:txBody>
      </p:sp>
    </p:spTree>
    <p:extLst>
      <p:ext uri="{BB962C8B-B14F-4D97-AF65-F5344CB8AC3E}">
        <p14:creationId xmlns:p14="http://schemas.microsoft.com/office/powerpoint/2010/main" val="1498280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3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5961"/>
            <a:ext cx="9144000" cy="3323947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Can recognise familiar routines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/>
              <a:t>Alert and follows movement with eyes if objects are close</a:t>
            </a:r>
          </a:p>
        </p:txBody>
      </p:sp>
    </p:spTree>
    <p:extLst>
      <p:ext uri="{BB962C8B-B14F-4D97-AF65-F5344CB8AC3E}">
        <p14:creationId xmlns:p14="http://schemas.microsoft.com/office/powerpoint/2010/main" val="1972377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6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4734"/>
            <a:ext cx="9144000" cy="1894788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Put objects in th</a:t>
            </a:r>
            <a:r>
              <a:rPr lang="en-GB" sz="4800" b="1" dirty="0">
                <a:solidFill>
                  <a:srgbClr val="FF0000"/>
                </a:solidFill>
              </a:rPr>
              <a:t>eir</a:t>
            </a:r>
            <a:r>
              <a:rPr lang="en-GB" sz="4800" dirty="0"/>
              <a:t> mouths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Recognise voices</a:t>
            </a:r>
          </a:p>
        </p:txBody>
      </p:sp>
    </p:spTree>
    <p:extLst>
      <p:ext uri="{BB962C8B-B14F-4D97-AF65-F5344CB8AC3E}">
        <p14:creationId xmlns:p14="http://schemas.microsoft.com/office/powerpoint/2010/main" val="27222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8- 9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4734"/>
            <a:ext cx="9144000" cy="1894788"/>
          </a:xfrm>
        </p:spPr>
        <p:txBody>
          <a:bodyPr>
            <a:normAutofit fontScale="92500" lnSpcReduction="1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Look for dropped objects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Look for objects that they see being hidden</a:t>
            </a:r>
          </a:p>
        </p:txBody>
      </p:sp>
    </p:spTree>
    <p:extLst>
      <p:ext uri="{BB962C8B-B14F-4D97-AF65-F5344CB8AC3E}">
        <p14:creationId xmlns:p14="http://schemas.microsoft.com/office/powerpoint/2010/main" val="2822792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12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4734"/>
            <a:ext cx="9144000" cy="1894788"/>
          </a:xfrm>
        </p:spPr>
        <p:txBody>
          <a:bodyPr>
            <a:normAutofit fontScale="77500" lnSpcReduction="2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Enjoy throwing toys to the ground and watching their descent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Learn by trying things out and repeating if successful-called ‘trial by error’.</a:t>
            </a:r>
          </a:p>
        </p:txBody>
      </p:sp>
    </p:spTree>
    <p:extLst>
      <p:ext uri="{BB962C8B-B14F-4D97-AF65-F5344CB8AC3E}">
        <p14:creationId xmlns:p14="http://schemas.microsoft.com/office/powerpoint/2010/main" val="3413299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15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4734"/>
            <a:ext cx="9144000" cy="1894788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Explore objects by sight and sound</a:t>
            </a:r>
          </a:p>
        </p:txBody>
      </p:sp>
    </p:spTree>
    <p:extLst>
      <p:ext uri="{BB962C8B-B14F-4D97-AF65-F5344CB8AC3E}">
        <p14:creationId xmlns:p14="http://schemas.microsoft.com/office/powerpoint/2010/main" val="3131307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18 months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4734"/>
            <a:ext cx="9144000" cy="1894788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Curious- explore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Remember where things belong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847428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2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04734"/>
            <a:ext cx="9144000" cy="1894788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Recognise themselves in a mirror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Remember past experiences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151985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2 ½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157" y="3704734"/>
            <a:ext cx="10576874" cy="1894788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Recognise themselves in a photograph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Complete simple puzzles with help</a:t>
            </a:r>
          </a:p>
        </p:txBody>
      </p:sp>
    </p:spTree>
    <p:extLst>
      <p:ext uri="{BB962C8B-B14F-4D97-AF65-F5344CB8AC3E}">
        <p14:creationId xmlns:p14="http://schemas.microsoft.com/office/powerpoint/2010/main" val="4256718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3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157" y="3704734"/>
            <a:ext cx="10576874" cy="2111604"/>
          </a:xfrm>
        </p:spPr>
        <p:txBody>
          <a:bodyPr>
            <a:normAutofit lnSpcReduction="1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Understand the difference between past and present.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Complete simple puzzles</a:t>
            </a:r>
          </a:p>
        </p:txBody>
      </p:sp>
    </p:spTree>
    <p:extLst>
      <p:ext uri="{BB962C8B-B14F-4D97-AF65-F5344CB8AC3E}">
        <p14:creationId xmlns:p14="http://schemas.microsoft.com/office/powerpoint/2010/main" val="3095573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3 -4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157" y="3704734"/>
            <a:ext cx="10576874" cy="2729060"/>
          </a:xfrm>
        </p:spPr>
        <p:txBody>
          <a:bodyPr>
            <a:normAutofit fontScale="77500" lnSpcReduction="2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Recognise and name primary colours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Understand the word ‘more’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Tell if an object is heavy or light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Arrange objects into categories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Make a connection between past and present</a:t>
            </a:r>
          </a:p>
        </p:txBody>
      </p:sp>
    </p:spTree>
    <p:extLst>
      <p:ext uri="{BB962C8B-B14F-4D97-AF65-F5344CB8AC3E}">
        <p14:creationId xmlns:p14="http://schemas.microsoft.com/office/powerpoint/2010/main" val="216172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4624-88A2-4FA6-8ED7-1C5609D3B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40" y="424206"/>
            <a:ext cx="11133056" cy="2831755"/>
          </a:xfrm>
        </p:spPr>
        <p:txBody>
          <a:bodyPr>
            <a:normAutofit fontScale="90000"/>
          </a:bodyPr>
          <a:lstStyle/>
          <a:p>
            <a:r>
              <a:rPr lang="en-GB" sz="6700" b="1" dirty="0"/>
              <a:t>Intellectual (Cognitive) development </a:t>
            </a:r>
            <a:br>
              <a:rPr lang="en-GB" sz="8000" b="1" dirty="0"/>
            </a:br>
            <a:r>
              <a:rPr lang="en-GB" sz="8000" b="1" dirty="0"/>
              <a:t>4-5 years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3A717-4F79-4563-B6FB-3F1C63B3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157" y="3327662"/>
            <a:ext cx="10576874" cy="3106132"/>
          </a:xfrm>
        </p:spPr>
        <p:txBody>
          <a:bodyPr>
            <a:normAutofit fontScale="77500" lnSpcReduction="2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Can count to 10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Add two sets together 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Match equal sets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Understand rules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Language is fluent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4800" dirty="0"/>
              <a:t>Name the time of day- activities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4800" dirty="0"/>
          </a:p>
          <a:p>
            <a:pPr algn="l"/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964577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E266-9E2A-4CC8-841D-90F11145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1450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Scenario: </a:t>
            </a:r>
            <a:br>
              <a:rPr lang="en-GB" dirty="0"/>
            </a:br>
            <a:r>
              <a:rPr lang="en-GB" dirty="0"/>
              <a:t>Ben is 4 years old and has reached his expected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2939-6E9E-45C5-B49B-731F54183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1604"/>
            <a:ext cx="10515600" cy="406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Name </a:t>
            </a:r>
            <a:r>
              <a:rPr lang="en-GB" b="1" dirty="0">
                <a:solidFill>
                  <a:srgbClr val="FF0000"/>
                </a:solidFill>
              </a:rPr>
              <a:t>two cognitive </a:t>
            </a:r>
            <a:r>
              <a:rPr lang="en-GB" b="1" dirty="0"/>
              <a:t>milestones Ben should reach by the time he reaches </a:t>
            </a:r>
            <a:r>
              <a:rPr lang="en-GB" b="1" dirty="0">
                <a:solidFill>
                  <a:srgbClr val="FF0000"/>
                </a:solidFill>
              </a:rPr>
              <a:t>5 years old.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Model Answer</a:t>
            </a:r>
            <a:r>
              <a:rPr lang="en-GB" b="1" dirty="0">
                <a:solidFill>
                  <a:srgbClr val="00B050"/>
                </a:solidFill>
                <a:sym typeface="Wingdings" panose="05000000000000000000" pitchFamily="2" charset="2"/>
              </a:rPr>
              <a:t> (2 marks)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sym typeface="Wingdings" panose="05000000000000000000" pitchFamily="2" charset="2"/>
              </a:rPr>
              <a:t>Ben should be able to count to 10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sym typeface="Wingdings" panose="05000000000000000000" pitchFamily="2" charset="2"/>
              </a:rPr>
              <a:t>Ben should be able to understand rules</a:t>
            </a:r>
          </a:p>
          <a:p>
            <a:pPr marL="0" indent="0">
              <a:buNone/>
            </a:pPr>
            <a:endParaRPr lang="en-GB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67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567</Words>
  <Application>Microsoft Office PowerPoint</Application>
  <PresentationFormat>Widescreen</PresentationFormat>
  <Paragraphs>100</Paragraphs>
  <Slides>28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Fine motor skills Birth</vt:lpstr>
      <vt:lpstr>3 months</vt:lpstr>
      <vt:lpstr>6 months</vt:lpstr>
      <vt:lpstr>9 months</vt:lpstr>
      <vt:lpstr>15 months</vt:lpstr>
      <vt:lpstr>12 months</vt:lpstr>
      <vt:lpstr>18 months</vt:lpstr>
      <vt:lpstr> 2 years</vt:lpstr>
      <vt:lpstr> 2 1/ 2  years</vt:lpstr>
      <vt:lpstr> 3  years</vt:lpstr>
      <vt:lpstr>3-4 years </vt:lpstr>
      <vt:lpstr>4-5 years </vt:lpstr>
      <vt:lpstr>5-8 years </vt:lpstr>
      <vt:lpstr>6 years </vt:lpstr>
      <vt:lpstr>Scenario:  Abdul is 18 months old, and is meeting his expecting milestones</vt:lpstr>
      <vt:lpstr>Intellectual (Cognitive) development  Birth</vt:lpstr>
      <vt:lpstr>Intellectual (Cognitive) development  3 months</vt:lpstr>
      <vt:lpstr>Intellectual (Cognitive) development  6 months</vt:lpstr>
      <vt:lpstr>Intellectual (Cognitive) development  8- 9 months</vt:lpstr>
      <vt:lpstr>Intellectual (Cognitive) development  12 months</vt:lpstr>
      <vt:lpstr>Intellectual (Cognitive) development  15 months</vt:lpstr>
      <vt:lpstr>Intellectual (Cognitive) development  18 months</vt:lpstr>
      <vt:lpstr>Intellectual (Cognitive) development  2 years </vt:lpstr>
      <vt:lpstr>Intellectual (Cognitive) development  2 ½ years </vt:lpstr>
      <vt:lpstr>Intellectual (Cognitive) development  3 years </vt:lpstr>
      <vt:lpstr>Intellectual (Cognitive) development  3 -4 years </vt:lpstr>
      <vt:lpstr>Intellectual (Cognitive) development  4-5 years </vt:lpstr>
      <vt:lpstr>Scenario:  Ben is 4 years old and has reached his expected milestones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 months</dc:title>
  <dc:creator>N Atkins</dc:creator>
  <cp:lastModifiedBy>N Atkins</cp:lastModifiedBy>
  <cp:revision>10</cp:revision>
  <dcterms:created xsi:type="dcterms:W3CDTF">2019-12-02T13:27:36Z</dcterms:created>
  <dcterms:modified xsi:type="dcterms:W3CDTF">2019-12-02T15:15:19Z</dcterms:modified>
</cp:coreProperties>
</file>