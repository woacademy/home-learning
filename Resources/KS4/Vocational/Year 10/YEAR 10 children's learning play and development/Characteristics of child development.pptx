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D4437-1FAA-4D7B-B731-95C1DA8BB26B}" type="datetimeFigureOut">
              <a:rPr lang="en-GB" smtClean="0"/>
              <a:t>23/09/2019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1106B-5804-4805-A480-BA47732A99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20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Answesr</a:t>
            </a:r>
            <a:r>
              <a:rPr lang="en-GB" dirty="0"/>
              <a:t> – 1. Palmar and tripod. 2 Pincer  3. 9 months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1106B-5804-4805-A480-BA47732A99F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497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group take a life stage and map out the PILES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1106B-5804-4805-A480-BA47732A99F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107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All groups bring their timelines together and display- discuss other ways of remembering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51106B-5804-4805-A480-BA47732A99F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18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9/23/2019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7A0D-B8E0-4783-B8DC-37228B4A8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843" y="226335"/>
            <a:ext cx="10318418" cy="1614332"/>
          </a:xfrm>
        </p:spPr>
        <p:txBody>
          <a:bodyPr/>
          <a:lstStyle/>
          <a:p>
            <a:r>
              <a:rPr lang="en-GB" dirty="0"/>
              <a:t>DNA</a:t>
            </a:r>
          </a:p>
        </p:txBody>
      </p:sp>
      <p:pic>
        <p:nvPicPr>
          <p:cNvPr id="4" name="Picture 3" descr="http://ep.bmj.com/content/edpract/early/2011/03/13/adc.2009.175901/F4.large.jpg">
            <a:extLst>
              <a:ext uri="{FF2B5EF4-FFF2-40B4-BE49-F238E27FC236}">
                <a16:creationId xmlns:a16="http://schemas.microsoft.com/office/drawing/2014/main" id="{EC367BCE-4934-4E91-BCF3-012470A2793B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731" b="13818"/>
          <a:stretch/>
        </p:blipFill>
        <p:spPr bwMode="auto">
          <a:xfrm>
            <a:off x="774739" y="757555"/>
            <a:ext cx="2000250" cy="26714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http://ep.bmj.com/content/edpract/early/2011/03/13/adc.2009.175901/F4.large.jpg">
            <a:extLst>
              <a:ext uri="{FF2B5EF4-FFF2-40B4-BE49-F238E27FC236}">
                <a16:creationId xmlns:a16="http://schemas.microsoft.com/office/drawing/2014/main" id="{C0EB5F8D-D880-42B6-9D70-9EA4BE4C1873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27" b="33234"/>
          <a:stretch/>
        </p:blipFill>
        <p:spPr bwMode="auto">
          <a:xfrm>
            <a:off x="3445827" y="1609627"/>
            <a:ext cx="2000251" cy="267144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51CD0E-32F0-497A-A120-AB024A3D1510}"/>
              </a:ext>
            </a:extLst>
          </p:cNvPr>
          <p:cNvSpPr/>
          <p:nvPr/>
        </p:nvSpPr>
        <p:spPr>
          <a:xfrm>
            <a:off x="774739" y="4634080"/>
            <a:ext cx="4744873" cy="1468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/>
              <a:t>1. Name the 2 grasps?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AE44D9-EDFE-4178-978F-70CADD1115DA}"/>
              </a:ext>
            </a:extLst>
          </p:cNvPr>
          <p:cNvSpPr/>
          <p:nvPr/>
        </p:nvSpPr>
        <p:spPr>
          <a:xfrm>
            <a:off x="7680960" y="1516182"/>
            <a:ext cx="3850640" cy="1118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2. What Grasp is missing?</a:t>
            </a:r>
            <a:endParaRPr lang="en-GB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27566-3D4D-4E49-AE50-C8C19272D51B}"/>
              </a:ext>
            </a:extLst>
          </p:cNvPr>
          <p:cNvSpPr/>
          <p:nvPr/>
        </p:nvSpPr>
        <p:spPr>
          <a:xfrm>
            <a:off x="7680960" y="3322320"/>
            <a:ext cx="3850640" cy="1859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3. What age would a child use the pincer grasp?</a:t>
            </a:r>
          </a:p>
        </p:txBody>
      </p:sp>
    </p:spTree>
    <p:extLst>
      <p:ext uri="{BB962C8B-B14F-4D97-AF65-F5344CB8AC3E}">
        <p14:creationId xmlns:p14="http://schemas.microsoft.com/office/powerpoint/2010/main" val="369961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8052-FD0B-404E-9B20-06FCE5987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8800" dirty="0"/>
              <a:t>Characteristics of child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289D8-E257-49FC-895E-F41EAF7AAC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Unit 1 – exam component</a:t>
            </a:r>
          </a:p>
        </p:txBody>
      </p:sp>
    </p:spTree>
    <p:extLst>
      <p:ext uri="{BB962C8B-B14F-4D97-AF65-F5344CB8AC3E}">
        <p14:creationId xmlns:p14="http://schemas.microsoft.com/office/powerpoint/2010/main" val="723756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D79B-6E5C-4058-B513-92A2E955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aim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75A9-D327-4249-B12C-882E51C5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66887"/>
            <a:ext cx="10178322" cy="451270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</a:rPr>
              <a:t>TASK 1:  </a:t>
            </a:r>
            <a:r>
              <a:rPr lang="en-GB" sz="3200" b="1" dirty="0"/>
              <a:t>Creating a class timeline of milestones (piles)</a:t>
            </a:r>
          </a:p>
          <a:p>
            <a:pPr marL="0" indent="0">
              <a:buNone/>
            </a:pPr>
            <a:r>
              <a:rPr lang="en-GB" sz="3200" b="1" dirty="0"/>
              <a:t>(4 groups)</a:t>
            </a:r>
          </a:p>
          <a:p>
            <a:pPr marL="0" indent="0">
              <a:buNone/>
            </a:pPr>
            <a:endParaRPr lang="en-GB" sz="3200" b="1" dirty="0"/>
          </a:p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</a:rPr>
              <a:t>Group1</a:t>
            </a:r>
            <a:r>
              <a:rPr lang="en-GB" sz="3200" b="1" dirty="0"/>
              <a:t>: 0-12 months</a:t>
            </a:r>
          </a:p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</a:rPr>
              <a:t>Group 2</a:t>
            </a:r>
            <a:r>
              <a:rPr lang="en-GB" sz="3200" b="1" dirty="0"/>
              <a:t>: 15 months to 3 years </a:t>
            </a:r>
          </a:p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</a:rPr>
              <a:t>Groups 3</a:t>
            </a:r>
            <a:r>
              <a:rPr lang="en-GB" sz="3200" b="1" dirty="0"/>
              <a:t>: 3- 5 years</a:t>
            </a:r>
          </a:p>
          <a:p>
            <a:pPr marL="0" indent="0">
              <a:buNone/>
            </a:pPr>
            <a:r>
              <a:rPr lang="en-GB" sz="3200" b="1" dirty="0">
                <a:solidFill>
                  <a:srgbClr val="FF0000"/>
                </a:solidFill>
              </a:rPr>
              <a:t>Groups 4: </a:t>
            </a:r>
            <a:r>
              <a:rPr lang="en-GB" sz="3200" b="1" dirty="0"/>
              <a:t>5- 8 years </a:t>
            </a:r>
          </a:p>
        </p:txBody>
      </p:sp>
    </p:spTree>
    <p:extLst>
      <p:ext uri="{BB962C8B-B14F-4D97-AF65-F5344CB8AC3E}">
        <p14:creationId xmlns:p14="http://schemas.microsoft.com/office/powerpoint/2010/main" val="29494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E7E2-5011-41A9-B228-58035047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group 1-     </a:t>
            </a:r>
            <a:r>
              <a:rPr lang="en-GB" sz="3600" dirty="0"/>
              <a:t>(0-12 MONTHS)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48D96C-349D-484E-B898-29D987DE7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331772"/>
              </p:ext>
            </p:extLst>
          </p:nvPr>
        </p:nvGraphicFramePr>
        <p:xfrm>
          <a:off x="1006476" y="1368743"/>
          <a:ext cx="1053528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490">
                  <a:extLst>
                    <a:ext uri="{9D8B030D-6E8A-4147-A177-3AD203B41FA5}">
                      <a16:colId xmlns:a16="http://schemas.microsoft.com/office/drawing/2014/main" val="2928307663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166156816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09063992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41765235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685581713"/>
                    </a:ext>
                  </a:extLst>
                </a:gridCol>
                <a:gridCol w="1023777">
                  <a:extLst>
                    <a:ext uri="{9D8B030D-6E8A-4147-A177-3AD203B41FA5}">
                      <a16:colId xmlns:a16="http://schemas.microsoft.com/office/drawing/2014/main" val="4100605574"/>
                    </a:ext>
                  </a:extLst>
                </a:gridCol>
                <a:gridCol w="424127">
                  <a:extLst>
                    <a:ext uri="{9D8B030D-6E8A-4147-A177-3AD203B41FA5}">
                      <a16:colId xmlns:a16="http://schemas.microsoft.com/office/drawing/2014/main" val="3696534840"/>
                    </a:ext>
                  </a:extLst>
                </a:gridCol>
                <a:gridCol w="424127">
                  <a:extLst>
                    <a:ext uri="{9D8B030D-6E8A-4147-A177-3AD203B41FA5}">
                      <a16:colId xmlns:a16="http://schemas.microsoft.com/office/drawing/2014/main" val="583426637"/>
                    </a:ext>
                  </a:extLst>
                </a:gridCol>
                <a:gridCol w="780363">
                  <a:extLst>
                    <a:ext uri="{9D8B030D-6E8A-4147-A177-3AD203B41FA5}">
                      <a16:colId xmlns:a16="http://schemas.microsoft.com/office/drawing/2014/main" val="6813831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0-12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Physical – gross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Physical – </a:t>
                      </a:r>
                    </a:p>
                    <a:p>
                      <a:r>
                        <a:rPr lang="en-GB" dirty="0"/>
                        <a:t>fine motor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Intellectual- cognitive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Language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Emotional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dirty="0"/>
                        <a:t>Social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481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reflexes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co ordination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Freezes to sounds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18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 months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Lift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Watch hands and hold a rattle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Recognise routines- alert follows movements with eyes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76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Roll front to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Reach for a toy – one hand to the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Explore objects-put in mouth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156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9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Sit un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Pincer grasp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Look for dropped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41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00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B086-21B5-401E-BC56-59B47D07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BRINGING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7418-0099-4319-BEF4-01ED2F8D5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198" y="1727201"/>
            <a:ext cx="10178322" cy="3593591"/>
          </a:xfrm>
        </p:spPr>
        <p:txBody>
          <a:bodyPr/>
          <a:lstStyle/>
          <a:p>
            <a:pPr marL="0" indent="0" algn="ctr">
              <a:buNone/>
            </a:pPr>
            <a:r>
              <a:rPr lang="en-GB" sz="4000" dirty="0"/>
              <a:t>Present the work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575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EDC1-7AC6-4193-A9D5-4C7209EE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Practice exam questions using timelines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430C-AA19-44A9-9CF9-0FD9BB614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269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FFED-8517-47F1-8270-0C96B1ADC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BAC2-EE96-4C91-BFD2-E46904D45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dirty="0"/>
              <a:t>Complete the PILES aid memoir</a:t>
            </a:r>
          </a:p>
        </p:txBody>
      </p:sp>
    </p:spTree>
    <p:extLst>
      <p:ext uri="{BB962C8B-B14F-4D97-AF65-F5344CB8AC3E}">
        <p14:creationId xmlns:p14="http://schemas.microsoft.com/office/powerpoint/2010/main" val="130475668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47</TotalTime>
  <Words>216</Words>
  <Application>Microsoft Office PowerPoint</Application>
  <PresentationFormat>Widescreen</PresentationFormat>
  <Paragraphs>50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Impact</vt:lpstr>
      <vt:lpstr>Badge</vt:lpstr>
      <vt:lpstr>DNA</vt:lpstr>
      <vt:lpstr>Characteristics of child development</vt:lpstr>
      <vt:lpstr>Learning aim a</vt:lpstr>
      <vt:lpstr>Example group 1-     (0-12 MONTHS) </vt:lpstr>
      <vt:lpstr>BRINGING IT ALL TOGETHER</vt:lpstr>
      <vt:lpstr>Practice exam questions using timelines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Characteristics of child development</dc:title>
  <dc:creator>N Atkins</dc:creator>
  <cp:lastModifiedBy>N Atkins</cp:lastModifiedBy>
  <cp:revision>6</cp:revision>
  <dcterms:created xsi:type="dcterms:W3CDTF">2019-09-23T21:52:09Z</dcterms:created>
  <dcterms:modified xsi:type="dcterms:W3CDTF">2019-09-23T22:42:07Z</dcterms:modified>
</cp:coreProperties>
</file>