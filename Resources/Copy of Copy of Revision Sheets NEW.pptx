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7560000" cx="10692000"/>
  <p:notesSz cx="7560000" cy="106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tableStyles.xml><?xml version="1.0" encoding="utf-8"?>
<a:tblStyleLst xmlns:a="http://schemas.openxmlformats.org/drawingml/2006/main" xmlns:r="http://schemas.openxmlformats.org/officeDocument/2006/relationships" def="{82D19793-0DAC-4A64-A34E-973C42C3793B}">
  <a:tblStyle styleId="{82D19793-0DAC-4A64-A34E-973C42C3793B}"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408BB8E4-9507-4164-9848-2ADFDE555D8F}" styleName="Table_1">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F1F5"/>
          </a:solidFill>
        </a:fill>
      </a:tcStyle>
    </a:wholeTbl>
    <a:band1H>
      <a:tcTxStyle/>
      <a:tcStyle>
        <a:fill>
          <a:solidFill>
            <a:srgbClr val="CEE2EA"/>
          </a:solidFill>
        </a:fill>
      </a:tcStyle>
    </a:band1H>
    <a:band2H>
      <a:tcTxStyle/>
    </a:band2H>
    <a:band1V>
      <a:tcTxStyle/>
      <a:tcStyle>
        <a:fill>
          <a:solidFill>
            <a:srgbClr val="CEE2EA"/>
          </a:solidFill>
        </a:fill>
      </a:tcStyle>
    </a:band1V>
    <a:band2V>
      <a:tcTxStyle/>
    </a:band2V>
    <a:lastCol>
      <a:tcTxStyle b="on" i="off">
        <a:font>
          <a:latin typeface="Calibri"/>
          <a:ea typeface="Calibri"/>
          <a:cs typeface="Calibri"/>
        </a:font>
        <a:schemeClr val="lt1"/>
      </a:tcTxStyle>
      <a:tcStyle>
        <a:fill>
          <a:solidFill>
            <a:schemeClr val="accent5"/>
          </a:solidFill>
        </a:fill>
      </a:tcStyle>
    </a:lastCol>
    <a:firstCol>
      <a:tcTxStyle b="on" i="off">
        <a:font>
          <a:latin typeface="Calibri"/>
          <a:ea typeface="Calibri"/>
          <a:cs typeface="Calibri"/>
        </a:font>
        <a:schemeClr val="lt1"/>
      </a:tcTxStyle>
      <a:tcStyle>
        <a:fill>
          <a:solidFill>
            <a:schemeClr val="accent5"/>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5"/>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5"/>
          </a:solidFill>
        </a:fill>
      </a:tcStyle>
    </a:firstRow>
    <a:neCell>
      <a:tcTxStyle/>
    </a:neCell>
    <a:nwCell>
      <a:tcTxStyle/>
    </a:nwCell>
  </a:tblStyle>
  <a:tblStyle styleId="{4A3D964B-B106-4A49-AC01-D888B748E1C7}" styleName="Table_2">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46400" cy="4968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49688" y="0"/>
            <a:ext cx="2946400" cy="4968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767246" y="744538"/>
            <a:ext cx="5263200" cy="37227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79450" y="4714875"/>
            <a:ext cx="5438775" cy="4467225"/>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428163"/>
            <a:ext cx="2946400" cy="4968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49688" y="9428163"/>
            <a:ext cx="2946400" cy="4968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767246" y="744538"/>
            <a:ext cx="5263200" cy="3722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86" name="Google Shape;86;p1:notes"/>
          <p:cNvSpPr txBox="1"/>
          <p:nvPr>
            <p:ph idx="1" type="body"/>
          </p:nvPr>
        </p:nvSpPr>
        <p:spPr>
          <a:xfrm>
            <a:off x="679450" y="4714875"/>
            <a:ext cx="5438775" cy="446722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1:notes"/>
          <p:cNvSpPr txBox="1"/>
          <p:nvPr>
            <p:ph idx="12" type="sldNum"/>
          </p:nvPr>
        </p:nvSpPr>
        <p:spPr>
          <a:xfrm>
            <a:off x="3849688" y="9428163"/>
            <a:ext cx="2946400" cy="4968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10" name="Shape 110"/>
        <p:cNvGrpSpPr/>
        <p:nvPr/>
      </p:nvGrpSpPr>
      <p:grpSpPr>
        <a:xfrm>
          <a:off x="0" y="0"/>
          <a:ext cx="0" cy="0"/>
          <a:chOff x="0" y="0"/>
          <a:chExt cx="0" cy="0"/>
        </a:xfrm>
      </p:grpSpPr>
      <p:sp>
        <p:nvSpPr>
          <p:cNvPr id="111" name="Google Shape;111;p2:notes"/>
          <p:cNvSpPr/>
          <p:nvPr>
            <p:ph idx="2" type="sldImg"/>
          </p:nvPr>
        </p:nvSpPr>
        <p:spPr>
          <a:xfrm>
            <a:off x="767246" y="744538"/>
            <a:ext cx="5263200" cy="3722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12" name="Google Shape;112;p2:notes"/>
          <p:cNvSpPr txBox="1"/>
          <p:nvPr>
            <p:ph idx="1" type="body"/>
          </p:nvPr>
        </p:nvSpPr>
        <p:spPr>
          <a:xfrm>
            <a:off x="679450" y="4714875"/>
            <a:ext cx="5438775" cy="446722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 name="Google Shape;113;p2:notes"/>
          <p:cNvSpPr txBox="1"/>
          <p:nvPr>
            <p:ph idx="12" type="sldNum"/>
          </p:nvPr>
        </p:nvSpPr>
        <p:spPr>
          <a:xfrm>
            <a:off x="3849688" y="9428163"/>
            <a:ext cx="2946400" cy="4968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2" name="Shape 132"/>
        <p:cNvGrpSpPr/>
        <p:nvPr/>
      </p:nvGrpSpPr>
      <p:grpSpPr>
        <a:xfrm>
          <a:off x="0" y="0"/>
          <a:ext cx="0" cy="0"/>
          <a:chOff x="0" y="0"/>
          <a:chExt cx="0" cy="0"/>
        </a:xfrm>
      </p:grpSpPr>
      <p:sp>
        <p:nvSpPr>
          <p:cNvPr id="133" name="Google Shape;133;p3:notes"/>
          <p:cNvSpPr/>
          <p:nvPr>
            <p:ph idx="2" type="sldImg"/>
          </p:nvPr>
        </p:nvSpPr>
        <p:spPr>
          <a:xfrm>
            <a:off x="767246" y="744538"/>
            <a:ext cx="5263200" cy="3722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34" name="Google Shape;134;p3:notes"/>
          <p:cNvSpPr txBox="1"/>
          <p:nvPr>
            <p:ph idx="1" type="body"/>
          </p:nvPr>
        </p:nvSpPr>
        <p:spPr>
          <a:xfrm>
            <a:off x="679450" y="4714875"/>
            <a:ext cx="5438775" cy="446722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 name="Google Shape;135;p3:notes"/>
          <p:cNvSpPr txBox="1"/>
          <p:nvPr/>
        </p:nvSpPr>
        <p:spPr>
          <a:xfrm>
            <a:off x="3849688" y="9428163"/>
            <a:ext cx="2946400" cy="4968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61" name="Shape 161"/>
        <p:cNvGrpSpPr/>
        <p:nvPr/>
      </p:nvGrpSpPr>
      <p:grpSpPr>
        <a:xfrm>
          <a:off x="0" y="0"/>
          <a:ext cx="0" cy="0"/>
          <a:chOff x="0" y="0"/>
          <a:chExt cx="0" cy="0"/>
        </a:xfrm>
      </p:grpSpPr>
      <p:sp>
        <p:nvSpPr>
          <p:cNvPr id="162" name="Google Shape;162;p4:notes"/>
          <p:cNvSpPr/>
          <p:nvPr>
            <p:ph idx="2" type="sldImg"/>
          </p:nvPr>
        </p:nvSpPr>
        <p:spPr>
          <a:xfrm>
            <a:off x="767246" y="744538"/>
            <a:ext cx="5263200" cy="3722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63" name="Google Shape;163;p4:notes"/>
          <p:cNvSpPr txBox="1"/>
          <p:nvPr>
            <p:ph idx="1" type="body"/>
          </p:nvPr>
        </p:nvSpPr>
        <p:spPr>
          <a:xfrm>
            <a:off x="679450" y="4714875"/>
            <a:ext cx="5438775" cy="446722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 name="Google Shape;164;p4:notes"/>
          <p:cNvSpPr txBox="1"/>
          <p:nvPr/>
        </p:nvSpPr>
        <p:spPr>
          <a:xfrm>
            <a:off x="3849688" y="9428163"/>
            <a:ext cx="2946400" cy="4968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84" name="Shape 184"/>
        <p:cNvGrpSpPr/>
        <p:nvPr/>
      </p:nvGrpSpPr>
      <p:grpSpPr>
        <a:xfrm>
          <a:off x="0" y="0"/>
          <a:ext cx="0" cy="0"/>
          <a:chOff x="0" y="0"/>
          <a:chExt cx="0" cy="0"/>
        </a:xfrm>
      </p:grpSpPr>
      <p:sp>
        <p:nvSpPr>
          <p:cNvPr id="185" name="Google Shape;185;p5:notes"/>
          <p:cNvSpPr/>
          <p:nvPr>
            <p:ph idx="2" type="sldImg"/>
          </p:nvPr>
        </p:nvSpPr>
        <p:spPr>
          <a:xfrm>
            <a:off x="767246" y="744538"/>
            <a:ext cx="5263200" cy="3722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86" name="Google Shape;186;p5:notes"/>
          <p:cNvSpPr txBox="1"/>
          <p:nvPr>
            <p:ph idx="1" type="body"/>
          </p:nvPr>
        </p:nvSpPr>
        <p:spPr>
          <a:xfrm>
            <a:off x="679450" y="4714875"/>
            <a:ext cx="5438775" cy="446722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 name="Google Shape;187;p5:notes"/>
          <p:cNvSpPr txBox="1"/>
          <p:nvPr/>
        </p:nvSpPr>
        <p:spPr>
          <a:xfrm>
            <a:off x="3849688" y="9428163"/>
            <a:ext cx="2946400" cy="4968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09" name="Shape 209"/>
        <p:cNvGrpSpPr/>
        <p:nvPr/>
      </p:nvGrpSpPr>
      <p:grpSpPr>
        <a:xfrm>
          <a:off x="0" y="0"/>
          <a:ext cx="0" cy="0"/>
          <a:chOff x="0" y="0"/>
          <a:chExt cx="0" cy="0"/>
        </a:xfrm>
      </p:grpSpPr>
      <p:sp>
        <p:nvSpPr>
          <p:cNvPr id="210" name="Google Shape;210;p6:notes"/>
          <p:cNvSpPr/>
          <p:nvPr>
            <p:ph idx="2" type="sldImg"/>
          </p:nvPr>
        </p:nvSpPr>
        <p:spPr>
          <a:xfrm>
            <a:off x="767246" y="744538"/>
            <a:ext cx="5263200" cy="3722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11" name="Google Shape;211;p6:notes"/>
          <p:cNvSpPr txBox="1"/>
          <p:nvPr>
            <p:ph idx="1" type="body"/>
          </p:nvPr>
        </p:nvSpPr>
        <p:spPr>
          <a:xfrm>
            <a:off x="679450" y="4714875"/>
            <a:ext cx="5438775" cy="446722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2" name="Google Shape;212;p6:notes"/>
          <p:cNvSpPr txBox="1"/>
          <p:nvPr/>
        </p:nvSpPr>
        <p:spPr>
          <a:xfrm>
            <a:off x="3849688" y="9428163"/>
            <a:ext cx="2946400" cy="4968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34" name="Shape 234"/>
        <p:cNvGrpSpPr/>
        <p:nvPr/>
      </p:nvGrpSpPr>
      <p:grpSpPr>
        <a:xfrm>
          <a:off x="0" y="0"/>
          <a:ext cx="0" cy="0"/>
          <a:chOff x="0" y="0"/>
          <a:chExt cx="0" cy="0"/>
        </a:xfrm>
      </p:grpSpPr>
      <p:sp>
        <p:nvSpPr>
          <p:cNvPr id="235" name="Google Shape;235;p7:notes"/>
          <p:cNvSpPr/>
          <p:nvPr>
            <p:ph idx="2" type="sldImg"/>
          </p:nvPr>
        </p:nvSpPr>
        <p:spPr>
          <a:xfrm>
            <a:off x="767246" y="744538"/>
            <a:ext cx="5263200" cy="3722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36" name="Google Shape;236;p7:notes"/>
          <p:cNvSpPr txBox="1"/>
          <p:nvPr>
            <p:ph idx="1" type="body"/>
          </p:nvPr>
        </p:nvSpPr>
        <p:spPr>
          <a:xfrm>
            <a:off x="679450" y="4714875"/>
            <a:ext cx="5438775" cy="446722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7" name="Google Shape;237;p7:notes"/>
          <p:cNvSpPr txBox="1"/>
          <p:nvPr/>
        </p:nvSpPr>
        <p:spPr>
          <a:xfrm>
            <a:off x="3849688" y="9428163"/>
            <a:ext cx="2946400" cy="4968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54" name="Shape 254"/>
        <p:cNvGrpSpPr/>
        <p:nvPr/>
      </p:nvGrpSpPr>
      <p:grpSpPr>
        <a:xfrm>
          <a:off x="0" y="0"/>
          <a:ext cx="0" cy="0"/>
          <a:chOff x="0" y="0"/>
          <a:chExt cx="0" cy="0"/>
        </a:xfrm>
      </p:grpSpPr>
      <p:sp>
        <p:nvSpPr>
          <p:cNvPr id="255" name="Google Shape;255;p8:notes"/>
          <p:cNvSpPr/>
          <p:nvPr>
            <p:ph idx="2" type="sldImg"/>
          </p:nvPr>
        </p:nvSpPr>
        <p:spPr>
          <a:xfrm>
            <a:off x="767246" y="744538"/>
            <a:ext cx="5263200" cy="3722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56" name="Google Shape;256;p8:notes"/>
          <p:cNvSpPr txBox="1"/>
          <p:nvPr>
            <p:ph idx="1" type="body"/>
          </p:nvPr>
        </p:nvSpPr>
        <p:spPr>
          <a:xfrm>
            <a:off x="679450" y="4714875"/>
            <a:ext cx="5438775" cy="446722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7" name="Google Shape;257;p8:notes"/>
          <p:cNvSpPr txBox="1"/>
          <p:nvPr/>
        </p:nvSpPr>
        <p:spPr>
          <a:xfrm>
            <a:off x="3849688" y="9428163"/>
            <a:ext cx="2946400" cy="4968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79" name="Shape 279"/>
        <p:cNvGrpSpPr/>
        <p:nvPr/>
      </p:nvGrpSpPr>
      <p:grpSpPr>
        <a:xfrm>
          <a:off x="0" y="0"/>
          <a:ext cx="0" cy="0"/>
          <a:chOff x="0" y="0"/>
          <a:chExt cx="0" cy="0"/>
        </a:xfrm>
      </p:grpSpPr>
      <p:sp>
        <p:nvSpPr>
          <p:cNvPr id="280" name="Google Shape;280;p9:notes"/>
          <p:cNvSpPr/>
          <p:nvPr>
            <p:ph idx="2" type="sldImg"/>
          </p:nvPr>
        </p:nvSpPr>
        <p:spPr>
          <a:xfrm>
            <a:off x="767246" y="744538"/>
            <a:ext cx="5263200" cy="3722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81" name="Google Shape;281;p9:notes"/>
          <p:cNvSpPr txBox="1"/>
          <p:nvPr>
            <p:ph idx="1" type="body"/>
          </p:nvPr>
        </p:nvSpPr>
        <p:spPr>
          <a:xfrm>
            <a:off x="679450" y="4714875"/>
            <a:ext cx="5438775" cy="446722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2" name="Google Shape;282;p9:notes"/>
          <p:cNvSpPr txBox="1"/>
          <p:nvPr>
            <p:ph idx="12" type="sldNum"/>
          </p:nvPr>
        </p:nvSpPr>
        <p:spPr>
          <a:xfrm>
            <a:off x="3849688" y="9428163"/>
            <a:ext cx="2946400" cy="4968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06" name="Shape 306"/>
        <p:cNvGrpSpPr/>
        <p:nvPr/>
      </p:nvGrpSpPr>
      <p:grpSpPr>
        <a:xfrm>
          <a:off x="0" y="0"/>
          <a:ext cx="0" cy="0"/>
          <a:chOff x="0" y="0"/>
          <a:chExt cx="0" cy="0"/>
        </a:xfrm>
      </p:grpSpPr>
      <p:sp>
        <p:nvSpPr>
          <p:cNvPr id="307" name="Google Shape;307;p10:notes"/>
          <p:cNvSpPr/>
          <p:nvPr>
            <p:ph idx="2" type="sldImg"/>
          </p:nvPr>
        </p:nvSpPr>
        <p:spPr>
          <a:xfrm>
            <a:off x="767246" y="744538"/>
            <a:ext cx="5263200" cy="3722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08" name="Google Shape;308;p10:notes"/>
          <p:cNvSpPr txBox="1"/>
          <p:nvPr>
            <p:ph idx="1" type="body"/>
          </p:nvPr>
        </p:nvSpPr>
        <p:spPr>
          <a:xfrm>
            <a:off x="679450" y="4714875"/>
            <a:ext cx="5438775" cy="446722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9" name="Google Shape;309;p10:notes"/>
          <p:cNvSpPr txBox="1"/>
          <p:nvPr/>
        </p:nvSpPr>
        <p:spPr>
          <a:xfrm>
            <a:off x="3849688" y="9428163"/>
            <a:ext cx="2946400" cy="4968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27" name="Shape 327"/>
        <p:cNvGrpSpPr/>
        <p:nvPr/>
      </p:nvGrpSpPr>
      <p:grpSpPr>
        <a:xfrm>
          <a:off x="0" y="0"/>
          <a:ext cx="0" cy="0"/>
          <a:chOff x="0" y="0"/>
          <a:chExt cx="0" cy="0"/>
        </a:xfrm>
      </p:grpSpPr>
      <p:sp>
        <p:nvSpPr>
          <p:cNvPr id="328" name="Google Shape;328;p11:notes"/>
          <p:cNvSpPr/>
          <p:nvPr>
            <p:ph idx="2" type="sldImg"/>
          </p:nvPr>
        </p:nvSpPr>
        <p:spPr>
          <a:xfrm>
            <a:off x="767246" y="744538"/>
            <a:ext cx="5263200" cy="3722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29" name="Google Shape;329;p11:notes"/>
          <p:cNvSpPr txBox="1"/>
          <p:nvPr>
            <p:ph idx="1" type="body"/>
          </p:nvPr>
        </p:nvSpPr>
        <p:spPr>
          <a:xfrm>
            <a:off x="679450" y="4714875"/>
            <a:ext cx="5438775" cy="446722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0" name="Google Shape;330;p11:notes"/>
          <p:cNvSpPr txBox="1"/>
          <p:nvPr/>
        </p:nvSpPr>
        <p:spPr>
          <a:xfrm>
            <a:off x="3849688" y="9428163"/>
            <a:ext cx="2946400" cy="4968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50" name="Shape 350"/>
        <p:cNvGrpSpPr/>
        <p:nvPr/>
      </p:nvGrpSpPr>
      <p:grpSpPr>
        <a:xfrm>
          <a:off x="0" y="0"/>
          <a:ext cx="0" cy="0"/>
          <a:chOff x="0" y="0"/>
          <a:chExt cx="0" cy="0"/>
        </a:xfrm>
      </p:grpSpPr>
      <p:sp>
        <p:nvSpPr>
          <p:cNvPr id="351" name="Google Shape;351;p12:notes"/>
          <p:cNvSpPr/>
          <p:nvPr>
            <p:ph idx="2" type="sldImg"/>
          </p:nvPr>
        </p:nvSpPr>
        <p:spPr>
          <a:xfrm>
            <a:off x="767246" y="744538"/>
            <a:ext cx="5263200" cy="3722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52" name="Google Shape;352;p12:notes"/>
          <p:cNvSpPr txBox="1"/>
          <p:nvPr>
            <p:ph idx="1" type="body"/>
          </p:nvPr>
        </p:nvSpPr>
        <p:spPr>
          <a:xfrm>
            <a:off x="679450" y="4714875"/>
            <a:ext cx="5438775" cy="446722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3" name="Google Shape;353;p12:notes"/>
          <p:cNvSpPr txBox="1"/>
          <p:nvPr/>
        </p:nvSpPr>
        <p:spPr>
          <a:xfrm>
            <a:off x="3849688" y="9428163"/>
            <a:ext cx="2946400" cy="4968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lang="en-GB" sz="1200" u="none">
                <a:solidFill>
                  <a:schemeClr val="dk1"/>
                </a:solidFill>
                <a:latin typeface="Calibri"/>
                <a:ea typeface="Calibri"/>
                <a:cs typeface="Calibri"/>
                <a:sym typeface="Calibri"/>
              </a:rPr>
              <a:t>‹#›</a:t>
            </a:fld>
            <a:endParaRPr b="0" sz="1200" u="none">
              <a:solidFill>
                <a:schemeClr val="dk1"/>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74" name="Shape 374"/>
        <p:cNvGrpSpPr/>
        <p:nvPr/>
      </p:nvGrpSpPr>
      <p:grpSpPr>
        <a:xfrm>
          <a:off x="0" y="0"/>
          <a:ext cx="0" cy="0"/>
          <a:chOff x="0" y="0"/>
          <a:chExt cx="0" cy="0"/>
        </a:xfrm>
      </p:grpSpPr>
      <p:sp>
        <p:nvSpPr>
          <p:cNvPr id="375" name="Google Shape;375;p13:notes"/>
          <p:cNvSpPr/>
          <p:nvPr>
            <p:ph idx="2" type="sldImg"/>
          </p:nvPr>
        </p:nvSpPr>
        <p:spPr>
          <a:xfrm>
            <a:off x="767246" y="744538"/>
            <a:ext cx="5263200" cy="3722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76" name="Google Shape;376;p13:notes"/>
          <p:cNvSpPr txBox="1"/>
          <p:nvPr>
            <p:ph idx="1" type="body"/>
          </p:nvPr>
        </p:nvSpPr>
        <p:spPr>
          <a:xfrm>
            <a:off x="679450" y="4714875"/>
            <a:ext cx="5438775" cy="446722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7" name="Google Shape;377;p13:notes"/>
          <p:cNvSpPr txBox="1"/>
          <p:nvPr/>
        </p:nvSpPr>
        <p:spPr>
          <a:xfrm>
            <a:off x="3849688" y="9428163"/>
            <a:ext cx="2946400" cy="4968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GB"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00" name="Shape 400"/>
        <p:cNvGrpSpPr/>
        <p:nvPr/>
      </p:nvGrpSpPr>
      <p:grpSpPr>
        <a:xfrm>
          <a:off x="0" y="0"/>
          <a:ext cx="0" cy="0"/>
          <a:chOff x="0" y="0"/>
          <a:chExt cx="0" cy="0"/>
        </a:xfrm>
      </p:grpSpPr>
      <p:sp>
        <p:nvSpPr>
          <p:cNvPr id="401" name="Google Shape;401;p14:notes"/>
          <p:cNvSpPr/>
          <p:nvPr>
            <p:ph idx="2" type="sldImg"/>
          </p:nvPr>
        </p:nvSpPr>
        <p:spPr>
          <a:xfrm>
            <a:off x="767246" y="744538"/>
            <a:ext cx="5263200" cy="3722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02" name="Google Shape;402;p14:notes"/>
          <p:cNvSpPr txBox="1"/>
          <p:nvPr>
            <p:ph idx="1" type="body"/>
          </p:nvPr>
        </p:nvSpPr>
        <p:spPr>
          <a:xfrm>
            <a:off x="679450" y="4714875"/>
            <a:ext cx="5438775" cy="446722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3" name="Google Shape;403;p14:notes"/>
          <p:cNvSpPr txBox="1"/>
          <p:nvPr/>
        </p:nvSpPr>
        <p:spPr>
          <a:xfrm>
            <a:off x="3849688" y="9428163"/>
            <a:ext cx="2946400" cy="4968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GB"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801900" y="2317922"/>
            <a:ext cx="9088200" cy="1599300"/>
          </a:xfrm>
          <a:prstGeom prst="rect">
            <a:avLst/>
          </a:prstGeom>
          <a:noFill/>
          <a:ln>
            <a:noFill/>
          </a:ln>
        </p:spPr>
        <p:txBody>
          <a:bodyPr anchorCtr="0" anchor="ctr" bIns="49450" lIns="98950" spcFirstLastPara="1" rIns="98950" wrap="square" tIns="49450">
            <a:noAutofit/>
          </a:bodyPr>
          <a:lstStyle>
            <a:lvl1pPr lvl="0" algn="ctr">
              <a:spcBef>
                <a:spcPts val="0"/>
              </a:spcBef>
              <a:spcAft>
                <a:spcPts val="0"/>
              </a:spcAft>
              <a:buSzPts val="1500"/>
              <a:buNone/>
              <a:defRPr/>
            </a:lvl1pPr>
            <a:lvl2pPr lvl="1" algn="ctr">
              <a:spcBef>
                <a:spcPts val="0"/>
              </a:spcBef>
              <a:spcAft>
                <a:spcPts val="0"/>
              </a:spcAft>
              <a:buSzPts val="1500"/>
              <a:buNone/>
              <a:defRPr/>
            </a:lvl2pPr>
            <a:lvl3pPr lvl="2" algn="ctr">
              <a:spcBef>
                <a:spcPts val="0"/>
              </a:spcBef>
              <a:spcAft>
                <a:spcPts val="0"/>
              </a:spcAft>
              <a:buSzPts val="1500"/>
              <a:buNone/>
              <a:defRPr/>
            </a:lvl3pPr>
            <a:lvl4pPr lvl="3" algn="ctr">
              <a:spcBef>
                <a:spcPts val="0"/>
              </a:spcBef>
              <a:spcAft>
                <a:spcPts val="0"/>
              </a:spcAft>
              <a:buSzPts val="1500"/>
              <a:buNone/>
              <a:defRPr/>
            </a:lvl4pPr>
            <a:lvl5pPr lvl="4" algn="ctr">
              <a:spcBef>
                <a:spcPts val="0"/>
              </a:spcBef>
              <a:spcAft>
                <a:spcPts val="0"/>
              </a:spcAft>
              <a:buSzPts val="1500"/>
              <a:buNone/>
              <a:defRPr/>
            </a:lvl5pPr>
            <a:lvl6pPr lvl="5" algn="ctr">
              <a:spcBef>
                <a:spcPts val="0"/>
              </a:spcBef>
              <a:spcAft>
                <a:spcPts val="0"/>
              </a:spcAft>
              <a:buSzPts val="1500"/>
              <a:buNone/>
              <a:defRPr/>
            </a:lvl6pPr>
            <a:lvl7pPr lvl="6" algn="ctr">
              <a:spcBef>
                <a:spcPts val="0"/>
              </a:spcBef>
              <a:spcAft>
                <a:spcPts val="0"/>
              </a:spcAft>
              <a:buSzPts val="1500"/>
              <a:buNone/>
              <a:defRPr/>
            </a:lvl7pPr>
            <a:lvl8pPr lvl="7" algn="ctr">
              <a:spcBef>
                <a:spcPts val="0"/>
              </a:spcBef>
              <a:spcAft>
                <a:spcPts val="0"/>
              </a:spcAft>
              <a:buSzPts val="1500"/>
              <a:buNone/>
              <a:defRPr/>
            </a:lvl8pPr>
            <a:lvl9pPr lvl="8" algn="ctr">
              <a:spcBef>
                <a:spcPts val="0"/>
              </a:spcBef>
              <a:spcAft>
                <a:spcPts val="0"/>
              </a:spcAft>
              <a:buSzPts val="1500"/>
              <a:buNone/>
              <a:defRPr/>
            </a:lvl9pPr>
          </a:lstStyle>
          <a:p/>
        </p:txBody>
      </p:sp>
      <p:sp>
        <p:nvSpPr>
          <p:cNvPr id="17" name="Google Shape;17;p2"/>
          <p:cNvSpPr txBox="1"/>
          <p:nvPr>
            <p:ph idx="1" type="subTitle"/>
          </p:nvPr>
        </p:nvSpPr>
        <p:spPr>
          <a:xfrm>
            <a:off x="1603800" y="4228219"/>
            <a:ext cx="7484400" cy="1906800"/>
          </a:xfrm>
          <a:prstGeom prst="rect">
            <a:avLst/>
          </a:prstGeom>
          <a:noFill/>
          <a:ln>
            <a:noFill/>
          </a:ln>
        </p:spPr>
        <p:txBody>
          <a:bodyPr anchorCtr="0" anchor="t" bIns="49450" lIns="98950" spcFirstLastPara="1" rIns="98950" wrap="square" tIns="49450">
            <a:noAutofit/>
          </a:bodyPr>
          <a:lstStyle>
            <a:lvl1pPr lvl="0" algn="ctr">
              <a:spcBef>
                <a:spcPts val="700"/>
              </a:spcBef>
              <a:spcAft>
                <a:spcPts val="0"/>
              </a:spcAft>
              <a:buClr>
                <a:srgbClr val="888888"/>
              </a:buClr>
              <a:buSzPts val="3500"/>
              <a:buNone/>
              <a:defRPr>
                <a:solidFill>
                  <a:srgbClr val="888888"/>
                </a:solidFill>
              </a:defRPr>
            </a:lvl1pPr>
            <a:lvl2pPr lvl="1" algn="ctr">
              <a:spcBef>
                <a:spcPts val="600"/>
              </a:spcBef>
              <a:spcAft>
                <a:spcPts val="0"/>
              </a:spcAft>
              <a:buClr>
                <a:srgbClr val="888888"/>
              </a:buClr>
              <a:buSzPts val="3000"/>
              <a:buNone/>
              <a:defRPr>
                <a:solidFill>
                  <a:srgbClr val="888888"/>
                </a:solidFill>
              </a:defRPr>
            </a:lvl2pPr>
            <a:lvl3pPr lvl="2" algn="ctr">
              <a:spcBef>
                <a:spcPts val="500"/>
              </a:spcBef>
              <a:spcAft>
                <a:spcPts val="0"/>
              </a:spcAft>
              <a:buClr>
                <a:srgbClr val="888888"/>
              </a:buClr>
              <a:buSzPts val="2600"/>
              <a:buNone/>
              <a:defRPr>
                <a:solidFill>
                  <a:srgbClr val="888888"/>
                </a:solidFill>
              </a:defRPr>
            </a:lvl3pPr>
            <a:lvl4pPr lvl="3" algn="ctr">
              <a:spcBef>
                <a:spcPts val="400"/>
              </a:spcBef>
              <a:spcAft>
                <a:spcPts val="0"/>
              </a:spcAft>
              <a:buClr>
                <a:srgbClr val="888888"/>
              </a:buClr>
              <a:buSzPts val="2200"/>
              <a:buNone/>
              <a:defRPr>
                <a:solidFill>
                  <a:srgbClr val="888888"/>
                </a:solidFill>
              </a:defRPr>
            </a:lvl4pPr>
            <a:lvl5pPr lvl="4" algn="ctr">
              <a:spcBef>
                <a:spcPts val="400"/>
              </a:spcBef>
              <a:spcAft>
                <a:spcPts val="0"/>
              </a:spcAft>
              <a:buClr>
                <a:srgbClr val="888888"/>
              </a:buClr>
              <a:buSzPts val="2200"/>
              <a:buNone/>
              <a:defRPr>
                <a:solidFill>
                  <a:srgbClr val="888888"/>
                </a:solidFill>
              </a:defRPr>
            </a:lvl5pPr>
            <a:lvl6pPr lvl="5" algn="ctr">
              <a:spcBef>
                <a:spcPts val="400"/>
              </a:spcBef>
              <a:spcAft>
                <a:spcPts val="0"/>
              </a:spcAft>
              <a:buClr>
                <a:srgbClr val="888888"/>
              </a:buClr>
              <a:buSzPts val="2200"/>
              <a:buNone/>
              <a:defRPr>
                <a:solidFill>
                  <a:srgbClr val="888888"/>
                </a:solidFill>
              </a:defRPr>
            </a:lvl6pPr>
            <a:lvl7pPr lvl="6" algn="ctr">
              <a:spcBef>
                <a:spcPts val="400"/>
              </a:spcBef>
              <a:spcAft>
                <a:spcPts val="0"/>
              </a:spcAft>
              <a:buClr>
                <a:srgbClr val="888888"/>
              </a:buClr>
              <a:buSzPts val="2200"/>
              <a:buNone/>
              <a:defRPr>
                <a:solidFill>
                  <a:srgbClr val="888888"/>
                </a:solidFill>
              </a:defRPr>
            </a:lvl7pPr>
            <a:lvl8pPr lvl="7" algn="ctr">
              <a:spcBef>
                <a:spcPts val="400"/>
              </a:spcBef>
              <a:spcAft>
                <a:spcPts val="0"/>
              </a:spcAft>
              <a:buClr>
                <a:srgbClr val="888888"/>
              </a:buClr>
              <a:buSzPts val="2200"/>
              <a:buNone/>
              <a:defRPr>
                <a:solidFill>
                  <a:srgbClr val="888888"/>
                </a:solidFill>
              </a:defRPr>
            </a:lvl8pPr>
            <a:lvl9pPr lvl="8" algn="ctr">
              <a:spcBef>
                <a:spcPts val="400"/>
              </a:spcBef>
              <a:spcAft>
                <a:spcPts val="0"/>
              </a:spcAft>
              <a:buClr>
                <a:srgbClr val="888888"/>
              </a:buClr>
              <a:buSzPts val="2200"/>
              <a:buNone/>
              <a:defRPr>
                <a:solidFill>
                  <a:srgbClr val="888888"/>
                </a:solidFill>
              </a:defRPr>
            </a:lvl9pPr>
          </a:lstStyle>
          <a:p/>
        </p:txBody>
      </p:sp>
      <p:sp>
        <p:nvSpPr>
          <p:cNvPr id="18" name="Google Shape;18;p2"/>
          <p:cNvSpPr txBox="1"/>
          <p:nvPr>
            <p:ph idx="10" type="dt"/>
          </p:nvPr>
        </p:nvSpPr>
        <p:spPr>
          <a:xfrm>
            <a:off x="534600" y="7007306"/>
            <a:ext cx="2494800" cy="402300"/>
          </a:xfrm>
          <a:prstGeom prst="rect">
            <a:avLst/>
          </a:prstGeom>
          <a:noFill/>
          <a:ln>
            <a:noFill/>
          </a:ln>
        </p:spPr>
        <p:txBody>
          <a:bodyPr anchorCtr="0" anchor="ctr" bIns="49450" lIns="98950" spcFirstLastPara="1" rIns="98950" wrap="square" tIns="49450">
            <a:noAutofit/>
          </a:bodyPr>
          <a:lstStyle>
            <a:lvl1pPr lvl="0" algn="l">
              <a:spcBef>
                <a:spcPts val="0"/>
              </a:spcBef>
              <a:spcAft>
                <a:spcPts val="0"/>
              </a:spcAft>
              <a:buSzPts val="1500"/>
              <a:buNone/>
              <a:defRPr/>
            </a:lvl1pPr>
            <a:lvl2pPr lvl="1" algn="l">
              <a:spcBef>
                <a:spcPts val="0"/>
              </a:spcBef>
              <a:spcAft>
                <a:spcPts val="0"/>
              </a:spcAft>
              <a:buSzPts val="1500"/>
              <a:buNone/>
              <a:defRPr/>
            </a:lvl2pPr>
            <a:lvl3pPr lvl="2" algn="l">
              <a:spcBef>
                <a:spcPts val="0"/>
              </a:spcBef>
              <a:spcAft>
                <a:spcPts val="0"/>
              </a:spcAft>
              <a:buSzPts val="1500"/>
              <a:buNone/>
              <a:defRPr/>
            </a:lvl3pPr>
            <a:lvl4pPr lvl="3" algn="l">
              <a:spcBef>
                <a:spcPts val="0"/>
              </a:spcBef>
              <a:spcAft>
                <a:spcPts val="0"/>
              </a:spcAft>
              <a:buSzPts val="1500"/>
              <a:buNone/>
              <a:defRPr/>
            </a:lvl4pPr>
            <a:lvl5pPr lvl="4" algn="l">
              <a:spcBef>
                <a:spcPts val="0"/>
              </a:spcBef>
              <a:spcAft>
                <a:spcPts val="0"/>
              </a:spcAft>
              <a:buSzPts val="1500"/>
              <a:buNone/>
              <a:defRPr/>
            </a:lvl5pPr>
            <a:lvl6pPr lvl="5" algn="l">
              <a:spcBef>
                <a:spcPts val="0"/>
              </a:spcBef>
              <a:spcAft>
                <a:spcPts val="0"/>
              </a:spcAft>
              <a:buSzPts val="1500"/>
              <a:buNone/>
              <a:defRPr/>
            </a:lvl6pPr>
            <a:lvl7pPr lvl="6" algn="l">
              <a:spcBef>
                <a:spcPts val="0"/>
              </a:spcBef>
              <a:spcAft>
                <a:spcPts val="0"/>
              </a:spcAft>
              <a:buSzPts val="1500"/>
              <a:buNone/>
              <a:defRPr/>
            </a:lvl7pPr>
            <a:lvl8pPr lvl="7" algn="l">
              <a:spcBef>
                <a:spcPts val="0"/>
              </a:spcBef>
              <a:spcAft>
                <a:spcPts val="0"/>
              </a:spcAft>
              <a:buSzPts val="1500"/>
              <a:buNone/>
              <a:defRPr/>
            </a:lvl8pPr>
            <a:lvl9pPr lvl="8" algn="l">
              <a:spcBef>
                <a:spcPts val="0"/>
              </a:spcBef>
              <a:spcAft>
                <a:spcPts val="0"/>
              </a:spcAft>
              <a:buSzPts val="1500"/>
              <a:buNone/>
              <a:defRPr/>
            </a:lvl9pPr>
          </a:lstStyle>
          <a:p/>
        </p:txBody>
      </p:sp>
      <p:sp>
        <p:nvSpPr>
          <p:cNvPr id="19" name="Google Shape;19;p2"/>
          <p:cNvSpPr txBox="1"/>
          <p:nvPr>
            <p:ph idx="11" type="ftr"/>
          </p:nvPr>
        </p:nvSpPr>
        <p:spPr>
          <a:xfrm>
            <a:off x="3653100" y="7007306"/>
            <a:ext cx="3385800" cy="402300"/>
          </a:xfrm>
          <a:prstGeom prst="rect">
            <a:avLst/>
          </a:prstGeom>
          <a:noFill/>
          <a:ln>
            <a:noFill/>
          </a:ln>
        </p:spPr>
        <p:txBody>
          <a:bodyPr anchorCtr="0" anchor="ctr" bIns="49450" lIns="98950" spcFirstLastPara="1" rIns="98950" wrap="square" tIns="49450">
            <a:noAutofit/>
          </a:bodyPr>
          <a:lstStyle>
            <a:lvl1pPr lvl="0" algn="ctr">
              <a:spcBef>
                <a:spcPts val="0"/>
              </a:spcBef>
              <a:spcAft>
                <a:spcPts val="0"/>
              </a:spcAft>
              <a:buSzPts val="1500"/>
              <a:buNone/>
              <a:defRPr/>
            </a:lvl1pPr>
            <a:lvl2pPr lvl="1" algn="l">
              <a:spcBef>
                <a:spcPts val="0"/>
              </a:spcBef>
              <a:spcAft>
                <a:spcPts val="0"/>
              </a:spcAft>
              <a:buSzPts val="1500"/>
              <a:buNone/>
              <a:defRPr/>
            </a:lvl2pPr>
            <a:lvl3pPr lvl="2" algn="l">
              <a:spcBef>
                <a:spcPts val="0"/>
              </a:spcBef>
              <a:spcAft>
                <a:spcPts val="0"/>
              </a:spcAft>
              <a:buSzPts val="1500"/>
              <a:buNone/>
              <a:defRPr/>
            </a:lvl3pPr>
            <a:lvl4pPr lvl="3" algn="l">
              <a:spcBef>
                <a:spcPts val="0"/>
              </a:spcBef>
              <a:spcAft>
                <a:spcPts val="0"/>
              </a:spcAft>
              <a:buSzPts val="1500"/>
              <a:buNone/>
              <a:defRPr/>
            </a:lvl4pPr>
            <a:lvl5pPr lvl="4" algn="l">
              <a:spcBef>
                <a:spcPts val="0"/>
              </a:spcBef>
              <a:spcAft>
                <a:spcPts val="0"/>
              </a:spcAft>
              <a:buSzPts val="1500"/>
              <a:buNone/>
              <a:defRPr/>
            </a:lvl5pPr>
            <a:lvl6pPr lvl="5" algn="l">
              <a:spcBef>
                <a:spcPts val="0"/>
              </a:spcBef>
              <a:spcAft>
                <a:spcPts val="0"/>
              </a:spcAft>
              <a:buSzPts val="1500"/>
              <a:buNone/>
              <a:defRPr/>
            </a:lvl6pPr>
            <a:lvl7pPr lvl="6" algn="l">
              <a:spcBef>
                <a:spcPts val="0"/>
              </a:spcBef>
              <a:spcAft>
                <a:spcPts val="0"/>
              </a:spcAft>
              <a:buSzPts val="1500"/>
              <a:buNone/>
              <a:defRPr/>
            </a:lvl7pPr>
            <a:lvl8pPr lvl="7" algn="l">
              <a:spcBef>
                <a:spcPts val="0"/>
              </a:spcBef>
              <a:spcAft>
                <a:spcPts val="0"/>
              </a:spcAft>
              <a:buSzPts val="1500"/>
              <a:buNone/>
              <a:defRPr/>
            </a:lvl8pPr>
            <a:lvl9pPr lvl="8" algn="l">
              <a:spcBef>
                <a:spcPts val="0"/>
              </a:spcBef>
              <a:spcAft>
                <a:spcPts val="0"/>
              </a:spcAft>
              <a:buSzPts val="1500"/>
              <a:buNone/>
              <a:defRPr/>
            </a:lvl9pPr>
          </a:lstStyle>
          <a:p/>
        </p:txBody>
      </p:sp>
      <p:sp>
        <p:nvSpPr>
          <p:cNvPr id="20" name="Google Shape;20;p2"/>
          <p:cNvSpPr txBox="1"/>
          <p:nvPr>
            <p:ph idx="12" type="sldNum"/>
          </p:nvPr>
        </p:nvSpPr>
        <p:spPr>
          <a:xfrm>
            <a:off x="7662600" y="7007306"/>
            <a:ext cx="2494800" cy="402300"/>
          </a:xfrm>
          <a:prstGeom prst="rect">
            <a:avLst/>
          </a:prstGeom>
          <a:noFill/>
          <a:ln>
            <a:noFill/>
          </a:ln>
        </p:spPr>
        <p:txBody>
          <a:bodyPr anchorCtr="0" anchor="ctr" bIns="49450" lIns="98950" spcFirstLastPara="1" rIns="98950" wrap="square" tIns="49450">
            <a:noAutofit/>
          </a:bodyPr>
          <a:lstStyle>
            <a:lvl1pPr indent="0" lvl="0" marL="0" marR="0" algn="r">
              <a:spcBef>
                <a:spcPts val="0"/>
              </a:spcBef>
              <a:spcAft>
                <a:spcPts val="0"/>
              </a:spcAft>
              <a:buNone/>
              <a:defRPr b="0" i="0" sz="1300" u="none" cap="none" strike="noStrike">
                <a:solidFill>
                  <a:srgbClr val="898989"/>
                </a:solidFill>
                <a:latin typeface="Calibri"/>
                <a:ea typeface="Calibri"/>
                <a:cs typeface="Calibri"/>
                <a:sym typeface="Calibri"/>
              </a:defRPr>
            </a:lvl1pPr>
            <a:lvl2pPr indent="0" lvl="1" marL="0" marR="0" algn="r">
              <a:spcBef>
                <a:spcPts val="0"/>
              </a:spcBef>
              <a:spcAft>
                <a:spcPts val="0"/>
              </a:spcAft>
              <a:buNone/>
              <a:defRPr b="0" i="0" sz="1300" u="none" cap="none" strike="noStrike">
                <a:solidFill>
                  <a:srgbClr val="898989"/>
                </a:solidFill>
                <a:latin typeface="Calibri"/>
                <a:ea typeface="Calibri"/>
                <a:cs typeface="Calibri"/>
                <a:sym typeface="Calibri"/>
              </a:defRPr>
            </a:lvl2pPr>
            <a:lvl3pPr indent="0" lvl="2" marL="0" marR="0" algn="r">
              <a:spcBef>
                <a:spcPts val="0"/>
              </a:spcBef>
              <a:spcAft>
                <a:spcPts val="0"/>
              </a:spcAft>
              <a:buNone/>
              <a:defRPr b="0" i="0" sz="1300" u="none" cap="none" strike="noStrike">
                <a:solidFill>
                  <a:srgbClr val="898989"/>
                </a:solidFill>
                <a:latin typeface="Calibri"/>
                <a:ea typeface="Calibri"/>
                <a:cs typeface="Calibri"/>
                <a:sym typeface="Calibri"/>
              </a:defRPr>
            </a:lvl3pPr>
            <a:lvl4pPr indent="0" lvl="3" marL="0" marR="0" algn="r">
              <a:spcBef>
                <a:spcPts val="0"/>
              </a:spcBef>
              <a:spcAft>
                <a:spcPts val="0"/>
              </a:spcAft>
              <a:buNone/>
              <a:defRPr b="0" i="0" sz="1300" u="none" cap="none" strike="noStrike">
                <a:solidFill>
                  <a:srgbClr val="898989"/>
                </a:solidFill>
                <a:latin typeface="Calibri"/>
                <a:ea typeface="Calibri"/>
                <a:cs typeface="Calibri"/>
                <a:sym typeface="Calibri"/>
              </a:defRPr>
            </a:lvl4pPr>
            <a:lvl5pPr indent="0" lvl="4" marL="0" marR="0" algn="r">
              <a:spcBef>
                <a:spcPts val="0"/>
              </a:spcBef>
              <a:spcAft>
                <a:spcPts val="0"/>
              </a:spcAft>
              <a:buNone/>
              <a:defRPr b="0" i="0" sz="1300" u="none" cap="none" strike="noStrike">
                <a:solidFill>
                  <a:srgbClr val="898989"/>
                </a:solidFill>
                <a:latin typeface="Calibri"/>
                <a:ea typeface="Calibri"/>
                <a:cs typeface="Calibri"/>
                <a:sym typeface="Calibri"/>
              </a:defRPr>
            </a:lvl5pPr>
            <a:lvl6pPr indent="0" lvl="5" marL="0" marR="0" algn="r">
              <a:spcBef>
                <a:spcPts val="0"/>
              </a:spcBef>
              <a:spcAft>
                <a:spcPts val="0"/>
              </a:spcAft>
              <a:buNone/>
              <a:defRPr b="0" i="0" sz="1300" u="none" cap="none" strike="noStrike">
                <a:solidFill>
                  <a:srgbClr val="898989"/>
                </a:solidFill>
                <a:latin typeface="Calibri"/>
                <a:ea typeface="Calibri"/>
                <a:cs typeface="Calibri"/>
                <a:sym typeface="Calibri"/>
              </a:defRPr>
            </a:lvl6pPr>
            <a:lvl7pPr indent="0" lvl="6" marL="0" marR="0" algn="r">
              <a:spcBef>
                <a:spcPts val="0"/>
              </a:spcBef>
              <a:spcAft>
                <a:spcPts val="0"/>
              </a:spcAft>
              <a:buNone/>
              <a:defRPr b="0" i="0" sz="1300" u="none" cap="none" strike="noStrike">
                <a:solidFill>
                  <a:srgbClr val="898989"/>
                </a:solidFill>
                <a:latin typeface="Calibri"/>
                <a:ea typeface="Calibri"/>
                <a:cs typeface="Calibri"/>
                <a:sym typeface="Calibri"/>
              </a:defRPr>
            </a:lvl7pPr>
            <a:lvl8pPr indent="0" lvl="7" marL="0" marR="0" algn="r">
              <a:spcBef>
                <a:spcPts val="0"/>
              </a:spcBef>
              <a:spcAft>
                <a:spcPts val="0"/>
              </a:spcAft>
              <a:buNone/>
              <a:defRPr b="0" i="0" sz="1300" u="none" cap="none" strike="noStrike">
                <a:solidFill>
                  <a:srgbClr val="898989"/>
                </a:solidFill>
                <a:latin typeface="Calibri"/>
                <a:ea typeface="Calibri"/>
                <a:cs typeface="Calibri"/>
                <a:sym typeface="Calibri"/>
              </a:defRPr>
            </a:lvl8pPr>
            <a:lvl9pPr indent="0" lvl="8" marL="0" marR="0" algn="r">
              <a:spcBef>
                <a:spcPts val="0"/>
              </a:spcBef>
              <a:spcAft>
                <a:spcPts val="0"/>
              </a:spcAft>
              <a:buNone/>
              <a:defRPr b="0" i="0" sz="13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21" name="Shape 21"/>
        <p:cNvGrpSpPr/>
        <p:nvPr/>
      </p:nvGrpSpPr>
      <p:grpSpPr>
        <a:xfrm>
          <a:off x="0" y="0"/>
          <a:ext cx="0" cy="0"/>
          <a:chOff x="0" y="0"/>
          <a:chExt cx="0" cy="0"/>
        </a:xfrm>
      </p:grpSpPr>
      <p:sp>
        <p:nvSpPr>
          <p:cNvPr id="22" name="Google Shape;22;p3"/>
          <p:cNvSpPr txBox="1"/>
          <p:nvPr>
            <p:ph idx="10" type="dt"/>
          </p:nvPr>
        </p:nvSpPr>
        <p:spPr>
          <a:xfrm>
            <a:off x="534600" y="7007306"/>
            <a:ext cx="2494800" cy="402300"/>
          </a:xfrm>
          <a:prstGeom prst="rect">
            <a:avLst/>
          </a:prstGeom>
          <a:noFill/>
          <a:ln>
            <a:noFill/>
          </a:ln>
        </p:spPr>
        <p:txBody>
          <a:bodyPr anchorCtr="0" anchor="ctr" bIns="49450" lIns="98950" spcFirstLastPara="1" rIns="98950" wrap="square" tIns="49450">
            <a:noAutofit/>
          </a:bodyPr>
          <a:lstStyle>
            <a:lvl1pPr lvl="0" algn="l">
              <a:spcBef>
                <a:spcPts val="0"/>
              </a:spcBef>
              <a:spcAft>
                <a:spcPts val="0"/>
              </a:spcAft>
              <a:buSzPts val="1500"/>
              <a:buNone/>
              <a:defRPr/>
            </a:lvl1pPr>
            <a:lvl2pPr lvl="1" algn="l">
              <a:spcBef>
                <a:spcPts val="0"/>
              </a:spcBef>
              <a:spcAft>
                <a:spcPts val="0"/>
              </a:spcAft>
              <a:buSzPts val="1500"/>
              <a:buNone/>
              <a:defRPr/>
            </a:lvl2pPr>
            <a:lvl3pPr lvl="2" algn="l">
              <a:spcBef>
                <a:spcPts val="0"/>
              </a:spcBef>
              <a:spcAft>
                <a:spcPts val="0"/>
              </a:spcAft>
              <a:buSzPts val="1500"/>
              <a:buNone/>
              <a:defRPr/>
            </a:lvl3pPr>
            <a:lvl4pPr lvl="3" algn="l">
              <a:spcBef>
                <a:spcPts val="0"/>
              </a:spcBef>
              <a:spcAft>
                <a:spcPts val="0"/>
              </a:spcAft>
              <a:buSzPts val="1500"/>
              <a:buNone/>
              <a:defRPr/>
            </a:lvl4pPr>
            <a:lvl5pPr lvl="4" algn="l">
              <a:spcBef>
                <a:spcPts val="0"/>
              </a:spcBef>
              <a:spcAft>
                <a:spcPts val="0"/>
              </a:spcAft>
              <a:buSzPts val="1500"/>
              <a:buNone/>
              <a:defRPr/>
            </a:lvl5pPr>
            <a:lvl6pPr lvl="5" algn="l">
              <a:spcBef>
                <a:spcPts val="0"/>
              </a:spcBef>
              <a:spcAft>
                <a:spcPts val="0"/>
              </a:spcAft>
              <a:buSzPts val="1500"/>
              <a:buNone/>
              <a:defRPr/>
            </a:lvl6pPr>
            <a:lvl7pPr lvl="6" algn="l">
              <a:spcBef>
                <a:spcPts val="0"/>
              </a:spcBef>
              <a:spcAft>
                <a:spcPts val="0"/>
              </a:spcAft>
              <a:buSzPts val="1500"/>
              <a:buNone/>
              <a:defRPr/>
            </a:lvl7pPr>
            <a:lvl8pPr lvl="7" algn="l">
              <a:spcBef>
                <a:spcPts val="0"/>
              </a:spcBef>
              <a:spcAft>
                <a:spcPts val="0"/>
              </a:spcAft>
              <a:buSzPts val="1500"/>
              <a:buNone/>
              <a:defRPr/>
            </a:lvl8pPr>
            <a:lvl9pPr lvl="8" algn="l">
              <a:spcBef>
                <a:spcPts val="0"/>
              </a:spcBef>
              <a:spcAft>
                <a:spcPts val="0"/>
              </a:spcAft>
              <a:buSzPts val="1500"/>
              <a:buNone/>
              <a:defRPr/>
            </a:lvl9pPr>
          </a:lstStyle>
          <a:p/>
        </p:txBody>
      </p:sp>
      <p:sp>
        <p:nvSpPr>
          <p:cNvPr id="23" name="Google Shape;23;p3"/>
          <p:cNvSpPr txBox="1"/>
          <p:nvPr>
            <p:ph idx="11" type="ftr"/>
          </p:nvPr>
        </p:nvSpPr>
        <p:spPr>
          <a:xfrm>
            <a:off x="3653100" y="7007306"/>
            <a:ext cx="3385800" cy="402300"/>
          </a:xfrm>
          <a:prstGeom prst="rect">
            <a:avLst/>
          </a:prstGeom>
          <a:noFill/>
          <a:ln>
            <a:noFill/>
          </a:ln>
        </p:spPr>
        <p:txBody>
          <a:bodyPr anchorCtr="0" anchor="ctr" bIns="49450" lIns="98950" spcFirstLastPara="1" rIns="98950" wrap="square" tIns="49450">
            <a:noAutofit/>
          </a:bodyPr>
          <a:lstStyle>
            <a:lvl1pPr lvl="0" algn="ctr">
              <a:spcBef>
                <a:spcPts val="0"/>
              </a:spcBef>
              <a:spcAft>
                <a:spcPts val="0"/>
              </a:spcAft>
              <a:buSzPts val="1500"/>
              <a:buNone/>
              <a:defRPr/>
            </a:lvl1pPr>
            <a:lvl2pPr lvl="1" algn="l">
              <a:spcBef>
                <a:spcPts val="0"/>
              </a:spcBef>
              <a:spcAft>
                <a:spcPts val="0"/>
              </a:spcAft>
              <a:buSzPts val="1500"/>
              <a:buNone/>
              <a:defRPr/>
            </a:lvl2pPr>
            <a:lvl3pPr lvl="2" algn="l">
              <a:spcBef>
                <a:spcPts val="0"/>
              </a:spcBef>
              <a:spcAft>
                <a:spcPts val="0"/>
              </a:spcAft>
              <a:buSzPts val="1500"/>
              <a:buNone/>
              <a:defRPr/>
            </a:lvl3pPr>
            <a:lvl4pPr lvl="3" algn="l">
              <a:spcBef>
                <a:spcPts val="0"/>
              </a:spcBef>
              <a:spcAft>
                <a:spcPts val="0"/>
              </a:spcAft>
              <a:buSzPts val="1500"/>
              <a:buNone/>
              <a:defRPr/>
            </a:lvl4pPr>
            <a:lvl5pPr lvl="4" algn="l">
              <a:spcBef>
                <a:spcPts val="0"/>
              </a:spcBef>
              <a:spcAft>
                <a:spcPts val="0"/>
              </a:spcAft>
              <a:buSzPts val="1500"/>
              <a:buNone/>
              <a:defRPr/>
            </a:lvl5pPr>
            <a:lvl6pPr lvl="5" algn="l">
              <a:spcBef>
                <a:spcPts val="0"/>
              </a:spcBef>
              <a:spcAft>
                <a:spcPts val="0"/>
              </a:spcAft>
              <a:buSzPts val="1500"/>
              <a:buNone/>
              <a:defRPr/>
            </a:lvl6pPr>
            <a:lvl7pPr lvl="6" algn="l">
              <a:spcBef>
                <a:spcPts val="0"/>
              </a:spcBef>
              <a:spcAft>
                <a:spcPts val="0"/>
              </a:spcAft>
              <a:buSzPts val="1500"/>
              <a:buNone/>
              <a:defRPr/>
            </a:lvl7pPr>
            <a:lvl8pPr lvl="7" algn="l">
              <a:spcBef>
                <a:spcPts val="0"/>
              </a:spcBef>
              <a:spcAft>
                <a:spcPts val="0"/>
              </a:spcAft>
              <a:buSzPts val="1500"/>
              <a:buNone/>
              <a:defRPr/>
            </a:lvl8pPr>
            <a:lvl9pPr lvl="8" algn="l">
              <a:spcBef>
                <a:spcPts val="0"/>
              </a:spcBef>
              <a:spcAft>
                <a:spcPts val="0"/>
              </a:spcAft>
              <a:buSzPts val="1500"/>
              <a:buNone/>
              <a:defRPr/>
            </a:lvl9pPr>
          </a:lstStyle>
          <a:p/>
        </p:txBody>
      </p:sp>
      <p:sp>
        <p:nvSpPr>
          <p:cNvPr id="24" name="Google Shape;24;p3"/>
          <p:cNvSpPr txBox="1"/>
          <p:nvPr>
            <p:ph idx="12" type="sldNum"/>
          </p:nvPr>
        </p:nvSpPr>
        <p:spPr>
          <a:xfrm>
            <a:off x="7662600" y="7007306"/>
            <a:ext cx="2494800" cy="402300"/>
          </a:xfrm>
          <a:prstGeom prst="rect">
            <a:avLst/>
          </a:prstGeom>
          <a:noFill/>
          <a:ln>
            <a:noFill/>
          </a:ln>
        </p:spPr>
        <p:txBody>
          <a:bodyPr anchorCtr="0" anchor="ctr" bIns="49450" lIns="98950" spcFirstLastPara="1" rIns="98950" wrap="square" tIns="49450">
            <a:noAutofit/>
          </a:bodyPr>
          <a:lstStyle>
            <a:lvl1pPr indent="0" lvl="0" marL="0" marR="0" algn="r">
              <a:spcBef>
                <a:spcPts val="0"/>
              </a:spcBef>
              <a:spcAft>
                <a:spcPts val="0"/>
              </a:spcAft>
              <a:buNone/>
              <a:defRPr b="0" i="0" sz="1300" u="none" cap="none" strike="noStrike">
                <a:solidFill>
                  <a:srgbClr val="898989"/>
                </a:solidFill>
                <a:latin typeface="Calibri"/>
                <a:ea typeface="Calibri"/>
                <a:cs typeface="Calibri"/>
                <a:sym typeface="Calibri"/>
              </a:defRPr>
            </a:lvl1pPr>
            <a:lvl2pPr indent="0" lvl="1" marL="0" marR="0" algn="r">
              <a:spcBef>
                <a:spcPts val="0"/>
              </a:spcBef>
              <a:spcAft>
                <a:spcPts val="0"/>
              </a:spcAft>
              <a:buNone/>
              <a:defRPr b="0" i="0" sz="1300" u="none" cap="none" strike="noStrike">
                <a:solidFill>
                  <a:srgbClr val="898989"/>
                </a:solidFill>
                <a:latin typeface="Calibri"/>
                <a:ea typeface="Calibri"/>
                <a:cs typeface="Calibri"/>
                <a:sym typeface="Calibri"/>
              </a:defRPr>
            </a:lvl2pPr>
            <a:lvl3pPr indent="0" lvl="2" marL="0" marR="0" algn="r">
              <a:spcBef>
                <a:spcPts val="0"/>
              </a:spcBef>
              <a:spcAft>
                <a:spcPts val="0"/>
              </a:spcAft>
              <a:buNone/>
              <a:defRPr b="0" i="0" sz="1300" u="none" cap="none" strike="noStrike">
                <a:solidFill>
                  <a:srgbClr val="898989"/>
                </a:solidFill>
                <a:latin typeface="Calibri"/>
                <a:ea typeface="Calibri"/>
                <a:cs typeface="Calibri"/>
                <a:sym typeface="Calibri"/>
              </a:defRPr>
            </a:lvl3pPr>
            <a:lvl4pPr indent="0" lvl="3" marL="0" marR="0" algn="r">
              <a:spcBef>
                <a:spcPts val="0"/>
              </a:spcBef>
              <a:spcAft>
                <a:spcPts val="0"/>
              </a:spcAft>
              <a:buNone/>
              <a:defRPr b="0" i="0" sz="1300" u="none" cap="none" strike="noStrike">
                <a:solidFill>
                  <a:srgbClr val="898989"/>
                </a:solidFill>
                <a:latin typeface="Calibri"/>
                <a:ea typeface="Calibri"/>
                <a:cs typeface="Calibri"/>
                <a:sym typeface="Calibri"/>
              </a:defRPr>
            </a:lvl4pPr>
            <a:lvl5pPr indent="0" lvl="4" marL="0" marR="0" algn="r">
              <a:spcBef>
                <a:spcPts val="0"/>
              </a:spcBef>
              <a:spcAft>
                <a:spcPts val="0"/>
              </a:spcAft>
              <a:buNone/>
              <a:defRPr b="0" i="0" sz="1300" u="none" cap="none" strike="noStrike">
                <a:solidFill>
                  <a:srgbClr val="898989"/>
                </a:solidFill>
                <a:latin typeface="Calibri"/>
                <a:ea typeface="Calibri"/>
                <a:cs typeface="Calibri"/>
                <a:sym typeface="Calibri"/>
              </a:defRPr>
            </a:lvl5pPr>
            <a:lvl6pPr indent="0" lvl="5" marL="0" marR="0" algn="r">
              <a:spcBef>
                <a:spcPts val="0"/>
              </a:spcBef>
              <a:spcAft>
                <a:spcPts val="0"/>
              </a:spcAft>
              <a:buNone/>
              <a:defRPr b="0" i="0" sz="1300" u="none" cap="none" strike="noStrike">
                <a:solidFill>
                  <a:srgbClr val="898989"/>
                </a:solidFill>
                <a:latin typeface="Calibri"/>
                <a:ea typeface="Calibri"/>
                <a:cs typeface="Calibri"/>
                <a:sym typeface="Calibri"/>
              </a:defRPr>
            </a:lvl6pPr>
            <a:lvl7pPr indent="0" lvl="6" marL="0" marR="0" algn="r">
              <a:spcBef>
                <a:spcPts val="0"/>
              </a:spcBef>
              <a:spcAft>
                <a:spcPts val="0"/>
              </a:spcAft>
              <a:buNone/>
              <a:defRPr b="0" i="0" sz="1300" u="none" cap="none" strike="noStrike">
                <a:solidFill>
                  <a:srgbClr val="898989"/>
                </a:solidFill>
                <a:latin typeface="Calibri"/>
                <a:ea typeface="Calibri"/>
                <a:cs typeface="Calibri"/>
                <a:sym typeface="Calibri"/>
              </a:defRPr>
            </a:lvl7pPr>
            <a:lvl8pPr indent="0" lvl="7" marL="0" marR="0" algn="r">
              <a:spcBef>
                <a:spcPts val="0"/>
              </a:spcBef>
              <a:spcAft>
                <a:spcPts val="0"/>
              </a:spcAft>
              <a:buNone/>
              <a:defRPr b="0" i="0" sz="1300" u="none" cap="none" strike="noStrike">
                <a:solidFill>
                  <a:srgbClr val="898989"/>
                </a:solidFill>
                <a:latin typeface="Calibri"/>
                <a:ea typeface="Calibri"/>
                <a:cs typeface="Calibri"/>
                <a:sym typeface="Calibri"/>
              </a:defRPr>
            </a:lvl8pPr>
            <a:lvl9pPr indent="0" lvl="8" marL="0" marR="0" algn="r">
              <a:spcBef>
                <a:spcPts val="0"/>
              </a:spcBef>
              <a:spcAft>
                <a:spcPts val="0"/>
              </a:spcAft>
              <a:buNone/>
              <a:defRPr b="0" i="0" sz="13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Content" type="obj">
  <p:cSld name="OBJECT">
    <p:spTree>
      <p:nvGrpSpPr>
        <p:cNvPr id="25" name="Shape 25"/>
        <p:cNvGrpSpPr/>
        <p:nvPr/>
      </p:nvGrpSpPr>
      <p:grpSpPr>
        <a:xfrm>
          <a:off x="0" y="0"/>
          <a:ext cx="0" cy="0"/>
          <a:chOff x="0" y="0"/>
          <a:chExt cx="0" cy="0"/>
        </a:xfrm>
      </p:grpSpPr>
      <p:sp>
        <p:nvSpPr>
          <p:cNvPr id="26" name="Google Shape;26;p4"/>
          <p:cNvSpPr txBox="1"/>
          <p:nvPr>
            <p:ph type="title"/>
          </p:nvPr>
        </p:nvSpPr>
        <p:spPr>
          <a:xfrm>
            <a:off x="534600" y="302263"/>
            <a:ext cx="9622800" cy="1260900"/>
          </a:xfrm>
          <a:prstGeom prst="rect">
            <a:avLst/>
          </a:prstGeom>
          <a:noFill/>
          <a:ln>
            <a:noFill/>
          </a:ln>
        </p:spPr>
        <p:txBody>
          <a:bodyPr anchorCtr="0" anchor="ctr" bIns="49450" lIns="98950" spcFirstLastPara="1" rIns="98950" wrap="square" tIns="49450">
            <a:noAutofit/>
          </a:bodyPr>
          <a:lstStyle>
            <a:lvl1pPr lvl="0" algn="ctr">
              <a:spcBef>
                <a:spcPts val="0"/>
              </a:spcBef>
              <a:spcAft>
                <a:spcPts val="0"/>
              </a:spcAft>
              <a:buSzPts val="1500"/>
              <a:buNone/>
              <a:defRPr/>
            </a:lvl1pPr>
            <a:lvl2pPr lvl="1" algn="ctr">
              <a:spcBef>
                <a:spcPts val="0"/>
              </a:spcBef>
              <a:spcAft>
                <a:spcPts val="0"/>
              </a:spcAft>
              <a:buSzPts val="1500"/>
              <a:buNone/>
              <a:defRPr/>
            </a:lvl2pPr>
            <a:lvl3pPr lvl="2" algn="ctr">
              <a:spcBef>
                <a:spcPts val="0"/>
              </a:spcBef>
              <a:spcAft>
                <a:spcPts val="0"/>
              </a:spcAft>
              <a:buSzPts val="1500"/>
              <a:buNone/>
              <a:defRPr/>
            </a:lvl3pPr>
            <a:lvl4pPr lvl="3" algn="ctr">
              <a:spcBef>
                <a:spcPts val="0"/>
              </a:spcBef>
              <a:spcAft>
                <a:spcPts val="0"/>
              </a:spcAft>
              <a:buSzPts val="1500"/>
              <a:buNone/>
              <a:defRPr/>
            </a:lvl4pPr>
            <a:lvl5pPr lvl="4" algn="ctr">
              <a:spcBef>
                <a:spcPts val="0"/>
              </a:spcBef>
              <a:spcAft>
                <a:spcPts val="0"/>
              </a:spcAft>
              <a:buSzPts val="1500"/>
              <a:buNone/>
              <a:defRPr/>
            </a:lvl5pPr>
            <a:lvl6pPr lvl="5" algn="ctr">
              <a:spcBef>
                <a:spcPts val="0"/>
              </a:spcBef>
              <a:spcAft>
                <a:spcPts val="0"/>
              </a:spcAft>
              <a:buSzPts val="1500"/>
              <a:buNone/>
              <a:defRPr/>
            </a:lvl6pPr>
            <a:lvl7pPr lvl="6" algn="ctr">
              <a:spcBef>
                <a:spcPts val="0"/>
              </a:spcBef>
              <a:spcAft>
                <a:spcPts val="0"/>
              </a:spcAft>
              <a:buSzPts val="1500"/>
              <a:buNone/>
              <a:defRPr/>
            </a:lvl7pPr>
            <a:lvl8pPr lvl="7" algn="ctr">
              <a:spcBef>
                <a:spcPts val="0"/>
              </a:spcBef>
              <a:spcAft>
                <a:spcPts val="0"/>
              </a:spcAft>
              <a:buSzPts val="1500"/>
              <a:buNone/>
              <a:defRPr/>
            </a:lvl8pPr>
            <a:lvl9pPr lvl="8" algn="ctr">
              <a:spcBef>
                <a:spcPts val="0"/>
              </a:spcBef>
              <a:spcAft>
                <a:spcPts val="0"/>
              </a:spcAft>
              <a:buSzPts val="1500"/>
              <a:buNone/>
              <a:defRPr/>
            </a:lvl9pPr>
          </a:lstStyle>
          <a:p/>
        </p:txBody>
      </p:sp>
      <p:sp>
        <p:nvSpPr>
          <p:cNvPr id="27" name="Google Shape;27;p4"/>
          <p:cNvSpPr txBox="1"/>
          <p:nvPr>
            <p:ph idx="1" type="body"/>
          </p:nvPr>
        </p:nvSpPr>
        <p:spPr>
          <a:xfrm>
            <a:off x="534600" y="1763486"/>
            <a:ext cx="9622800" cy="4989900"/>
          </a:xfrm>
          <a:prstGeom prst="rect">
            <a:avLst/>
          </a:prstGeom>
          <a:noFill/>
          <a:ln>
            <a:noFill/>
          </a:ln>
        </p:spPr>
        <p:txBody>
          <a:bodyPr anchorCtr="0" anchor="t" bIns="49450" lIns="98950" spcFirstLastPara="1" rIns="98950" wrap="square" tIns="49450">
            <a:noAutofit/>
          </a:bodyPr>
          <a:lstStyle>
            <a:lvl1pPr indent="-349250" lvl="0" marL="457200" algn="l">
              <a:spcBef>
                <a:spcPts val="400"/>
              </a:spcBef>
              <a:spcAft>
                <a:spcPts val="0"/>
              </a:spcAft>
              <a:buClr>
                <a:schemeClr val="dk1"/>
              </a:buClr>
              <a:buSzPts val="1900"/>
              <a:buChar char="•"/>
              <a:defRPr/>
            </a:lvl1pPr>
            <a:lvl2pPr indent="-349250" lvl="1" marL="914400" algn="l">
              <a:spcBef>
                <a:spcPts val="400"/>
              </a:spcBef>
              <a:spcAft>
                <a:spcPts val="0"/>
              </a:spcAft>
              <a:buClr>
                <a:schemeClr val="dk1"/>
              </a:buClr>
              <a:buSzPts val="1900"/>
              <a:buChar char="–"/>
              <a:defRPr/>
            </a:lvl2pPr>
            <a:lvl3pPr indent="-349250" lvl="2" marL="1371600" algn="l">
              <a:spcBef>
                <a:spcPts val="400"/>
              </a:spcBef>
              <a:spcAft>
                <a:spcPts val="0"/>
              </a:spcAft>
              <a:buClr>
                <a:schemeClr val="dk1"/>
              </a:buClr>
              <a:buSzPts val="1900"/>
              <a:buChar char="•"/>
              <a:defRPr/>
            </a:lvl3pPr>
            <a:lvl4pPr indent="-349250" lvl="3" marL="1828800" algn="l">
              <a:spcBef>
                <a:spcPts val="400"/>
              </a:spcBef>
              <a:spcAft>
                <a:spcPts val="0"/>
              </a:spcAft>
              <a:buClr>
                <a:schemeClr val="dk1"/>
              </a:buClr>
              <a:buSzPts val="1900"/>
              <a:buChar char="–"/>
              <a:defRPr/>
            </a:lvl4pPr>
            <a:lvl5pPr indent="-349250" lvl="4" marL="2286000" algn="l">
              <a:spcBef>
                <a:spcPts val="400"/>
              </a:spcBef>
              <a:spcAft>
                <a:spcPts val="0"/>
              </a:spcAft>
              <a:buClr>
                <a:schemeClr val="dk1"/>
              </a:buClr>
              <a:buSzPts val="1900"/>
              <a:buChar char="»"/>
              <a:defRPr/>
            </a:lvl5pPr>
            <a:lvl6pPr indent="-349250" lvl="5" marL="2743200" algn="l">
              <a:spcBef>
                <a:spcPts val="400"/>
              </a:spcBef>
              <a:spcAft>
                <a:spcPts val="0"/>
              </a:spcAft>
              <a:buClr>
                <a:schemeClr val="dk1"/>
              </a:buClr>
              <a:buSzPts val="1900"/>
              <a:buChar char="•"/>
              <a:defRPr/>
            </a:lvl6pPr>
            <a:lvl7pPr indent="-349250" lvl="6" marL="3200400" algn="l">
              <a:spcBef>
                <a:spcPts val="400"/>
              </a:spcBef>
              <a:spcAft>
                <a:spcPts val="0"/>
              </a:spcAft>
              <a:buClr>
                <a:schemeClr val="dk1"/>
              </a:buClr>
              <a:buSzPts val="1900"/>
              <a:buChar char="•"/>
              <a:defRPr/>
            </a:lvl7pPr>
            <a:lvl8pPr indent="-349250" lvl="7" marL="3657600" algn="l">
              <a:spcBef>
                <a:spcPts val="400"/>
              </a:spcBef>
              <a:spcAft>
                <a:spcPts val="0"/>
              </a:spcAft>
              <a:buClr>
                <a:schemeClr val="dk1"/>
              </a:buClr>
              <a:buSzPts val="1900"/>
              <a:buChar char="•"/>
              <a:defRPr/>
            </a:lvl8pPr>
            <a:lvl9pPr indent="-349250" lvl="8" marL="4114800" algn="l">
              <a:spcBef>
                <a:spcPts val="400"/>
              </a:spcBef>
              <a:spcAft>
                <a:spcPts val="0"/>
              </a:spcAft>
              <a:buClr>
                <a:schemeClr val="dk1"/>
              </a:buClr>
              <a:buSzPts val="1900"/>
              <a:buChar char="•"/>
              <a:defRPr/>
            </a:lvl9pPr>
          </a:lstStyle>
          <a:p/>
        </p:txBody>
      </p:sp>
      <p:sp>
        <p:nvSpPr>
          <p:cNvPr id="28" name="Google Shape;28;p4"/>
          <p:cNvSpPr txBox="1"/>
          <p:nvPr>
            <p:ph idx="10" type="dt"/>
          </p:nvPr>
        </p:nvSpPr>
        <p:spPr>
          <a:xfrm>
            <a:off x="534600" y="7007306"/>
            <a:ext cx="2494800" cy="402300"/>
          </a:xfrm>
          <a:prstGeom prst="rect">
            <a:avLst/>
          </a:prstGeom>
          <a:noFill/>
          <a:ln>
            <a:noFill/>
          </a:ln>
        </p:spPr>
        <p:txBody>
          <a:bodyPr anchorCtr="0" anchor="ctr" bIns="49450" lIns="98950" spcFirstLastPara="1" rIns="98950" wrap="square" tIns="49450">
            <a:noAutofit/>
          </a:bodyPr>
          <a:lstStyle>
            <a:lvl1pPr lvl="0" algn="l">
              <a:spcBef>
                <a:spcPts val="0"/>
              </a:spcBef>
              <a:spcAft>
                <a:spcPts val="0"/>
              </a:spcAft>
              <a:buSzPts val="1500"/>
              <a:buNone/>
              <a:defRPr/>
            </a:lvl1pPr>
            <a:lvl2pPr lvl="1" algn="l">
              <a:spcBef>
                <a:spcPts val="0"/>
              </a:spcBef>
              <a:spcAft>
                <a:spcPts val="0"/>
              </a:spcAft>
              <a:buSzPts val="1500"/>
              <a:buNone/>
              <a:defRPr/>
            </a:lvl2pPr>
            <a:lvl3pPr lvl="2" algn="l">
              <a:spcBef>
                <a:spcPts val="0"/>
              </a:spcBef>
              <a:spcAft>
                <a:spcPts val="0"/>
              </a:spcAft>
              <a:buSzPts val="1500"/>
              <a:buNone/>
              <a:defRPr/>
            </a:lvl3pPr>
            <a:lvl4pPr lvl="3" algn="l">
              <a:spcBef>
                <a:spcPts val="0"/>
              </a:spcBef>
              <a:spcAft>
                <a:spcPts val="0"/>
              </a:spcAft>
              <a:buSzPts val="1500"/>
              <a:buNone/>
              <a:defRPr/>
            </a:lvl4pPr>
            <a:lvl5pPr lvl="4" algn="l">
              <a:spcBef>
                <a:spcPts val="0"/>
              </a:spcBef>
              <a:spcAft>
                <a:spcPts val="0"/>
              </a:spcAft>
              <a:buSzPts val="1500"/>
              <a:buNone/>
              <a:defRPr/>
            </a:lvl5pPr>
            <a:lvl6pPr lvl="5" algn="l">
              <a:spcBef>
                <a:spcPts val="0"/>
              </a:spcBef>
              <a:spcAft>
                <a:spcPts val="0"/>
              </a:spcAft>
              <a:buSzPts val="1500"/>
              <a:buNone/>
              <a:defRPr/>
            </a:lvl6pPr>
            <a:lvl7pPr lvl="6" algn="l">
              <a:spcBef>
                <a:spcPts val="0"/>
              </a:spcBef>
              <a:spcAft>
                <a:spcPts val="0"/>
              </a:spcAft>
              <a:buSzPts val="1500"/>
              <a:buNone/>
              <a:defRPr/>
            </a:lvl7pPr>
            <a:lvl8pPr lvl="7" algn="l">
              <a:spcBef>
                <a:spcPts val="0"/>
              </a:spcBef>
              <a:spcAft>
                <a:spcPts val="0"/>
              </a:spcAft>
              <a:buSzPts val="1500"/>
              <a:buNone/>
              <a:defRPr/>
            </a:lvl8pPr>
            <a:lvl9pPr lvl="8" algn="l">
              <a:spcBef>
                <a:spcPts val="0"/>
              </a:spcBef>
              <a:spcAft>
                <a:spcPts val="0"/>
              </a:spcAft>
              <a:buSzPts val="1500"/>
              <a:buNone/>
              <a:defRPr/>
            </a:lvl9pPr>
          </a:lstStyle>
          <a:p/>
        </p:txBody>
      </p:sp>
      <p:sp>
        <p:nvSpPr>
          <p:cNvPr id="29" name="Google Shape;29;p4"/>
          <p:cNvSpPr txBox="1"/>
          <p:nvPr>
            <p:ph idx="11" type="ftr"/>
          </p:nvPr>
        </p:nvSpPr>
        <p:spPr>
          <a:xfrm>
            <a:off x="3653100" y="7007306"/>
            <a:ext cx="3385800" cy="402300"/>
          </a:xfrm>
          <a:prstGeom prst="rect">
            <a:avLst/>
          </a:prstGeom>
          <a:noFill/>
          <a:ln>
            <a:noFill/>
          </a:ln>
        </p:spPr>
        <p:txBody>
          <a:bodyPr anchorCtr="0" anchor="ctr" bIns="49450" lIns="98950" spcFirstLastPara="1" rIns="98950" wrap="square" tIns="49450">
            <a:noAutofit/>
          </a:bodyPr>
          <a:lstStyle>
            <a:lvl1pPr lvl="0" algn="ctr">
              <a:spcBef>
                <a:spcPts val="0"/>
              </a:spcBef>
              <a:spcAft>
                <a:spcPts val="0"/>
              </a:spcAft>
              <a:buSzPts val="1500"/>
              <a:buNone/>
              <a:defRPr/>
            </a:lvl1pPr>
            <a:lvl2pPr lvl="1" algn="l">
              <a:spcBef>
                <a:spcPts val="0"/>
              </a:spcBef>
              <a:spcAft>
                <a:spcPts val="0"/>
              </a:spcAft>
              <a:buSzPts val="1500"/>
              <a:buNone/>
              <a:defRPr/>
            </a:lvl2pPr>
            <a:lvl3pPr lvl="2" algn="l">
              <a:spcBef>
                <a:spcPts val="0"/>
              </a:spcBef>
              <a:spcAft>
                <a:spcPts val="0"/>
              </a:spcAft>
              <a:buSzPts val="1500"/>
              <a:buNone/>
              <a:defRPr/>
            </a:lvl3pPr>
            <a:lvl4pPr lvl="3" algn="l">
              <a:spcBef>
                <a:spcPts val="0"/>
              </a:spcBef>
              <a:spcAft>
                <a:spcPts val="0"/>
              </a:spcAft>
              <a:buSzPts val="1500"/>
              <a:buNone/>
              <a:defRPr/>
            </a:lvl4pPr>
            <a:lvl5pPr lvl="4" algn="l">
              <a:spcBef>
                <a:spcPts val="0"/>
              </a:spcBef>
              <a:spcAft>
                <a:spcPts val="0"/>
              </a:spcAft>
              <a:buSzPts val="1500"/>
              <a:buNone/>
              <a:defRPr/>
            </a:lvl5pPr>
            <a:lvl6pPr lvl="5" algn="l">
              <a:spcBef>
                <a:spcPts val="0"/>
              </a:spcBef>
              <a:spcAft>
                <a:spcPts val="0"/>
              </a:spcAft>
              <a:buSzPts val="1500"/>
              <a:buNone/>
              <a:defRPr/>
            </a:lvl6pPr>
            <a:lvl7pPr lvl="6" algn="l">
              <a:spcBef>
                <a:spcPts val="0"/>
              </a:spcBef>
              <a:spcAft>
                <a:spcPts val="0"/>
              </a:spcAft>
              <a:buSzPts val="1500"/>
              <a:buNone/>
              <a:defRPr/>
            </a:lvl7pPr>
            <a:lvl8pPr lvl="7" algn="l">
              <a:spcBef>
                <a:spcPts val="0"/>
              </a:spcBef>
              <a:spcAft>
                <a:spcPts val="0"/>
              </a:spcAft>
              <a:buSzPts val="1500"/>
              <a:buNone/>
              <a:defRPr/>
            </a:lvl8pPr>
            <a:lvl9pPr lvl="8" algn="l">
              <a:spcBef>
                <a:spcPts val="0"/>
              </a:spcBef>
              <a:spcAft>
                <a:spcPts val="0"/>
              </a:spcAft>
              <a:buSzPts val="1500"/>
              <a:buNone/>
              <a:defRPr/>
            </a:lvl9pPr>
          </a:lstStyle>
          <a:p/>
        </p:txBody>
      </p:sp>
      <p:sp>
        <p:nvSpPr>
          <p:cNvPr id="30" name="Google Shape;30;p4"/>
          <p:cNvSpPr txBox="1"/>
          <p:nvPr>
            <p:ph idx="12" type="sldNum"/>
          </p:nvPr>
        </p:nvSpPr>
        <p:spPr>
          <a:xfrm>
            <a:off x="7662600" y="7007306"/>
            <a:ext cx="2494800" cy="402300"/>
          </a:xfrm>
          <a:prstGeom prst="rect">
            <a:avLst/>
          </a:prstGeom>
          <a:noFill/>
          <a:ln>
            <a:noFill/>
          </a:ln>
        </p:spPr>
        <p:txBody>
          <a:bodyPr anchorCtr="0" anchor="ctr" bIns="49450" lIns="98950" spcFirstLastPara="1" rIns="98950" wrap="square" tIns="49450">
            <a:noAutofit/>
          </a:bodyPr>
          <a:lstStyle>
            <a:lvl1pPr indent="0" lvl="0" marL="0" marR="0" algn="r">
              <a:spcBef>
                <a:spcPts val="0"/>
              </a:spcBef>
              <a:spcAft>
                <a:spcPts val="0"/>
              </a:spcAft>
              <a:buNone/>
              <a:defRPr sz="1300">
                <a:solidFill>
                  <a:srgbClr val="898989"/>
                </a:solidFill>
                <a:latin typeface="Calibri"/>
                <a:ea typeface="Calibri"/>
                <a:cs typeface="Calibri"/>
                <a:sym typeface="Calibri"/>
              </a:defRPr>
            </a:lvl1pPr>
            <a:lvl2pPr indent="0" lvl="1" marL="0" marR="0" algn="r">
              <a:spcBef>
                <a:spcPts val="0"/>
              </a:spcBef>
              <a:spcAft>
                <a:spcPts val="0"/>
              </a:spcAft>
              <a:buNone/>
              <a:defRPr sz="1300">
                <a:solidFill>
                  <a:srgbClr val="898989"/>
                </a:solidFill>
                <a:latin typeface="Calibri"/>
                <a:ea typeface="Calibri"/>
                <a:cs typeface="Calibri"/>
                <a:sym typeface="Calibri"/>
              </a:defRPr>
            </a:lvl2pPr>
            <a:lvl3pPr indent="0" lvl="2" marL="0" marR="0" algn="r">
              <a:spcBef>
                <a:spcPts val="0"/>
              </a:spcBef>
              <a:spcAft>
                <a:spcPts val="0"/>
              </a:spcAft>
              <a:buNone/>
              <a:defRPr sz="1300">
                <a:solidFill>
                  <a:srgbClr val="898989"/>
                </a:solidFill>
                <a:latin typeface="Calibri"/>
                <a:ea typeface="Calibri"/>
                <a:cs typeface="Calibri"/>
                <a:sym typeface="Calibri"/>
              </a:defRPr>
            </a:lvl3pPr>
            <a:lvl4pPr indent="0" lvl="3" marL="0" marR="0" algn="r">
              <a:spcBef>
                <a:spcPts val="0"/>
              </a:spcBef>
              <a:spcAft>
                <a:spcPts val="0"/>
              </a:spcAft>
              <a:buNone/>
              <a:defRPr sz="1300">
                <a:solidFill>
                  <a:srgbClr val="898989"/>
                </a:solidFill>
                <a:latin typeface="Calibri"/>
                <a:ea typeface="Calibri"/>
                <a:cs typeface="Calibri"/>
                <a:sym typeface="Calibri"/>
              </a:defRPr>
            </a:lvl4pPr>
            <a:lvl5pPr indent="0" lvl="4" marL="0" marR="0" algn="r">
              <a:spcBef>
                <a:spcPts val="0"/>
              </a:spcBef>
              <a:spcAft>
                <a:spcPts val="0"/>
              </a:spcAft>
              <a:buNone/>
              <a:defRPr sz="1300">
                <a:solidFill>
                  <a:srgbClr val="898989"/>
                </a:solidFill>
                <a:latin typeface="Calibri"/>
                <a:ea typeface="Calibri"/>
                <a:cs typeface="Calibri"/>
                <a:sym typeface="Calibri"/>
              </a:defRPr>
            </a:lvl5pPr>
            <a:lvl6pPr indent="0" lvl="5" marL="0" marR="0" algn="r">
              <a:spcBef>
                <a:spcPts val="0"/>
              </a:spcBef>
              <a:spcAft>
                <a:spcPts val="0"/>
              </a:spcAft>
              <a:buNone/>
              <a:defRPr sz="1300">
                <a:solidFill>
                  <a:srgbClr val="898989"/>
                </a:solidFill>
                <a:latin typeface="Calibri"/>
                <a:ea typeface="Calibri"/>
                <a:cs typeface="Calibri"/>
                <a:sym typeface="Calibri"/>
              </a:defRPr>
            </a:lvl6pPr>
            <a:lvl7pPr indent="0" lvl="6" marL="0" marR="0" algn="r">
              <a:spcBef>
                <a:spcPts val="0"/>
              </a:spcBef>
              <a:spcAft>
                <a:spcPts val="0"/>
              </a:spcAft>
              <a:buNone/>
              <a:defRPr sz="1300">
                <a:solidFill>
                  <a:srgbClr val="898989"/>
                </a:solidFill>
                <a:latin typeface="Calibri"/>
                <a:ea typeface="Calibri"/>
                <a:cs typeface="Calibri"/>
                <a:sym typeface="Calibri"/>
              </a:defRPr>
            </a:lvl7pPr>
            <a:lvl8pPr indent="0" lvl="7" marL="0" marR="0" algn="r">
              <a:spcBef>
                <a:spcPts val="0"/>
              </a:spcBef>
              <a:spcAft>
                <a:spcPts val="0"/>
              </a:spcAft>
              <a:buNone/>
              <a:defRPr sz="1300">
                <a:solidFill>
                  <a:srgbClr val="898989"/>
                </a:solidFill>
                <a:latin typeface="Calibri"/>
                <a:ea typeface="Calibri"/>
                <a:cs typeface="Calibri"/>
                <a:sym typeface="Calibri"/>
              </a:defRPr>
            </a:lvl8pPr>
            <a:lvl9pPr indent="0" lvl="8" marL="0" marR="0" algn="r">
              <a:spcBef>
                <a:spcPts val="0"/>
              </a:spcBef>
              <a:spcAft>
                <a:spcPts val="0"/>
              </a:spcAft>
              <a:buNone/>
              <a:defRPr sz="13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spTree>
      <p:nvGrpSpPr>
        <p:cNvPr id="31" name="Shape 31"/>
        <p:cNvGrpSpPr/>
        <p:nvPr/>
      </p:nvGrpSpPr>
      <p:grpSpPr>
        <a:xfrm>
          <a:off x="0" y="0"/>
          <a:ext cx="0" cy="0"/>
          <a:chOff x="0" y="0"/>
          <a:chExt cx="0" cy="0"/>
        </a:xfrm>
      </p:grpSpPr>
      <p:sp>
        <p:nvSpPr>
          <p:cNvPr id="32" name="Google Shape;32;p5"/>
          <p:cNvSpPr txBox="1"/>
          <p:nvPr>
            <p:ph type="title"/>
          </p:nvPr>
        </p:nvSpPr>
        <p:spPr>
          <a:xfrm>
            <a:off x="844595" y="4794746"/>
            <a:ext cx="9088200" cy="1482000"/>
          </a:xfrm>
          <a:prstGeom prst="rect">
            <a:avLst/>
          </a:prstGeom>
          <a:noFill/>
          <a:ln>
            <a:noFill/>
          </a:ln>
        </p:spPr>
        <p:txBody>
          <a:bodyPr anchorCtr="0" anchor="t" bIns="49450" lIns="98950" spcFirstLastPara="1" rIns="98950" wrap="square" tIns="49450">
            <a:noAutofit/>
          </a:bodyPr>
          <a:lstStyle>
            <a:lvl1pPr lvl="0" algn="l">
              <a:spcBef>
                <a:spcPts val="0"/>
              </a:spcBef>
              <a:spcAft>
                <a:spcPts val="0"/>
              </a:spcAft>
              <a:buSzPts val="1500"/>
              <a:buNone/>
              <a:defRPr b="1" sz="4300" cap="none"/>
            </a:lvl1pPr>
            <a:lvl2pPr lvl="1" algn="ctr">
              <a:spcBef>
                <a:spcPts val="0"/>
              </a:spcBef>
              <a:spcAft>
                <a:spcPts val="0"/>
              </a:spcAft>
              <a:buSzPts val="1500"/>
              <a:buNone/>
              <a:defRPr/>
            </a:lvl2pPr>
            <a:lvl3pPr lvl="2" algn="ctr">
              <a:spcBef>
                <a:spcPts val="0"/>
              </a:spcBef>
              <a:spcAft>
                <a:spcPts val="0"/>
              </a:spcAft>
              <a:buSzPts val="1500"/>
              <a:buNone/>
              <a:defRPr/>
            </a:lvl3pPr>
            <a:lvl4pPr lvl="3" algn="ctr">
              <a:spcBef>
                <a:spcPts val="0"/>
              </a:spcBef>
              <a:spcAft>
                <a:spcPts val="0"/>
              </a:spcAft>
              <a:buSzPts val="1500"/>
              <a:buNone/>
              <a:defRPr/>
            </a:lvl4pPr>
            <a:lvl5pPr lvl="4" algn="ctr">
              <a:spcBef>
                <a:spcPts val="0"/>
              </a:spcBef>
              <a:spcAft>
                <a:spcPts val="0"/>
              </a:spcAft>
              <a:buSzPts val="1500"/>
              <a:buNone/>
              <a:defRPr/>
            </a:lvl5pPr>
            <a:lvl6pPr lvl="5" algn="ctr">
              <a:spcBef>
                <a:spcPts val="0"/>
              </a:spcBef>
              <a:spcAft>
                <a:spcPts val="0"/>
              </a:spcAft>
              <a:buSzPts val="1500"/>
              <a:buNone/>
              <a:defRPr/>
            </a:lvl6pPr>
            <a:lvl7pPr lvl="6" algn="ctr">
              <a:spcBef>
                <a:spcPts val="0"/>
              </a:spcBef>
              <a:spcAft>
                <a:spcPts val="0"/>
              </a:spcAft>
              <a:buSzPts val="1500"/>
              <a:buNone/>
              <a:defRPr/>
            </a:lvl7pPr>
            <a:lvl8pPr lvl="7" algn="ctr">
              <a:spcBef>
                <a:spcPts val="0"/>
              </a:spcBef>
              <a:spcAft>
                <a:spcPts val="0"/>
              </a:spcAft>
              <a:buSzPts val="1500"/>
              <a:buNone/>
              <a:defRPr/>
            </a:lvl8pPr>
            <a:lvl9pPr lvl="8" algn="ctr">
              <a:spcBef>
                <a:spcPts val="0"/>
              </a:spcBef>
              <a:spcAft>
                <a:spcPts val="0"/>
              </a:spcAft>
              <a:buSzPts val="1500"/>
              <a:buNone/>
              <a:defRPr/>
            </a:lvl9pPr>
          </a:lstStyle>
          <a:p/>
        </p:txBody>
      </p:sp>
      <p:sp>
        <p:nvSpPr>
          <p:cNvPr id="33" name="Google Shape;33;p5"/>
          <p:cNvSpPr txBox="1"/>
          <p:nvPr>
            <p:ph idx="1" type="body"/>
          </p:nvPr>
        </p:nvSpPr>
        <p:spPr>
          <a:xfrm>
            <a:off x="844595" y="3162530"/>
            <a:ext cx="9088200" cy="1632300"/>
          </a:xfrm>
          <a:prstGeom prst="rect">
            <a:avLst/>
          </a:prstGeom>
          <a:noFill/>
          <a:ln>
            <a:noFill/>
          </a:ln>
        </p:spPr>
        <p:txBody>
          <a:bodyPr anchorCtr="0" anchor="b" bIns="49450" lIns="98950" spcFirstLastPara="1" rIns="98950" wrap="square" tIns="49450">
            <a:noAutofit/>
          </a:bodyPr>
          <a:lstStyle>
            <a:lvl1pPr indent="-228600" lvl="0" marL="457200" algn="l">
              <a:spcBef>
                <a:spcPts val="400"/>
              </a:spcBef>
              <a:spcAft>
                <a:spcPts val="0"/>
              </a:spcAft>
              <a:buClr>
                <a:srgbClr val="888888"/>
              </a:buClr>
              <a:buSzPts val="2200"/>
              <a:buNone/>
              <a:defRPr sz="2200">
                <a:solidFill>
                  <a:srgbClr val="888888"/>
                </a:solidFill>
              </a:defRPr>
            </a:lvl1pPr>
            <a:lvl2pPr indent="-228600" lvl="1" marL="914400" algn="l">
              <a:spcBef>
                <a:spcPts val="400"/>
              </a:spcBef>
              <a:spcAft>
                <a:spcPts val="0"/>
              </a:spcAft>
              <a:buClr>
                <a:srgbClr val="888888"/>
              </a:buClr>
              <a:buSzPts val="1900"/>
              <a:buNone/>
              <a:defRPr sz="1900">
                <a:solidFill>
                  <a:srgbClr val="888888"/>
                </a:solidFill>
              </a:defRPr>
            </a:lvl2pPr>
            <a:lvl3pPr indent="-228600" lvl="2" marL="1371600" algn="l">
              <a:spcBef>
                <a:spcPts val="300"/>
              </a:spcBef>
              <a:spcAft>
                <a:spcPts val="0"/>
              </a:spcAft>
              <a:buClr>
                <a:srgbClr val="888888"/>
              </a:buClr>
              <a:buSzPts val="1700"/>
              <a:buNone/>
              <a:defRPr sz="1700">
                <a:solidFill>
                  <a:srgbClr val="888888"/>
                </a:solidFill>
              </a:defRPr>
            </a:lvl3pPr>
            <a:lvl4pPr indent="-228600" lvl="3" marL="1828800" algn="l">
              <a:spcBef>
                <a:spcPts val="300"/>
              </a:spcBef>
              <a:spcAft>
                <a:spcPts val="0"/>
              </a:spcAft>
              <a:buClr>
                <a:srgbClr val="888888"/>
              </a:buClr>
              <a:buSzPts val="1500"/>
              <a:buNone/>
              <a:defRPr sz="1500">
                <a:solidFill>
                  <a:srgbClr val="888888"/>
                </a:solidFill>
              </a:defRPr>
            </a:lvl4pPr>
            <a:lvl5pPr indent="-228600" lvl="4" marL="2286000" algn="l">
              <a:spcBef>
                <a:spcPts val="300"/>
              </a:spcBef>
              <a:spcAft>
                <a:spcPts val="0"/>
              </a:spcAft>
              <a:buClr>
                <a:srgbClr val="888888"/>
              </a:buClr>
              <a:buSzPts val="1500"/>
              <a:buNone/>
              <a:defRPr sz="1500">
                <a:solidFill>
                  <a:srgbClr val="888888"/>
                </a:solidFill>
              </a:defRPr>
            </a:lvl5pPr>
            <a:lvl6pPr indent="-228600" lvl="5" marL="2743200" algn="l">
              <a:spcBef>
                <a:spcPts val="300"/>
              </a:spcBef>
              <a:spcAft>
                <a:spcPts val="0"/>
              </a:spcAft>
              <a:buClr>
                <a:srgbClr val="888888"/>
              </a:buClr>
              <a:buSzPts val="1500"/>
              <a:buNone/>
              <a:defRPr sz="1500">
                <a:solidFill>
                  <a:srgbClr val="888888"/>
                </a:solidFill>
              </a:defRPr>
            </a:lvl6pPr>
            <a:lvl7pPr indent="-228600" lvl="6" marL="3200400" algn="l">
              <a:spcBef>
                <a:spcPts val="300"/>
              </a:spcBef>
              <a:spcAft>
                <a:spcPts val="0"/>
              </a:spcAft>
              <a:buClr>
                <a:srgbClr val="888888"/>
              </a:buClr>
              <a:buSzPts val="1500"/>
              <a:buNone/>
              <a:defRPr sz="1500">
                <a:solidFill>
                  <a:srgbClr val="888888"/>
                </a:solidFill>
              </a:defRPr>
            </a:lvl7pPr>
            <a:lvl8pPr indent="-228600" lvl="7" marL="3657600" algn="l">
              <a:spcBef>
                <a:spcPts val="300"/>
              </a:spcBef>
              <a:spcAft>
                <a:spcPts val="0"/>
              </a:spcAft>
              <a:buClr>
                <a:srgbClr val="888888"/>
              </a:buClr>
              <a:buSzPts val="1500"/>
              <a:buNone/>
              <a:defRPr sz="1500">
                <a:solidFill>
                  <a:srgbClr val="888888"/>
                </a:solidFill>
              </a:defRPr>
            </a:lvl8pPr>
            <a:lvl9pPr indent="-228600" lvl="8" marL="4114800" algn="l">
              <a:spcBef>
                <a:spcPts val="300"/>
              </a:spcBef>
              <a:spcAft>
                <a:spcPts val="0"/>
              </a:spcAft>
              <a:buClr>
                <a:srgbClr val="888888"/>
              </a:buClr>
              <a:buSzPts val="1500"/>
              <a:buNone/>
              <a:defRPr sz="1500">
                <a:solidFill>
                  <a:srgbClr val="888888"/>
                </a:solidFill>
              </a:defRPr>
            </a:lvl9pPr>
          </a:lstStyle>
          <a:p/>
        </p:txBody>
      </p:sp>
      <p:sp>
        <p:nvSpPr>
          <p:cNvPr id="34" name="Google Shape;34;p5"/>
          <p:cNvSpPr txBox="1"/>
          <p:nvPr>
            <p:ph idx="10" type="dt"/>
          </p:nvPr>
        </p:nvSpPr>
        <p:spPr>
          <a:xfrm>
            <a:off x="534600" y="7007306"/>
            <a:ext cx="2494800" cy="402300"/>
          </a:xfrm>
          <a:prstGeom prst="rect">
            <a:avLst/>
          </a:prstGeom>
          <a:noFill/>
          <a:ln>
            <a:noFill/>
          </a:ln>
        </p:spPr>
        <p:txBody>
          <a:bodyPr anchorCtr="0" anchor="ctr" bIns="49450" lIns="98950" spcFirstLastPara="1" rIns="98950" wrap="square" tIns="49450">
            <a:noAutofit/>
          </a:bodyPr>
          <a:lstStyle>
            <a:lvl1pPr lvl="0" algn="l">
              <a:spcBef>
                <a:spcPts val="0"/>
              </a:spcBef>
              <a:spcAft>
                <a:spcPts val="0"/>
              </a:spcAft>
              <a:buSzPts val="1500"/>
              <a:buNone/>
              <a:defRPr/>
            </a:lvl1pPr>
            <a:lvl2pPr lvl="1" algn="l">
              <a:spcBef>
                <a:spcPts val="0"/>
              </a:spcBef>
              <a:spcAft>
                <a:spcPts val="0"/>
              </a:spcAft>
              <a:buSzPts val="1500"/>
              <a:buNone/>
              <a:defRPr/>
            </a:lvl2pPr>
            <a:lvl3pPr lvl="2" algn="l">
              <a:spcBef>
                <a:spcPts val="0"/>
              </a:spcBef>
              <a:spcAft>
                <a:spcPts val="0"/>
              </a:spcAft>
              <a:buSzPts val="1500"/>
              <a:buNone/>
              <a:defRPr/>
            </a:lvl3pPr>
            <a:lvl4pPr lvl="3" algn="l">
              <a:spcBef>
                <a:spcPts val="0"/>
              </a:spcBef>
              <a:spcAft>
                <a:spcPts val="0"/>
              </a:spcAft>
              <a:buSzPts val="1500"/>
              <a:buNone/>
              <a:defRPr/>
            </a:lvl4pPr>
            <a:lvl5pPr lvl="4" algn="l">
              <a:spcBef>
                <a:spcPts val="0"/>
              </a:spcBef>
              <a:spcAft>
                <a:spcPts val="0"/>
              </a:spcAft>
              <a:buSzPts val="1500"/>
              <a:buNone/>
              <a:defRPr/>
            </a:lvl5pPr>
            <a:lvl6pPr lvl="5" algn="l">
              <a:spcBef>
                <a:spcPts val="0"/>
              </a:spcBef>
              <a:spcAft>
                <a:spcPts val="0"/>
              </a:spcAft>
              <a:buSzPts val="1500"/>
              <a:buNone/>
              <a:defRPr/>
            </a:lvl6pPr>
            <a:lvl7pPr lvl="6" algn="l">
              <a:spcBef>
                <a:spcPts val="0"/>
              </a:spcBef>
              <a:spcAft>
                <a:spcPts val="0"/>
              </a:spcAft>
              <a:buSzPts val="1500"/>
              <a:buNone/>
              <a:defRPr/>
            </a:lvl7pPr>
            <a:lvl8pPr lvl="7" algn="l">
              <a:spcBef>
                <a:spcPts val="0"/>
              </a:spcBef>
              <a:spcAft>
                <a:spcPts val="0"/>
              </a:spcAft>
              <a:buSzPts val="1500"/>
              <a:buNone/>
              <a:defRPr/>
            </a:lvl8pPr>
            <a:lvl9pPr lvl="8" algn="l">
              <a:spcBef>
                <a:spcPts val="0"/>
              </a:spcBef>
              <a:spcAft>
                <a:spcPts val="0"/>
              </a:spcAft>
              <a:buSzPts val="1500"/>
              <a:buNone/>
              <a:defRPr/>
            </a:lvl9pPr>
          </a:lstStyle>
          <a:p/>
        </p:txBody>
      </p:sp>
      <p:sp>
        <p:nvSpPr>
          <p:cNvPr id="35" name="Google Shape;35;p5"/>
          <p:cNvSpPr txBox="1"/>
          <p:nvPr>
            <p:ph idx="11" type="ftr"/>
          </p:nvPr>
        </p:nvSpPr>
        <p:spPr>
          <a:xfrm>
            <a:off x="3653100" y="7007306"/>
            <a:ext cx="3385800" cy="402300"/>
          </a:xfrm>
          <a:prstGeom prst="rect">
            <a:avLst/>
          </a:prstGeom>
          <a:noFill/>
          <a:ln>
            <a:noFill/>
          </a:ln>
        </p:spPr>
        <p:txBody>
          <a:bodyPr anchorCtr="0" anchor="ctr" bIns="49450" lIns="98950" spcFirstLastPara="1" rIns="98950" wrap="square" tIns="49450">
            <a:noAutofit/>
          </a:bodyPr>
          <a:lstStyle>
            <a:lvl1pPr lvl="0" algn="ctr">
              <a:spcBef>
                <a:spcPts val="0"/>
              </a:spcBef>
              <a:spcAft>
                <a:spcPts val="0"/>
              </a:spcAft>
              <a:buSzPts val="1500"/>
              <a:buNone/>
              <a:defRPr/>
            </a:lvl1pPr>
            <a:lvl2pPr lvl="1" algn="l">
              <a:spcBef>
                <a:spcPts val="0"/>
              </a:spcBef>
              <a:spcAft>
                <a:spcPts val="0"/>
              </a:spcAft>
              <a:buSzPts val="1500"/>
              <a:buNone/>
              <a:defRPr/>
            </a:lvl2pPr>
            <a:lvl3pPr lvl="2" algn="l">
              <a:spcBef>
                <a:spcPts val="0"/>
              </a:spcBef>
              <a:spcAft>
                <a:spcPts val="0"/>
              </a:spcAft>
              <a:buSzPts val="1500"/>
              <a:buNone/>
              <a:defRPr/>
            </a:lvl3pPr>
            <a:lvl4pPr lvl="3" algn="l">
              <a:spcBef>
                <a:spcPts val="0"/>
              </a:spcBef>
              <a:spcAft>
                <a:spcPts val="0"/>
              </a:spcAft>
              <a:buSzPts val="1500"/>
              <a:buNone/>
              <a:defRPr/>
            </a:lvl4pPr>
            <a:lvl5pPr lvl="4" algn="l">
              <a:spcBef>
                <a:spcPts val="0"/>
              </a:spcBef>
              <a:spcAft>
                <a:spcPts val="0"/>
              </a:spcAft>
              <a:buSzPts val="1500"/>
              <a:buNone/>
              <a:defRPr/>
            </a:lvl5pPr>
            <a:lvl6pPr lvl="5" algn="l">
              <a:spcBef>
                <a:spcPts val="0"/>
              </a:spcBef>
              <a:spcAft>
                <a:spcPts val="0"/>
              </a:spcAft>
              <a:buSzPts val="1500"/>
              <a:buNone/>
              <a:defRPr/>
            </a:lvl6pPr>
            <a:lvl7pPr lvl="6" algn="l">
              <a:spcBef>
                <a:spcPts val="0"/>
              </a:spcBef>
              <a:spcAft>
                <a:spcPts val="0"/>
              </a:spcAft>
              <a:buSzPts val="1500"/>
              <a:buNone/>
              <a:defRPr/>
            </a:lvl7pPr>
            <a:lvl8pPr lvl="7" algn="l">
              <a:spcBef>
                <a:spcPts val="0"/>
              </a:spcBef>
              <a:spcAft>
                <a:spcPts val="0"/>
              </a:spcAft>
              <a:buSzPts val="1500"/>
              <a:buNone/>
              <a:defRPr/>
            </a:lvl8pPr>
            <a:lvl9pPr lvl="8" algn="l">
              <a:spcBef>
                <a:spcPts val="0"/>
              </a:spcBef>
              <a:spcAft>
                <a:spcPts val="0"/>
              </a:spcAft>
              <a:buSzPts val="1500"/>
              <a:buNone/>
              <a:defRPr/>
            </a:lvl9pPr>
          </a:lstStyle>
          <a:p/>
        </p:txBody>
      </p:sp>
      <p:sp>
        <p:nvSpPr>
          <p:cNvPr id="36" name="Google Shape;36;p5"/>
          <p:cNvSpPr txBox="1"/>
          <p:nvPr>
            <p:ph idx="12" type="sldNum"/>
          </p:nvPr>
        </p:nvSpPr>
        <p:spPr>
          <a:xfrm>
            <a:off x="7662600" y="7007306"/>
            <a:ext cx="2494800" cy="402300"/>
          </a:xfrm>
          <a:prstGeom prst="rect">
            <a:avLst/>
          </a:prstGeom>
          <a:noFill/>
          <a:ln>
            <a:noFill/>
          </a:ln>
        </p:spPr>
        <p:txBody>
          <a:bodyPr anchorCtr="0" anchor="ctr" bIns="49450" lIns="98950" spcFirstLastPara="1" rIns="98950" wrap="square" tIns="49450">
            <a:noAutofit/>
          </a:bodyPr>
          <a:lstStyle>
            <a:lvl1pPr indent="0" lvl="0" marL="0" marR="0" algn="r">
              <a:spcBef>
                <a:spcPts val="0"/>
              </a:spcBef>
              <a:spcAft>
                <a:spcPts val="0"/>
              </a:spcAft>
              <a:buNone/>
              <a:defRPr sz="1300">
                <a:solidFill>
                  <a:srgbClr val="898989"/>
                </a:solidFill>
                <a:latin typeface="Calibri"/>
                <a:ea typeface="Calibri"/>
                <a:cs typeface="Calibri"/>
                <a:sym typeface="Calibri"/>
              </a:defRPr>
            </a:lvl1pPr>
            <a:lvl2pPr indent="0" lvl="1" marL="0" marR="0" algn="r">
              <a:spcBef>
                <a:spcPts val="0"/>
              </a:spcBef>
              <a:spcAft>
                <a:spcPts val="0"/>
              </a:spcAft>
              <a:buNone/>
              <a:defRPr sz="1300">
                <a:solidFill>
                  <a:srgbClr val="898989"/>
                </a:solidFill>
                <a:latin typeface="Calibri"/>
                <a:ea typeface="Calibri"/>
                <a:cs typeface="Calibri"/>
                <a:sym typeface="Calibri"/>
              </a:defRPr>
            </a:lvl2pPr>
            <a:lvl3pPr indent="0" lvl="2" marL="0" marR="0" algn="r">
              <a:spcBef>
                <a:spcPts val="0"/>
              </a:spcBef>
              <a:spcAft>
                <a:spcPts val="0"/>
              </a:spcAft>
              <a:buNone/>
              <a:defRPr sz="1300">
                <a:solidFill>
                  <a:srgbClr val="898989"/>
                </a:solidFill>
                <a:latin typeface="Calibri"/>
                <a:ea typeface="Calibri"/>
                <a:cs typeface="Calibri"/>
                <a:sym typeface="Calibri"/>
              </a:defRPr>
            </a:lvl3pPr>
            <a:lvl4pPr indent="0" lvl="3" marL="0" marR="0" algn="r">
              <a:spcBef>
                <a:spcPts val="0"/>
              </a:spcBef>
              <a:spcAft>
                <a:spcPts val="0"/>
              </a:spcAft>
              <a:buNone/>
              <a:defRPr sz="1300">
                <a:solidFill>
                  <a:srgbClr val="898989"/>
                </a:solidFill>
                <a:latin typeface="Calibri"/>
                <a:ea typeface="Calibri"/>
                <a:cs typeface="Calibri"/>
                <a:sym typeface="Calibri"/>
              </a:defRPr>
            </a:lvl4pPr>
            <a:lvl5pPr indent="0" lvl="4" marL="0" marR="0" algn="r">
              <a:spcBef>
                <a:spcPts val="0"/>
              </a:spcBef>
              <a:spcAft>
                <a:spcPts val="0"/>
              </a:spcAft>
              <a:buNone/>
              <a:defRPr sz="1300">
                <a:solidFill>
                  <a:srgbClr val="898989"/>
                </a:solidFill>
                <a:latin typeface="Calibri"/>
                <a:ea typeface="Calibri"/>
                <a:cs typeface="Calibri"/>
                <a:sym typeface="Calibri"/>
              </a:defRPr>
            </a:lvl5pPr>
            <a:lvl6pPr indent="0" lvl="5" marL="0" marR="0" algn="r">
              <a:spcBef>
                <a:spcPts val="0"/>
              </a:spcBef>
              <a:spcAft>
                <a:spcPts val="0"/>
              </a:spcAft>
              <a:buNone/>
              <a:defRPr sz="1300">
                <a:solidFill>
                  <a:srgbClr val="898989"/>
                </a:solidFill>
                <a:latin typeface="Calibri"/>
                <a:ea typeface="Calibri"/>
                <a:cs typeface="Calibri"/>
                <a:sym typeface="Calibri"/>
              </a:defRPr>
            </a:lvl6pPr>
            <a:lvl7pPr indent="0" lvl="6" marL="0" marR="0" algn="r">
              <a:spcBef>
                <a:spcPts val="0"/>
              </a:spcBef>
              <a:spcAft>
                <a:spcPts val="0"/>
              </a:spcAft>
              <a:buNone/>
              <a:defRPr sz="1300">
                <a:solidFill>
                  <a:srgbClr val="898989"/>
                </a:solidFill>
                <a:latin typeface="Calibri"/>
                <a:ea typeface="Calibri"/>
                <a:cs typeface="Calibri"/>
                <a:sym typeface="Calibri"/>
              </a:defRPr>
            </a:lvl7pPr>
            <a:lvl8pPr indent="0" lvl="7" marL="0" marR="0" algn="r">
              <a:spcBef>
                <a:spcPts val="0"/>
              </a:spcBef>
              <a:spcAft>
                <a:spcPts val="0"/>
              </a:spcAft>
              <a:buNone/>
              <a:defRPr sz="1300">
                <a:solidFill>
                  <a:srgbClr val="898989"/>
                </a:solidFill>
                <a:latin typeface="Calibri"/>
                <a:ea typeface="Calibri"/>
                <a:cs typeface="Calibri"/>
                <a:sym typeface="Calibri"/>
              </a:defRPr>
            </a:lvl8pPr>
            <a:lvl9pPr indent="0" lvl="8" marL="0" marR="0" algn="r">
              <a:spcBef>
                <a:spcPts val="0"/>
              </a:spcBef>
              <a:spcAft>
                <a:spcPts val="0"/>
              </a:spcAft>
              <a:buNone/>
              <a:defRPr sz="13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wo Content" type="twoObj">
  <p:cSld name="TWO_OBJECTS">
    <p:spTree>
      <p:nvGrpSpPr>
        <p:cNvPr id="37" name="Shape 37"/>
        <p:cNvGrpSpPr/>
        <p:nvPr/>
      </p:nvGrpSpPr>
      <p:grpSpPr>
        <a:xfrm>
          <a:off x="0" y="0"/>
          <a:ext cx="0" cy="0"/>
          <a:chOff x="0" y="0"/>
          <a:chExt cx="0" cy="0"/>
        </a:xfrm>
      </p:grpSpPr>
      <p:sp>
        <p:nvSpPr>
          <p:cNvPr id="38" name="Google Shape;38;p6"/>
          <p:cNvSpPr txBox="1"/>
          <p:nvPr>
            <p:ph type="title"/>
          </p:nvPr>
        </p:nvSpPr>
        <p:spPr>
          <a:xfrm>
            <a:off x="534600" y="302263"/>
            <a:ext cx="9622800" cy="1260900"/>
          </a:xfrm>
          <a:prstGeom prst="rect">
            <a:avLst/>
          </a:prstGeom>
          <a:noFill/>
          <a:ln>
            <a:noFill/>
          </a:ln>
        </p:spPr>
        <p:txBody>
          <a:bodyPr anchorCtr="0" anchor="ctr" bIns="49450" lIns="98950" spcFirstLastPara="1" rIns="98950" wrap="square" tIns="49450">
            <a:noAutofit/>
          </a:bodyPr>
          <a:lstStyle>
            <a:lvl1pPr lvl="0" algn="ctr">
              <a:spcBef>
                <a:spcPts val="0"/>
              </a:spcBef>
              <a:spcAft>
                <a:spcPts val="0"/>
              </a:spcAft>
              <a:buSzPts val="1500"/>
              <a:buNone/>
              <a:defRPr/>
            </a:lvl1pPr>
            <a:lvl2pPr lvl="1" algn="ctr">
              <a:spcBef>
                <a:spcPts val="0"/>
              </a:spcBef>
              <a:spcAft>
                <a:spcPts val="0"/>
              </a:spcAft>
              <a:buSzPts val="1500"/>
              <a:buNone/>
              <a:defRPr/>
            </a:lvl2pPr>
            <a:lvl3pPr lvl="2" algn="ctr">
              <a:spcBef>
                <a:spcPts val="0"/>
              </a:spcBef>
              <a:spcAft>
                <a:spcPts val="0"/>
              </a:spcAft>
              <a:buSzPts val="1500"/>
              <a:buNone/>
              <a:defRPr/>
            </a:lvl3pPr>
            <a:lvl4pPr lvl="3" algn="ctr">
              <a:spcBef>
                <a:spcPts val="0"/>
              </a:spcBef>
              <a:spcAft>
                <a:spcPts val="0"/>
              </a:spcAft>
              <a:buSzPts val="1500"/>
              <a:buNone/>
              <a:defRPr/>
            </a:lvl4pPr>
            <a:lvl5pPr lvl="4" algn="ctr">
              <a:spcBef>
                <a:spcPts val="0"/>
              </a:spcBef>
              <a:spcAft>
                <a:spcPts val="0"/>
              </a:spcAft>
              <a:buSzPts val="1500"/>
              <a:buNone/>
              <a:defRPr/>
            </a:lvl5pPr>
            <a:lvl6pPr lvl="5" algn="ctr">
              <a:spcBef>
                <a:spcPts val="0"/>
              </a:spcBef>
              <a:spcAft>
                <a:spcPts val="0"/>
              </a:spcAft>
              <a:buSzPts val="1500"/>
              <a:buNone/>
              <a:defRPr/>
            </a:lvl6pPr>
            <a:lvl7pPr lvl="6" algn="ctr">
              <a:spcBef>
                <a:spcPts val="0"/>
              </a:spcBef>
              <a:spcAft>
                <a:spcPts val="0"/>
              </a:spcAft>
              <a:buSzPts val="1500"/>
              <a:buNone/>
              <a:defRPr/>
            </a:lvl7pPr>
            <a:lvl8pPr lvl="7" algn="ctr">
              <a:spcBef>
                <a:spcPts val="0"/>
              </a:spcBef>
              <a:spcAft>
                <a:spcPts val="0"/>
              </a:spcAft>
              <a:buSzPts val="1500"/>
              <a:buNone/>
              <a:defRPr/>
            </a:lvl8pPr>
            <a:lvl9pPr lvl="8" algn="ctr">
              <a:spcBef>
                <a:spcPts val="0"/>
              </a:spcBef>
              <a:spcAft>
                <a:spcPts val="0"/>
              </a:spcAft>
              <a:buSzPts val="1500"/>
              <a:buNone/>
              <a:defRPr/>
            </a:lvl9pPr>
          </a:lstStyle>
          <a:p/>
        </p:txBody>
      </p:sp>
      <p:sp>
        <p:nvSpPr>
          <p:cNvPr id="39" name="Google Shape;39;p6"/>
          <p:cNvSpPr txBox="1"/>
          <p:nvPr>
            <p:ph idx="1" type="body"/>
          </p:nvPr>
        </p:nvSpPr>
        <p:spPr>
          <a:xfrm>
            <a:off x="400951" y="2514824"/>
            <a:ext cx="3519600" cy="7112700"/>
          </a:xfrm>
          <a:prstGeom prst="rect">
            <a:avLst/>
          </a:prstGeom>
          <a:noFill/>
          <a:ln>
            <a:noFill/>
          </a:ln>
        </p:spPr>
        <p:txBody>
          <a:bodyPr anchorCtr="0" anchor="t" bIns="49450" lIns="98950" spcFirstLastPara="1" rIns="98950" wrap="square" tIns="49450">
            <a:noAutofit/>
          </a:bodyPr>
          <a:lstStyle>
            <a:lvl1pPr indent="-419100" lvl="0" marL="457200" algn="l">
              <a:spcBef>
                <a:spcPts val="600"/>
              </a:spcBef>
              <a:spcAft>
                <a:spcPts val="0"/>
              </a:spcAft>
              <a:buClr>
                <a:schemeClr val="dk1"/>
              </a:buClr>
              <a:buSzPts val="3000"/>
              <a:buChar char="•"/>
              <a:defRPr sz="3000"/>
            </a:lvl1pPr>
            <a:lvl2pPr indent="-393700" lvl="1" marL="914400" algn="l">
              <a:spcBef>
                <a:spcPts val="500"/>
              </a:spcBef>
              <a:spcAft>
                <a:spcPts val="0"/>
              </a:spcAft>
              <a:buClr>
                <a:schemeClr val="dk1"/>
              </a:buClr>
              <a:buSzPts val="2600"/>
              <a:buChar char="–"/>
              <a:defRPr sz="2600"/>
            </a:lvl2pPr>
            <a:lvl3pPr indent="-368300" lvl="2" marL="1371600" algn="l">
              <a:spcBef>
                <a:spcPts val="400"/>
              </a:spcBef>
              <a:spcAft>
                <a:spcPts val="0"/>
              </a:spcAft>
              <a:buClr>
                <a:schemeClr val="dk1"/>
              </a:buClr>
              <a:buSzPts val="2200"/>
              <a:buChar char="•"/>
              <a:defRPr sz="2200"/>
            </a:lvl3pPr>
            <a:lvl4pPr indent="-349250" lvl="3" marL="1828800" algn="l">
              <a:spcBef>
                <a:spcPts val="400"/>
              </a:spcBef>
              <a:spcAft>
                <a:spcPts val="0"/>
              </a:spcAft>
              <a:buClr>
                <a:schemeClr val="dk1"/>
              </a:buClr>
              <a:buSzPts val="1900"/>
              <a:buChar char="–"/>
              <a:defRPr sz="1900"/>
            </a:lvl4pPr>
            <a:lvl5pPr indent="-349250" lvl="4" marL="2286000" algn="l">
              <a:spcBef>
                <a:spcPts val="400"/>
              </a:spcBef>
              <a:spcAft>
                <a:spcPts val="0"/>
              </a:spcAft>
              <a:buClr>
                <a:schemeClr val="dk1"/>
              </a:buClr>
              <a:buSzPts val="1900"/>
              <a:buChar char="»"/>
              <a:defRPr sz="1900"/>
            </a:lvl5pPr>
            <a:lvl6pPr indent="-349250" lvl="5" marL="2743200" algn="l">
              <a:spcBef>
                <a:spcPts val="400"/>
              </a:spcBef>
              <a:spcAft>
                <a:spcPts val="0"/>
              </a:spcAft>
              <a:buClr>
                <a:schemeClr val="dk1"/>
              </a:buClr>
              <a:buSzPts val="1900"/>
              <a:buChar char="•"/>
              <a:defRPr sz="1900"/>
            </a:lvl6pPr>
            <a:lvl7pPr indent="-349250" lvl="6" marL="3200400" algn="l">
              <a:spcBef>
                <a:spcPts val="400"/>
              </a:spcBef>
              <a:spcAft>
                <a:spcPts val="0"/>
              </a:spcAft>
              <a:buClr>
                <a:schemeClr val="dk1"/>
              </a:buClr>
              <a:buSzPts val="1900"/>
              <a:buChar char="•"/>
              <a:defRPr sz="1900"/>
            </a:lvl7pPr>
            <a:lvl8pPr indent="-349250" lvl="7" marL="3657600" algn="l">
              <a:spcBef>
                <a:spcPts val="400"/>
              </a:spcBef>
              <a:spcAft>
                <a:spcPts val="0"/>
              </a:spcAft>
              <a:buClr>
                <a:schemeClr val="dk1"/>
              </a:buClr>
              <a:buSzPts val="1900"/>
              <a:buChar char="•"/>
              <a:defRPr sz="1900"/>
            </a:lvl8pPr>
            <a:lvl9pPr indent="-349250" lvl="8" marL="4114800" algn="l">
              <a:spcBef>
                <a:spcPts val="400"/>
              </a:spcBef>
              <a:spcAft>
                <a:spcPts val="0"/>
              </a:spcAft>
              <a:buClr>
                <a:schemeClr val="dk1"/>
              </a:buClr>
              <a:buSzPts val="1900"/>
              <a:buChar char="•"/>
              <a:defRPr sz="1900"/>
            </a:lvl9pPr>
          </a:lstStyle>
          <a:p/>
        </p:txBody>
      </p:sp>
      <p:sp>
        <p:nvSpPr>
          <p:cNvPr id="40" name="Google Shape;40;p6"/>
          <p:cNvSpPr txBox="1"/>
          <p:nvPr>
            <p:ph idx="2" type="body"/>
          </p:nvPr>
        </p:nvSpPr>
        <p:spPr>
          <a:xfrm>
            <a:off x="4098601" y="2514824"/>
            <a:ext cx="3519600" cy="7112700"/>
          </a:xfrm>
          <a:prstGeom prst="rect">
            <a:avLst/>
          </a:prstGeom>
          <a:noFill/>
          <a:ln>
            <a:noFill/>
          </a:ln>
        </p:spPr>
        <p:txBody>
          <a:bodyPr anchorCtr="0" anchor="t" bIns="49450" lIns="98950" spcFirstLastPara="1" rIns="98950" wrap="square" tIns="49450">
            <a:noAutofit/>
          </a:bodyPr>
          <a:lstStyle>
            <a:lvl1pPr indent="-419100" lvl="0" marL="457200" algn="l">
              <a:spcBef>
                <a:spcPts val="600"/>
              </a:spcBef>
              <a:spcAft>
                <a:spcPts val="0"/>
              </a:spcAft>
              <a:buClr>
                <a:schemeClr val="dk1"/>
              </a:buClr>
              <a:buSzPts val="3000"/>
              <a:buChar char="•"/>
              <a:defRPr sz="3000"/>
            </a:lvl1pPr>
            <a:lvl2pPr indent="-393700" lvl="1" marL="914400" algn="l">
              <a:spcBef>
                <a:spcPts val="500"/>
              </a:spcBef>
              <a:spcAft>
                <a:spcPts val="0"/>
              </a:spcAft>
              <a:buClr>
                <a:schemeClr val="dk1"/>
              </a:buClr>
              <a:buSzPts val="2600"/>
              <a:buChar char="–"/>
              <a:defRPr sz="2600"/>
            </a:lvl2pPr>
            <a:lvl3pPr indent="-368300" lvl="2" marL="1371600" algn="l">
              <a:spcBef>
                <a:spcPts val="400"/>
              </a:spcBef>
              <a:spcAft>
                <a:spcPts val="0"/>
              </a:spcAft>
              <a:buClr>
                <a:schemeClr val="dk1"/>
              </a:buClr>
              <a:buSzPts val="2200"/>
              <a:buChar char="•"/>
              <a:defRPr sz="2200"/>
            </a:lvl3pPr>
            <a:lvl4pPr indent="-349250" lvl="3" marL="1828800" algn="l">
              <a:spcBef>
                <a:spcPts val="400"/>
              </a:spcBef>
              <a:spcAft>
                <a:spcPts val="0"/>
              </a:spcAft>
              <a:buClr>
                <a:schemeClr val="dk1"/>
              </a:buClr>
              <a:buSzPts val="1900"/>
              <a:buChar char="–"/>
              <a:defRPr sz="1900"/>
            </a:lvl4pPr>
            <a:lvl5pPr indent="-349250" lvl="4" marL="2286000" algn="l">
              <a:spcBef>
                <a:spcPts val="400"/>
              </a:spcBef>
              <a:spcAft>
                <a:spcPts val="0"/>
              </a:spcAft>
              <a:buClr>
                <a:schemeClr val="dk1"/>
              </a:buClr>
              <a:buSzPts val="1900"/>
              <a:buChar char="»"/>
              <a:defRPr sz="1900"/>
            </a:lvl5pPr>
            <a:lvl6pPr indent="-349250" lvl="5" marL="2743200" algn="l">
              <a:spcBef>
                <a:spcPts val="400"/>
              </a:spcBef>
              <a:spcAft>
                <a:spcPts val="0"/>
              </a:spcAft>
              <a:buClr>
                <a:schemeClr val="dk1"/>
              </a:buClr>
              <a:buSzPts val="1900"/>
              <a:buChar char="•"/>
              <a:defRPr sz="1900"/>
            </a:lvl6pPr>
            <a:lvl7pPr indent="-349250" lvl="6" marL="3200400" algn="l">
              <a:spcBef>
                <a:spcPts val="400"/>
              </a:spcBef>
              <a:spcAft>
                <a:spcPts val="0"/>
              </a:spcAft>
              <a:buClr>
                <a:schemeClr val="dk1"/>
              </a:buClr>
              <a:buSzPts val="1900"/>
              <a:buChar char="•"/>
              <a:defRPr sz="1900"/>
            </a:lvl7pPr>
            <a:lvl8pPr indent="-349250" lvl="7" marL="3657600" algn="l">
              <a:spcBef>
                <a:spcPts val="400"/>
              </a:spcBef>
              <a:spcAft>
                <a:spcPts val="0"/>
              </a:spcAft>
              <a:buClr>
                <a:schemeClr val="dk1"/>
              </a:buClr>
              <a:buSzPts val="1900"/>
              <a:buChar char="•"/>
              <a:defRPr sz="1900"/>
            </a:lvl8pPr>
            <a:lvl9pPr indent="-349250" lvl="8" marL="4114800" algn="l">
              <a:spcBef>
                <a:spcPts val="400"/>
              </a:spcBef>
              <a:spcAft>
                <a:spcPts val="0"/>
              </a:spcAft>
              <a:buClr>
                <a:schemeClr val="dk1"/>
              </a:buClr>
              <a:buSzPts val="1900"/>
              <a:buChar char="•"/>
              <a:defRPr sz="1900"/>
            </a:lvl9pPr>
          </a:lstStyle>
          <a:p/>
        </p:txBody>
      </p:sp>
      <p:sp>
        <p:nvSpPr>
          <p:cNvPr id="41" name="Google Shape;41;p6"/>
          <p:cNvSpPr txBox="1"/>
          <p:nvPr>
            <p:ph idx="10" type="dt"/>
          </p:nvPr>
        </p:nvSpPr>
        <p:spPr>
          <a:xfrm>
            <a:off x="534600" y="7007306"/>
            <a:ext cx="2494800" cy="402300"/>
          </a:xfrm>
          <a:prstGeom prst="rect">
            <a:avLst/>
          </a:prstGeom>
          <a:noFill/>
          <a:ln>
            <a:noFill/>
          </a:ln>
        </p:spPr>
        <p:txBody>
          <a:bodyPr anchorCtr="0" anchor="ctr" bIns="49450" lIns="98950" spcFirstLastPara="1" rIns="98950" wrap="square" tIns="49450">
            <a:noAutofit/>
          </a:bodyPr>
          <a:lstStyle>
            <a:lvl1pPr lvl="0" algn="l">
              <a:spcBef>
                <a:spcPts val="0"/>
              </a:spcBef>
              <a:spcAft>
                <a:spcPts val="0"/>
              </a:spcAft>
              <a:buSzPts val="1500"/>
              <a:buNone/>
              <a:defRPr/>
            </a:lvl1pPr>
            <a:lvl2pPr lvl="1" algn="l">
              <a:spcBef>
                <a:spcPts val="0"/>
              </a:spcBef>
              <a:spcAft>
                <a:spcPts val="0"/>
              </a:spcAft>
              <a:buSzPts val="1500"/>
              <a:buNone/>
              <a:defRPr/>
            </a:lvl2pPr>
            <a:lvl3pPr lvl="2" algn="l">
              <a:spcBef>
                <a:spcPts val="0"/>
              </a:spcBef>
              <a:spcAft>
                <a:spcPts val="0"/>
              </a:spcAft>
              <a:buSzPts val="1500"/>
              <a:buNone/>
              <a:defRPr/>
            </a:lvl3pPr>
            <a:lvl4pPr lvl="3" algn="l">
              <a:spcBef>
                <a:spcPts val="0"/>
              </a:spcBef>
              <a:spcAft>
                <a:spcPts val="0"/>
              </a:spcAft>
              <a:buSzPts val="1500"/>
              <a:buNone/>
              <a:defRPr/>
            </a:lvl4pPr>
            <a:lvl5pPr lvl="4" algn="l">
              <a:spcBef>
                <a:spcPts val="0"/>
              </a:spcBef>
              <a:spcAft>
                <a:spcPts val="0"/>
              </a:spcAft>
              <a:buSzPts val="1500"/>
              <a:buNone/>
              <a:defRPr/>
            </a:lvl5pPr>
            <a:lvl6pPr lvl="5" algn="l">
              <a:spcBef>
                <a:spcPts val="0"/>
              </a:spcBef>
              <a:spcAft>
                <a:spcPts val="0"/>
              </a:spcAft>
              <a:buSzPts val="1500"/>
              <a:buNone/>
              <a:defRPr/>
            </a:lvl6pPr>
            <a:lvl7pPr lvl="6" algn="l">
              <a:spcBef>
                <a:spcPts val="0"/>
              </a:spcBef>
              <a:spcAft>
                <a:spcPts val="0"/>
              </a:spcAft>
              <a:buSzPts val="1500"/>
              <a:buNone/>
              <a:defRPr/>
            </a:lvl7pPr>
            <a:lvl8pPr lvl="7" algn="l">
              <a:spcBef>
                <a:spcPts val="0"/>
              </a:spcBef>
              <a:spcAft>
                <a:spcPts val="0"/>
              </a:spcAft>
              <a:buSzPts val="1500"/>
              <a:buNone/>
              <a:defRPr/>
            </a:lvl8pPr>
            <a:lvl9pPr lvl="8" algn="l">
              <a:spcBef>
                <a:spcPts val="0"/>
              </a:spcBef>
              <a:spcAft>
                <a:spcPts val="0"/>
              </a:spcAft>
              <a:buSzPts val="1500"/>
              <a:buNone/>
              <a:defRPr/>
            </a:lvl9pPr>
          </a:lstStyle>
          <a:p/>
        </p:txBody>
      </p:sp>
      <p:sp>
        <p:nvSpPr>
          <p:cNvPr id="42" name="Google Shape;42;p6"/>
          <p:cNvSpPr txBox="1"/>
          <p:nvPr>
            <p:ph idx="11" type="ftr"/>
          </p:nvPr>
        </p:nvSpPr>
        <p:spPr>
          <a:xfrm>
            <a:off x="3653100" y="7007306"/>
            <a:ext cx="3385800" cy="402300"/>
          </a:xfrm>
          <a:prstGeom prst="rect">
            <a:avLst/>
          </a:prstGeom>
          <a:noFill/>
          <a:ln>
            <a:noFill/>
          </a:ln>
        </p:spPr>
        <p:txBody>
          <a:bodyPr anchorCtr="0" anchor="ctr" bIns="49450" lIns="98950" spcFirstLastPara="1" rIns="98950" wrap="square" tIns="49450">
            <a:noAutofit/>
          </a:bodyPr>
          <a:lstStyle>
            <a:lvl1pPr lvl="0" algn="ctr">
              <a:spcBef>
                <a:spcPts val="0"/>
              </a:spcBef>
              <a:spcAft>
                <a:spcPts val="0"/>
              </a:spcAft>
              <a:buSzPts val="1500"/>
              <a:buNone/>
              <a:defRPr/>
            </a:lvl1pPr>
            <a:lvl2pPr lvl="1" algn="l">
              <a:spcBef>
                <a:spcPts val="0"/>
              </a:spcBef>
              <a:spcAft>
                <a:spcPts val="0"/>
              </a:spcAft>
              <a:buSzPts val="1500"/>
              <a:buNone/>
              <a:defRPr/>
            </a:lvl2pPr>
            <a:lvl3pPr lvl="2" algn="l">
              <a:spcBef>
                <a:spcPts val="0"/>
              </a:spcBef>
              <a:spcAft>
                <a:spcPts val="0"/>
              </a:spcAft>
              <a:buSzPts val="1500"/>
              <a:buNone/>
              <a:defRPr/>
            </a:lvl3pPr>
            <a:lvl4pPr lvl="3" algn="l">
              <a:spcBef>
                <a:spcPts val="0"/>
              </a:spcBef>
              <a:spcAft>
                <a:spcPts val="0"/>
              </a:spcAft>
              <a:buSzPts val="1500"/>
              <a:buNone/>
              <a:defRPr/>
            </a:lvl4pPr>
            <a:lvl5pPr lvl="4" algn="l">
              <a:spcBef>
                <a:spcPts val="0"/>
              </a:spcBef>
              <a:spcAft>
                <a:spcPts val="0"/>
              </a:spcAft>
              <a:buSzPts val="1500"/>
              <a:buNone/>
              <a:defRPr/>
            </a:lvl5pPr>
            <a:lvl6pPr lvl="5" algn="l">
              <a:spcBef>
                <a:spcPts val="0"/>
              </a:spcBef>
              <a:spcAft>
                <a:spcPts val="0"/>
              </a:spcAft>
              <a:buSzPts val="1500"/>
              <a:buNone/>
              <a:defRPr/>
            </a:lvl6pPr>
            <a:lvl7pPr lvl="6" algn="l">
              <a:spcBef>
                <a:spcPts val="0"/>
              </a:spcBef>
              <a:spcAft>
                <a:spcPts val="0"/>
              </a:spcAft>
              <a:buSzPts val="1500"/>
              <a:buNone/>
              <a:defRPr/>
            </a:lvl7pPr>
            <a:lvl8pPr lvl="7" algn="l">
              <a:spcBef>
                <a:spcPts val="0"/>
              </a:spcBef>
              <a:spcAft>
                <a:spcPts val="0"/>
              </a:spcAft>
              <a:buSzPts val="1500"/>
              <a:buNone/>
              <a:defRPr/>
            </a:lvl8pPr>
            <a:lvl9pPr lvl="8" algn="l">
              <a:spcBef>
                <a:spcPts val="0"/>
              </a:spcBef>
              <a:spcAft>
                <a:spcPts val="0"/>
              </a:spcAft>
              <a:buSzPts val="1500"/>
              <a:buNone/>
              <a:defRPr/>
            </a:lvl9pPr>
          </a:lstStyle>
          <a:p/>
        </p:txBody>
      </p:sp>
      <p:sp>
        <p:nvSpPr>
          <p:cNvPr id="43" name="Google Shape;43;p6"/>
          <p:cNvSpPr txBox="1"/>
          <p:nvPr>
            <p:ph idx="12" type="sldNum"/>
          </p:nvPr>
        </p:nvSpPr>
        <p:spPr>
          <a:xfrm>
            <a:off x="7662600" y="7007306"/>
            <a:ext cx="2494800" cy="402300"/>
          </a:xfrm>
          <a:prstGeom prst="rect">
            <a:avLst/>
          </a:prstGeom>
          <a:noFill/>
          <a:ln>
            <a:noFill/>
          </a:ln>
        </p:spPr>
        <p:txBody>
          <a:bodyPr anchorCtr="0" anchor="ctr" bIns="49450" lIns="98950" spcFirstLastPara="1" rIns="98950" wrap="square" tIns="49450">
            <a:noAutofit/>
          </a:bodyPr>
          <a:lstStyle>
            <a:lvl1pPr indent="0" lvl="0" marL="0" marR="0" algn="r">
              <a:spcBef>
                <a:spcPts val="0"/>
              </a:spcBef>
              <a:spcAft>
                <a:spcPts val="0"/>
              </a:spcAft>
              <a:buNone/>
              <a:defRPr sz="1300">
                <a:solidFill>
                  <a:srgbClr val="898989"/>
                </a:solidFill>
                <a:latin typeface="Calibri"/>
                <a:ea typeface="Calibri"/>
                <a:cs typeface="Calibri"/>
                <a:sym typeface="Calibri"/>
              </a:defRPr>
            </a:lvl1pPr>
            <a:lvl2pPr indent="0" lvl="1" marL="0" marR="0" algn="r">
              <a:spcBef>
                <a:spcPts val="0"/>
              </a:spcBef>
              <a:spcAft>
                <a:spcPts val="0"/>
              </a:spcAft>
              <a:buNone/>
              <a:defRPr sz="1300">
                <a:solidFill>
                  <a:srgbClr val="898989"/>
                </a:solidFill>
                <a:latin typeface="Calibri"/>
                <a:ea typeface="Calibri"/>
                <a:cs typeface="Calibri"/>
                <a:sym typeface="Calibri"/>
              </a:defRPr>
            </a:lvl2pPr>
            <a:lvl3pPr indent="0" lvl="2" marL="0" marR="0" algn="r">
              <a:spcBef>
                <a:spcPts val="0"/>
              </a:spcBef>
              <a:spcAft>
                <a:spcPts val="0"/>
              </a:spcAft>
              <a:buNone/>
              <a:defRPr sz="1300">
                <a:solidFill>
                  <a:srgbClr val="898989"/>
                </a:solidFill>
                <a:latin typeface="Calibri"/>
                <a:ea typeface="Calibri"/>
                <a:cs typeface="Calibri"/>
                <a:sym typeface="Calibri"/>
              </a:defRPr>
            </a:lvl3pPr>
            <a:lvl4pPr indent="0" lvl="3" marL="0" marR="0" algn="r">
              <a:spcBef>
                <a:spcPts val="0"/>
              </a:spcBef>
              <a:spcAft>
                <a:spcPts val="0"/>
              </a:spcAft>
              <a:buNone/>
              <a:defRPr sz="1300">
                <a:solidFill>
                  <a:srgbClr val="898989"/>
                </a:solidFill>
                <a:latin typeface="Calibri"/>
                <a:ea typeface="Calibri"/>
                <a:cs typeface="Calibri"/>
                <a:sym typeface="Calibri"/>
              </a:defRPr>
            </a:lvl4pPr>
            <a:lvl5pPr indent="0" lvl="4" marL="0" marR="0" algn="r">
              <a:spcBef>
                <a:spcPts val="0"/>
              </a:spcBef>
              <a:spcAft>
                <a:spcPts val="0"/>
              </a:spcAft>
              <a:buNone/>
              <a:defRPr sz="1300">
                <a:solidFill>
                  <a:srgbClr val="898989"/>
                </a:solidFill>
                <a:latin typeface="Calibri"/>
                <a:ea typeface="Calibri"/>
                <a:cs typeface="Calibri"/>
                <a:sym typeface="Calibri"/>
              </a:defRPr>
            </a:lvl5pPr>
            <a:lvl6pPr indent="0" lvl="5" marL="0" marR="0" algn="r">
              <a:spcBef>
                <a:spcPts val="0"/>
              </a:spcBef>
              <a:spcAft>
                <a:spcPts val="0"/>
              </a:spcAft>
              <a:buNone/>
              <a:defRPr sz="1300">
                <a:solidFill>
                  <a:srgbClr val="898989"/>
                </a:solidFill>
                <a:latin typeface="Calibri"/>
                <a:ea typeface="Calibri"/>
                <a:cs typeface="Calibri"/>
                <a:sym typeface="Calibri"/>
              </a:defRPr>
            </a:lvl6pPr>
            <a:lvl7pPr indent="0" lvl="6" marL="0" marR="0" algn="r">
              <a:spcBef>
                <a:spcPts val="0"/>
              </a:spcBef>
              <a:spcAft>
                <a:spcPts val="0"/>
              </a:spcAft>
              <a:buNone/>
              <a:defRPr sz="1300">
                <a:solidFill>
                  <a:srgbClr val="898989"/>
                </a:solidFill>
                <a:latin typeface="Calibri"/>
                <a:ea typeface="Calibri"/>
                <a:cs typeface="Calibri"/>
                <a:sym typeface="Calibri"/>
              </a:defRPr>
            </a:lvl7pPr>
            <a:lvl8pPr indent="0" lvl="7" marL="0" marR="0" algn="r">
              <a:spcBef>
                <a:spcPts val="0"/>
              </a:spcBef>
              <a:spcAft>
                <a:spcPts val="0"/>
              </a:spcAft>
              <a:buNone/>
              <a:defRPr sz="1300">
                <a:solidFill>
                  <a:srgbClr val="898989"/>
                </a:solidFill>
                <a:latin typeface="Calibri"/>
                <a:ea typeface="Calibri"/>
                <a:cs typeface="Calibri"/>
                <a:sym typeface="Calibri"/>
              </a:defRPr>
            </a:lvl8pPr>
            <a:lvl9pPr indent="0" lvl="8" marL="0" marR="0" algn="r">
              <a:spcBef>
                <a:spcPts val="0"/>
              </a:spcBef>
              <a:spcAft>
                <a:spcPts val="0"/>
              </a:spcAft>
              <a:buNone/>
              <a:defRPr sz="13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omparison" type="twoTxTwoObj">
  <p:cSld name="TWO_OBJECTS_WITH_TEXT">
    <p:spTree>
      <p:nvGrpSpPr>
        <p:cNvPr id="44" name="Shape 44"/>
        <p:cNvGrpSpPr/>
        <p:nvPr/>
      </p:nvGrpSpPr>
      <p:grpSpPr>
        <a:xfrm>
          <a:off x="0" y="0"/>
          <a:ext cx="0" cy="0"/>
          <a:chOff x="0" y="0"/>
          <a:chExt cx="0" cy="0"/>
        </a:xfrm>
      </p:grpSpPr>
      <p:sp>
        <p:nvSpPr>
          <p:cNvPr id="45" name="Google Shape;45;p7"/>
          <p:cNvSpPr txBox="1"/>
          <p:nvPr>
            <p:ph type="title"/>
          </p:nvPr>
        </p:nvSpPr>
        <p:spPr>
          <a:xfrm>
            <a:off x="534600" y="298808"/>
            <a:ext cx="9622800" cy="1243500"/>
          </a:xfrm>
          <a:prstGeom prst="rect">
            <a:avLst/>
          </a:prstGeom>
          <a:noFill/>
          <a:ln>
            <a:noFill/>
          </a:ln>
        </p:spPr>
        <p:txBody>
          <a:bodyPr anchorCtr="0" anchor="ctr" bIns="49450" lIns="98950" spcFirstLastPara="1" rIns="98950" wrap="square" tIns="49450">
            <a:noAutofit/>
          </a:bodyPr>
          <a:lstStyle>
            <a:lvl1pPr lvl="0" algn="ctr">
              <a:spcBef>
                <a:spcPts val="0"/>
              </a:spcBef>
              <a:spcAft>
                <a:spcPts val="0"/>
              </a:spcAft>
              <a:buSzPts val="1500"/>
              <a:buNone/>
              <a:defRPr/>
            </a:lvl1pPr>
            <a:lvl2pPr lvl="1" algn="ctr">
              <a:spcBef>
                <a:spcPts val="0"/>
              </a:spcBef>
              <a:spcAft>
                <a:spcPts val="0"/>
              </a:spcAft>
              <a:buSzPts val="1500"/>
              <a:buNone/>
              <a:defRPr/>
            </a:lvl2pPr>
            <a:lvl3pPr lvl="2" algn="ctr">
              <a:spcBef>
                <a:spcPts val="0"/>
              </a:spcBef>
              <a:spcAft>
                <a:spcPts val="0"/>
              </a:spcAft>
              <a:buSzPts val="1500"/>
              <a:buNone/>
              <a:defRPr/>
            </a:lvl3pPr>
            <a:lvl4pPr lvl="3" algn="ctr">
              <a:spcBef>
                <a:spcPts val="0"/>
              </a:spcBef>
              <a:spcAft>
                <a:spcPts val="0"/>
              </a:spcAft>
              <a:buSzPts val="1500"/>
              <a:buNone/>
              <a:defRPr/>
            </a:lvl4pPr>
            <a:lvl5pPr lvl="4" algn="ctr">
              <a:spcBef>
                <a:spcPts val="0"/>
              </a:spcBef>
              <a:spcAft>
                <a:spcPts val="0"/>
              </a:spcAft>
              <a:buSzPts val="1500"/>
              <a:buNone/>
              <a:defRPr/>
            </a:lvl5pPr>
            <a:lvl6pPr lvl="5" algn="ctr">
              <a:spcBef>
                <a:spcPts val="0"/>
              </a:spcBef>
              <a:spcAft>
                <a:spcPts val="0"/>
              </a:spcAft>
              <a:buSzPts val="1500"/>
              <a:buNone/>
              <a:defRPr/>
            </a:lvl6pPr>
            <a:lvl7pPr lvl="6" algn="ctr">
              <a:spcBef>
                <a:spcPts val="0"/>
              </a:spcBef>
              <a:spcAft>
                <a:spcPts val="0"/>
              </a:spcAft>
              <a:buSzPts val="1500"/>
              <a:buNone/>
              <a:defRPr/>
            </a:lvl7pPr>
            <a:lvl8pPr lvl="7" algn="ctr">
              <a:spcBef>
                <a:spcPts val="0"/>
              </a:spcBef>
              <a:spcAft>
                <a:spcPts val="0"/>
              </a:spcAft>
              <a:buSzPts val="1500"/>
              <a:buNone/>
              <a:defRPr/>
            </a:lvl8pPr>
            <a:lvl9pPr lvl="8" algn="ctr">
              <a:spcBef>
                <a:spcPts val="0"/>
              </a:spcBef>
              <a:spcAft>
                <a:spcPts val="0"/>
              </a:spcAft>
              <a:buSzPts val="1500"/>
              <a:buNone/>
              <a:defRPr/>
            </a:lvl9pPr>
          </a:lstStyle>
          <a:p/>
        </p:txBody>
      </p:sp>
      <p:sp>
        <p:nvSpPr>
          <p:cNvPr id="46" name="Google Shape;46;p7"/>
          <p:cNvSpPr txBox="1"/>
          <p:nvPr>
            <p:ph idx="1" type="body"/>
          </p:nvPr>
        </p:nvSpPr>
        <p:spPr>
          <a:xfrm>
            <a:off x="534601" y="1670216"/>
            <a:ext cx="4724100" cy="696000"/>
          </a:xfrm>
          <a:prstGeom prst="rect">
            <a:avLst/>
          </a:prstGeom>
          <a:noFill/>
          <a:ln>
            <a:noFill/>
          </a:ln>
        </p:spPr>
        <p:txBody>
          <a:bodyPr anchorCtr="0" anchor="b" bIns="49450" lIns="98950" spcFirstLastPara="1" rIns="98950" wrap="square" tIns="49450">
            <a:noAutofit/>
          </a:bodyPr>
          <a:lstStyle>
            <a:lvl1pPr indent="-228600" lvl="0" marL="457200" algn="l">
              <a:spcBef>
                <a:spcPts val="500"/>
              </a:spcBef>
              <a:spcAft>
                <a:spcPts val="0"/>
              </a:spcAft>
              <a:buClr>
                <a:schemeClr val="dk1"/>
              </a:buClr>
              <a:buSzPts val="2600"/>
              <a:buNone/>
              <a:defRPr b="1" sz="2600"/>
            </a:lvl1pPr>
            <a:lvl2pPr indent="-228600" lvl="1" marL="914400" algn="l">
              <a:spcBef>
                <a:spcPts val="400"/>
              </a:spcBef>
              <a:spcAft>
                <a:spcPts val="0"/>
              </a:spcAft>
              <a:buClr>
                <a:schemeClr val="dk1"/>
              </a:buClr>
              <a:buSzPts val="2200"/>
              <a:buNone/>
              <a:defRPr b="1" sz="2200"/>
            </a:lvl2pPr>
            <a:lvl3pPr indent="-228600" lvl="2" marL="1371600" algn="l">
              <a:spcBef>
                <a:spcPts val="400"/>
              </a:spcBef>
              <a:spcAft>
                <a:spcPts val="0"/>
              </a:spcAft>
              <a:buClr>
                <a:schemeClr val="dk1"/>
              </a:buClr>
              <a:buSzPts val="1900"/>
              <a:buNone/>
              <a:defRPr b="1" sz="1900"/>
            </a:lvl3pPr>
            <a:lvl4pPr indent="-228600" lvl="3" marL="1828800" algn="l">
              <a:spcBef>
                <a:spcPts val="300"/>
              </a:spcBef>
              <a:spcAft>
                <a:spcPts val="0"/>
              </a:spcAft>
              <a:buClr>
                <a:schemeClr val="dk1"/>
              </a:buClr>
              <a:buSzPts val="1700"/>
              <a:buNone/>
              <a:defRPr b="1" sz="1700"/>
            </a:lvl4pPr>
            <a:lvl5pPr indent="-228600" lvl="4" marL="2286000" algn="l">
              <a:spcBef>
                <a:spcPts val="300"/>
              </a:spcBef>
              <a:spcAft>
                <a:spcPts val="0"/>
              </a:spcAft>
              <a:buClr>
                <a:schemeClr val="dk1"/>
              </a:buClr>
              <a:buSzPts val="1700"/>
              <a:buNone/>
              <a:defRPr b="1" sz="1700"/>
            </a:lvl5pPr>
            <a:lvl6pPr indent="-228600" lvl="5" marL="2743200" algn="l">
              <a:spcBef>
                <a:spcPts val="300"/>
              </a:spcBef>
              <a:spcAft>
                <a:spcPts val="0"/>
              </a:spcAft>
              <a:buClr>
                <a:schemeClr val="dk1"/>
              </a:buClr>
              <a:buSzPts val="1700"/>
              <a:buNone/>
              <a:defRPr b="1" sz="1700"/>
            </a:lvl6pPr>
            <a:lvl7pPr indent="-228600" lvl="6" marL="3200400" algn="l">
              <a:spcBef>
                <a:spcPts val="300"/>
              </a:spcBef>
              <a:spcAft>
                <a:spcPts val="0"/>
              </a:spcAft>
              <a:buClr>
                <a:schemeClr val="dk1"/>
              </a:buClr>
              <a:buSzPts val="1700"/>
              <a:buNone/>
              <a:defRPr b="1" sz="1700"/>
            </a:lvl7pPr>
            <a:lvl8pPr indent="-228600" lvl="7" marL="3657600" algn="l">
              <a:spcBef>
                <a:spcPts val="300"/>
              </a:spcBef>
              <a:spcAft>
                <a:spcPts val="0"/>
              </a:spcAft>
              <a:buClr>
                <a:schemeClr val="dk1"/>
              </a:buClr>
              <a:buSzPts val="1700"/>
              <a:buNone/>
              <a:defRPr b="1" sz="1700"/>
            </a:lvl8pPr>
            <a:lvl9pPr indent="-228600" lvl="8" marL="4114800" algn="l">
              <a:spcBef>
                <a:spcPts val="300"/>
              </a:spcBef>
              <a:spcAft>
                <a:spcPts val="0"/>
              </a:spcAft>
              <a:buClr>
                <a:schemeClr val="dk1"/>
              </a:buClr>
              <a:buSzPts val="1700"/>
              <a:buNone/>
              <a:defRPr b="1" sz="1700"/>
            </a:lvl9pPr>
          </a:lstStyle>
          <a:p/>
        </p:txBody>
      </p:sp>
      <p:sp>
        <p:nvSpPr>
          <p:cNvPr id="47" name="Google Shape;47;p7"/>
          <p:cNvSpPr txBox="1"/>
          <p:nvPr>
            <p:ph idx="2" type="body"/>
          </p:nvPr>
        </p:nvSpPr>
        <p:spPr>
          <a:xfrm>
            <a:off x="534601" y="2366283"/>
            <a:ext cx="4724100" cy="4299000"/>
          </a:xfrm>
          <a:prstGeom prst="rect">
            <a:avLst/>
          </a:prstGeom>
          <a:noFill/>
          <a:ln>
            <a:noFill/>
          </a:ln>
        </p:spPr>
        <p:txBody>
          <a:bodyPr anchorCtr="0" anchor="t" bIns="49450" lIns="98950" spcFirstLastPara="1" rIns="98950" wrap="square" tIns="49450">
            <a:noAutofit/>
          </a:bodyPr>
          <a:lstStyle>
            <a:lvl1pPr indent="-393700" lvl="0" marL="457200" algn="l">
              <a:spcBef>
                <a:spcPts val="500"/>
              </a:spcBef>
              <a:spcAft>
                <a:spcPts val="0"/>
              </a:spcAft>
              <a:buClr>
                <a:schemeClr val="dk1"/>
              </a:buClr>
              <a:buSzPts val="2600"/>
              <a:buChar char="•"/>
              <a:defRPr sz="2600"/>
            </a:lvl1pPr>
            <a:lvl2pPr indent="-368300" lvl="1" marL="914400" algn="l">
              <a:spcBef>
                <a:spcPts val="400"/>
              </a:spcBef>
              <a:spcAft>
                <a:spcPts val="0"/>
              </a:spcAft>
              <a:buClr>
                <a:schemeClr val="dk1"/>
              </a:buClr>
              <a:buSzPts val="2200"/>
              <a:buChar char="–"/>
              <a:defRPr sz="2200"/>
            </a:lvl2pPr>
            <a:lvl3pPr indent="-349250" lvl="2" marL="1371600" algn="l">
              <a:spcBef>
                <a:spcPts val="400"/>
              </a:spcBef>
              <a:spcAft>
                <a:spcPts val="0"/>
              </a:spcAft>
              <a:buClr>
                <a:schemeClr val="dk1"/>
              </a:buClr>
              <a:buSzPts val="1900"/>
              <a:buChar char="•"/>
              <a:defRPr sz="1900"/>
            </a:lvl3pPr>
            <a:lvl4pPr indent="-336550" lvl="3" marL="1828800" algn="l">
              <a:spcBef>
                <a:spcPts val="300"/>
              </a:spcBef>
              <a:spcAft>
                <a:spcPts val="0"/>
              </a:spcAft>
              <a:buClr>
                <a:schemeClr val="dk1"/>
              </a:buClr>
              <a:buSzPts val="1700"/>
              <a:buChar char="–"/>
              <a:defRPr sz="1700"/>
            </a:lvl4pPr>
            <a:lvl5pPr indent="-336550" lvl="4" marL="2286000" algn="l">
              <a:spcBef>
                <a:spcPts val="300"/>
              </a:spcBef>
              <a:spcAft>
                <a:spcPts val="0"/>
              </a:spcAft>
              <a:buClr>
                <a:schemeClr val="dk1"/>
              </a:buClr>
              <a:buSzPts val="1700"/>
              <a:buChar char="»"/>
              <a:defRPr sz="1700"/>
            </a:lvl5pPr>
            <a:lvl6pPr indent="-336550" lvl="5" marL="2743200" algn="l">
              <a:spcBef>
                <a:spcPts val="300"/>
              </a:spcBef>
              <a:spcAft>
                <a:spcPts val="0"/>
              </a:spcAft>
              <a:buClr>
                <a:schemeClr val="dk1"/>
              </a:buClr>
              <a:buSzPts val="1700"/>
              <a:buChar char="•"/>
              <a:defRPr sz="1700"/>
            </a:lvl6pPr>
            <a:lvl7pPr indent="-336550" lvl="6" marL="3200400" algn="l">
              <a:spcBef>
                <a:spcPts val="300"/>
              </a:spcBef>
              <a:spcAft>
                <a:spcPts val="0"/>
              </a:spcAft>
              <a:buClr>
                <a:schemeClr val="dk1"/>
              </a:buClr>
              <a:buSzPts val="1700"/>
              <a:buChar char="•"/>
              <a:defRPr sz="1700"/>
            </a:lvl7pPr>
            <a:lvl8pPr indent="-336550" lvl="7" marL="3657600" algn="l">
              <a:spcBef>
                <a:spcPts val="300"/>
              </a:spcBef>
              <a:spcAft>
                <a:spcPts val="0"/>
              </a:spcAft>
              <a:buClr>
                <a:schemeClr val="dk1"/>
              </a:buClr>
              <a:buSzPts val="1700"/>
              <a:buChar char="•"/>
              <a:defRPr sz="1700"/>
            </a:lvl8pPr>
            <a:lvl9pPr indent="-336550" lvl="8" marL="4114800" algn="l">
              <a:spcBef>
                <a:spcPts val="300"/>
              </a:spcBef>
              <a:spcAft>
                <a:spcPts val="0"/>
              </a:spcAft>
              <a:buClr>
                <a:schemeClr val="dk1"/>
              </a:buClr>
              <a:buSzPts val="1700"/>
              <a:buChar char="•"/>
              <a:defRPr sz="1700"/>
            </a:lvl9pPr>
          </a:lstStyle>
          <a:p/>
        </p:txBody>
      </p:sp>
      <p:sp>
        <p:nvSpPr>
          <p:cNvPr id="48" name="Google Shape;48;p7"/>
          <p:cNvSpPr txBox="1"/>
          <p:nvPr>
            <p:ph idx="3" type="body"/>
          </p:nvPr>
        </p:nvSpPr>
        <p:spPr>
          <a:xfrm>
            <a:off x="5431389" y="1670216"/>
            <a:ext cx="4725900" cy="696000"/>
          </a:xfrm>
          <a:prstGeom prst="rect">
            <a:avLst/>
          </a:prstGeom>
          <a:noFill/>
          <a:ln>
            <a:noFill/>
          </a:ln>
        </p:spPr>
        <p:txBody>
          <a:bodyPr anchorCtr="0" anchor="b" bIns="49450" lIns="98950" spcFirstLastPara="1" rIns="98950" wrap="square" tIns="49450">
            <a:noAutofit/>
          </a:bodyPr>
          <a:lstStyle>
            <a:lvl1pPr indent="-228600" lvl="0" marL="457200" algn="l">
              <a:spcBef>
                <a:spcPts val="500"/>
              </a:spcBef>
              <a:spcAft>
                <a:spcPts val="0"/>
              </a:spcAft>
              <a:buClr>
                <a:schemeClr val="dk1"/>
              </a:buClr>
              <a:buSzPts val="2600"/>
              <a:buNone/>
              <a:defRPr b="1" sz="2600"/>
            </a:lvl1pPr>
            <a:lvl2pPr indent="-228600" lvl="1" marL="914400" algn="l">
              <a:spcBef>
                <a:spcPts val="400"/>
              </a:spcBef>
              <a:spcAft>
                <a:spcPts val="0"/>
              </a:spcAft>
              <a:buClr>
                <a:schemeClr val="dk1"/>
              </a:buClr>
              <a:buSzPts val="2200"/>
              <a:buNone/>
              <a:defRPr b="1" sz="2200"/>
            </a:lvl2pPr>
            <a:lvl3pPr indent="-228600" lvl="2" marL="1371600" algn="l">
              <a:spcBef>
                <a:spcPts val="400"/>
              </a:spcBef>
              <a:spcAft>
                <a:spcPts val="0"/>
              </a:spcAft>
              <a:buClr>
                <a:schemeClr val="dk1"/>
              </a:buClr>
              <a:buSzPts val="1900"/>
              <a:buNone/>
              <a:defRPr b="1" sz="1900"/>
            </a:lvl3pPr>
            <a:lvl4pPr indent="-228600" lvl="3" marL="1828800" algn="l">
              <a:spcBef>
                <a:spcPts val="300"/>
              </a:spcBef>
              <a:spcAft>
                <a:spcPts val="0"/>
              </a:spcAft>
              <a:buClr>
                <a:schemeClr val="dk1"/>
              </a:buClr>
              <a:buSzPts val="1700"/>
              <a:buNone/>
              <a:defRPr b="1" sz="1700"/>
            </a:lvl4pPr>
            <a:lvl5pPr indent="-228600" lvl="4" marL="2286000" algn="l">
              <a:spcBef>
                <a:spcPts val="300"/>
              </a:spcBef>
              <a:spcAft>
                <a:spcPts val="0"/>
              </a:spcAft>
              <a:buClr>
                <a:schemeClr val="dk1"/>
              </a:buClr>
              <a:buSzPts val="1700"/>
              <a:buNone/>
              <a:defRPr b="1" sz="1700"/>
            </a:lvl5pPr>
            <a:lvl6pPr indent="-228600" lvl="5" marL="2743200" algn="l">
              <a:spcBef>
                <a:spcPts val="300"/>
              </a:spcBef>
              <a:spcAft>
                <a:spcPts val="0"/>
              </a:spcAft>
              <a:buClr>
                <a:schemeClr val="dk1"/>
              </a:buClr>
              <a:buSzPts val="1700"/>
              <a:buNone/>
              <a:defRPr b="1" sz="1700"/>
            </a:lvl6pPr>
            <a:lvl7pPr indent="-228600" lvl="6" marL="3200400" algn="l">
              <a:spcBef>
                <a:spcPts val="300"/>
              </a:spcBef>
              <a:spcAft>
                <a:spcPts val="0"/>
              </a:spcAft>
              <a:buClr>
                <a:schemeClr val="dk1"/>
              </a:buClr>
              <a:buSzPts val="1700"/>
              <a:buNone/>
              <a:defRPr b="1" sz="1700"/>
            </a:lvl7pPr>
            <a:lvl8pPr indent="-228600" lvl="7" marL="3657600" algn="l">
              <a:spcBef>
                <a:spcPts val="300"/>
              </a:spcBef>
              <a:spcAft>
                <a:spcPts val="0"/>
              </a:spcAft>
              <a:buClr>
                <a:schemeClr val="dk1"/>
              </a:buClr>
              <a:buSzPts val="1700"/>
              <a:buNone/>
              <a:defRPr b="1" sz="1700"/>
            </a:lvl8pPr>
            <a:lvl9pPr indent="-228600" lvl="8" marL="4114800" algn="l">
              <a:spcBef>
                <a:spcPts val="300"/>
              </a:spcBef>
              <a:spcAft>
                <a:spcPts val="0"/>
              </a:spcAft>
              <a:buClr>
                <a:schemeClr val="dk1"/>
              </a:buClr>
              <a:buSzPts val="1700"/>
              <a:buNone/>
              <a:defRPr b="1" sz="1700"/>
            </a:lvl9pPr>
          </a:lstStyle>
          <a:p/>
        </p:txBody>
      </p:sp>
      <p:sp>
        <p:nvSpPr>
          <p:cNvPr id="49" name="Google Shape;49;p7"/>
          <p:cNvSpPr txBox="1"/>
          <p:nvPr>
            <p:ph idx="4" type="body"/>
          </p:nvPr>
        </p:nvSpPr>
        <p:spPr>
          <a:xfrm>
            <a:off x="5431389" y="2366283"/>
            <a:ext cx="4725900" cy="4299000"/>
          </a:xfrm>
          <a:prstGeom prst="rect">
            <a:avLst/>
          </a:prstGeom>
          <a:noFill/>
          <a:ln>
            <a:noFill/>
          </a:ln>
        </p:spPr>
        <p:txBody>
          <a:bodyPr anchorCtr="0" anchor="t" bIns="49450" lIns="98950" spcFirstLastPara="1" rIns="98950" wrap="square" tIns="49450">
            <a:noAutofit/>
          </a:bodyPr>
          <a:lstStyle>
            <a:lvl1pPr indent="-393700" lvl="0" marL="457200" algn="l">
              <a:spcBef>
                <a:spcPts val="500"/>
              </a:spcBef>
              <a:spcAft>
                <a:spcPts val="0"/>
              </a:spcAft>
              <a:buClr>
                <a:schemeClr val="dk1"/>
              </a:buClr>
              <a:buSzPts val="2600"/>
              <a:buChar char="•"/>
              <a:defRPr sz="2600"/>
            </a:lvl1pPr>
            <a:lvl2pPr indent="-368300" lvl="1" marL="914400" algn="l">
              <a:spcBef>
                <a:spcPts val="400"/>
              </a:spcBef>
              <a:spcAft>
                <a:spcPts val="0"/>
              </a:spcAft>
              <a:buClr>
                <a:schemeClr val="dk1"/>
              </a:buClr>
              <a:buSzPts val="2200"/>
              <a:buChar char="–"/>
              <a:defRPr sz="2200"/>
            </a:lvl2pPr>
            <a:lvl3pPr indent="-349250" lvl="2" marL="1371600" algn="l">
              <a:spcBef>
                <a:spcPts val="400"/>
              </a:spcBef>
              <a:spcAft>
                <a:spcPts val="0"/>
              </a:spcAft>
              <a:buClr>
                <a:schemeClr val="dk1"/>
              </a:buClr>
              <a:buSzPts val="1900"/>
              <a:buChar char="•"/>
              <a:defRPr sz="1900"/>
            </a:lvl3pPr>
            <a:lvl4pPr indent="-336550" lvl="3" marL="1828800" algn="l">
              <a:spcBef>
                <a:spcPts val="300"/>
              </a:spcBef>
              <a:spcAft>
                <a:spcPts val="0"/>
              </a:spcAft>
              <a:buClr>
                <a:schemeClr val="dk1"/>
              </a:buClr>
              <a:buSzPts val="1700"/>
              <a:buChar char="–"/>
              <a:defRPr sz="1700"/>
            </a:lvl4pPr>
            <a:lvl5pPr indent="-336550" lvl="4" marL="2286000" algn="l">
              <a:spcBef>
                <a:spcPts val="300"/>
              </a:spcBef>
              <a:spcAft>
                <a:spcPts val="0"/>
              </a:spcAft>
              <a:buClr>
                <a:schemeClr val="dk1"/>
              </a:buClr>
              <a:buSzPts val="1700"/>
              <a:buChar char="»"/>
              <a:defRPr sz="1700"/>
            </a:lvl5pPr>
            <a:lvl6pPr indent="-336550" lvl="5" marL="2743200" algn="l">
              <a:spcBef>
                <a:spcPts val="300"/>
              </a:spcBef>
              <a:spcAft>
                <a:spcPts val="0"/>
              </a:spcAft>
              <a:buClr>
                <a:schemeClr val="dk1"/>
              </a:buClr>
              <a:buSzPts val="1700"/>
              <a:buChar char="•"/>
              <a:defRPr sz="1700"/>
            </a:lvl6pPr>
            <a:lvl7pPr indent="-336550" lvl="6" marL="3200400" algn="l">
              <a:spcBef>
                <a:spcPts val="300"/>
              </a:spcBef>
              <a:spcAft>
                <a:spcPts val="0"/>
              </a:spcAft>
              <a:buClr>
                <a:schemeClr val="dk1"/>
              </a:buClr>
              <a:buSzPts val="1700"/>
              <a:buChar char="•"/>
              <a:defRPr sz="1700"/>
            </a:lvl7pPr>
            <a:lvl8pPr indent="-336550" lvl="7" marL="3657600" algn="l">
              <a:spcBef>
                <a:spcPts val="300"/>
              </a:spcBef>
              <a:spcAft>
                <a:spcPts val="0"/>
              </a:spcAft>
              <a:buClr>
                <a:schemeClr val="dk1"/>
              </a:buClr>
              <a:buSzPts val="1700"/>
              <a:buChar char="•"/>
              <a:defRPr sz="1700"/>
            </a:lvl8pPr>
            <a:lvl9pPr indent="-336550" lvl="8" marL="4114800" algn="l">
              <a:spcBef>
                <a:spcPts val="300"/>
              </a:spcBef>
              <a:spcAft>
                <a:spcPts val="0"/>
              </a:spcAft>
              <a:buClr>
                <a:schemeClr val="dk1"/>
              </a:buClr>
              <a:buSzPts val="1700"/>
              <a:buChar char="•"/>
              <a:defRPr sz="1700"/>
            </a:lvl9pPr>
          </a:lstStyle>
          <a:p/>
        </p:txBody>
      </p:sp>
      <p:sp>
        <p:nvSpPr>
          <p:cNvPr id="50" name="Google Shape;50;p7"/>
          <p:cNvSpPr txBox="1"/>
          <p:nvPr>
            <p:ph idx="10" type="dt"/>
          </p:nvPr>
        </p:nvSpPr>
        <p:spPr>
          <a:xfrm>
            <a:off x="534600" y="7007306"/>
            <a:ext cx="2494800" cy="402300"/>
          </a:xfrm>
          <a:prstGeom prst="rect">
            <a:avLst/>
          </a:prstGeom>
          <a:noFill/>
          <a:ln>
            <a:noFill/>
          </a:ln>
        </p:spPr>
        <p:txBody>
          <a:bodyPr anchorCtr="0" anchor="ctr" bIns="49450" lIns="98950" spcFirstLastPara="1" rIns="98950" wrap="square" tIns="49450">
            <a:noAutofit/>
          </a:bodyPr>
          <a:lstStyle>
            <a:lvl1pPr lvl="0" algn="l">
              <a:spcBef>
                <a:spcPts val="0"/>
              </a:spcBef>
              <a:spcAft>
                <a:spcPts val="0"/>
              </a:spcAft>
              <a:buSzPts val="1500"/>
              <a:buNone/>
              <a:defRPr/>
            </a:lvl1pPr>
            <a:lvl2pPr lvl="1" algn="l">
              <a:spcBef>
                <a:spcPts val="0"/>
              </a:spcBef>
              <a:spcAft>
                <a:spcPts val="0"/>
              </a:spcAft>
              <a:buSzPts val="1500"/>
              <a:buNone/>
              <a:defRPr/>
            </a:lvl2pPr>
            <a:lvl3pPr lvl="2" algn="l">
              <a:spcBef>
                <a:spcPts val="0"/>
              </a:spcBef>
              <a:spcAft>
                <a:spcPts val="0"/>
              </a:spcAft>
              <a:buSzPts val="1500"/>
              <a:buNone/>
              <a:defRPr/>
            </a:lvl3pPr>
            <a:lvl4pPr lvl="3" algn="l">
              <a:spcBef>
                <a:spcPts val="0"/>
              </a:spcBef>
              <a:spcAft>
                <a:spcPts val="0"/>
              </a:spcAft>
              <a:buSzPts val="1500"/>
              <a:buNone/>
              <a:defRPr/>
            </a:lvl4pPr>
            <a:lvl5pPr lvl="4" algn="l">
              <a:spcBef>
                <a:spcPts val="0"/>
              </a:spcBef>
              <a:spcAft>
                <a:spcPts val="0"/>
              </a:spcAft>
              <a:buSzPts val="1500"/>
              <a:buNone/>
              <a:defRPr/>
            </a:lvl5pPr>
            <a:lvl6pPr lvl="5" algn="l">
              <a:spcBef>
                <a:spcPts val="0"/>
              </a:spcBef>
              <a:spcAft>
                <a:spcPts val="0"/>
              </a:spcAft>
              <a:buSzPts val="1500"/>
              <a:buNone/>
              <a:defRPr/>
            </a:lvl6pPr>
            <a:lvl7pPr lvl="6" algn="l">
              <a:spcBef>
                <a:spcPts val="0"/>
              </a:spcBef>
              <a:spcAft>
                <a:spcPts val="0"/>
              </a:spcAft>
              <a:buSzPts val="1500"/>
              <a:buNone/>
              <a:defRPr/>
            </a:lvl7pPr>
            <a:lvl8pPr lvl="7" algn="l">
              <a:spcBef>
                <a:spcPts val="0"/>
              </a:spcBef>
              <a:spcAft>
                <a:spcPts val="0"/>
              </a:spcAft>
              <a:buSzPts val="1500"/>
              <a:buNone/>
              <a:defRPr/>
            </a:lvl8pPr>
            <a:lvl9pPr lvl="8" algn="l">
              <a:spcBef>
                <a:spcPts val="0"/>
              </a:spcBef>
              <a:spcAft>
                <a:spcPts val="0"/>
              </a:spcAft>
              <a:buSzPts val="1500"/>
              <a:buNone/>
              <a:defRPr/>
            </a:lvl9pPr>
          </a:lstStyle>
          <a:p/>
        </p:txBody>
      </p:sp>
      <p:sp>
        <p:nvSpPr>
          <p:cNvPr id="51" name="Google Shape;51;p7"/>
          <p:cNvSpPr txBox="1"/>
          <p:nvPr>
            <p:ph idx="11" type="ftr"/>
          </p:nvPr>
        </p:nvSpPr>
        <p:spPr>
          <a:xfrm>
            <a:off x="3653100" y="7007306"/>
            <a:ext cx="3385800" cy="402300"/>
          </a:xfrm>
          <a:prstGeom prst="rect">
            <a:avLst/>
          </a:prstGeom>
          <a:noFill/>
          <a:ln>
            <a:noFill/>
          </a:ln>
        </p:spPr>
        <p:txBody>
          <a:bodyPr anchorCtr="0" anchor="ctr" bIns="49450" lIns="98950" spcFirstLastPara="1" rIns="98950" wrap="square" tIns="49450">
            <a:noAutofit/>
          </a:bodyPr>
          <a:lstStyle>
            <a:lvl1pPr lvl="0" algn="ctr">
              <a:spcBef>
                <a:spcPts val="0"/>
              </a:spcBef>
              <a:spcAft>
                <a:spcPts val="0"/>
              </a:spcAft>
              <a:buSzPts val="1500"/>
              <a:buNone/>
              <a:defRPr/>
            </a:lvl1pPr>
            <a:lvl2pPr lvl="1" algn="l">
              <a:spcBef>
                <a:spcPts val="0"/>
              </a:spcBef>
              <a:spcAft>
                <a:spcPts val="0"/>
              </a:spcAft>
              <a:buSzPts val="1500"/>
              <a:buNone/>
              <a:defRPr/>
            </a:lvl2pPr>
            <a:lvl3pPr lvl="2" algn="l">
              <a:spcBef>
                <a:spcPts val="0"/>
              </a:spcBef>
              <a:spcAft>
                <a:spcPts val="0"/>
              </a:spcAft>
              <a:buSzPts val="1500"/>
              <a:buNone/>
              <a:defRPr/>
            </a:lvl3pPr>
            <a:lvl4pPr lvl="3" algn="l">
              <a:spcBef>
                <a:spcPts val="0"/>
              </a:spcBef>
              <a:spcAft>
                <a:spcPts val="0"/>
              </a:spcAft>
              <a:buSzPts val="1500"/>
              <a:buNone/>
              <a:defRPr/>
            </a:lvl4pPr>
            <a:lvl5pPr lvl="4" algn="l">
              <a:spcBef>
                <a:spcPts val="0"/>
              </a:spcBef>
              <a:spcAft>
                <a:spcPts val="0"/>
              </a:spcAft>
              <a:buSzPts val="1500"/>
              <a:buNone/>
              <a:defRPr/>
            </a:lvl5pPr>
            <a:lvl6pPr lvl="5" algn="l">
              <a:spcBef>
                <a:spcPts val="0"/>
              </a:spcBef>
              <a:spcAft>
                <a:spcPts val="0"/>
              </a:spcAft>
              <a:buSzPts val="1500"/>
              <a:buNone/>
              <a:defRPr/>
            </a:lvl6pPr>
            <a:lvl7pPr lvl="6" algn="l">
              <a:spcBef>
                <a:spcPts val="0"/>
              </a:spcBef>
              <a:spcAft>
                <a:spcPts val="0"/>
              </a:spcAft>
              <a:buSzPts val="1500"/>
              <a:buNone/>
              <a:defRPr/>
            </a:lvl7pPr>
            <a:lvl8pPr lvl="7" algn="l">
              <a:spcBef>
                <a:spcPts val="0"/>
              </a:spcBef>
              <a:spcAft>
                <a:spcPts val="0"/>
              </a:spcAft>
              <a:buSzPts val="1500"/>
              <a:buNone/>
              <a:defRPr/>
            </a:lvl8pPr>
            <a:lvl9pPr lvl="8" algn="l">
              <a:spcBef>
                <a:spcPts val="0"/>
              </a:spcBef>
              <a:spcAft>
                <a:spcPts val="0"/>
              </a:spcAft>
              <a:buSzPts val="1500"/>
              <a:buNone/>
              <a:defRPr/>
            </a:lvl9pPr>
          </a:lstStyle>
          <a:p/>
        </p:txBody>
      </p:sp>
      <p:sp>
        <p:nvSpPr>
          <p:cNvPr id="52" name="Google Shape;52;p7"/>
          <p:cNvSpPr txBox="1"/>
          <p:nvPr>
            <p:ph idx="12" type="sldNum"/>
          </p:nvPr>
        </p:nvSpPr>
        <p:spPr>
          <a:xfrm>
            <a:off x="7662600" y="7007306"/>
            <a:ext cx="2494800" cy="402300"/>
          </a:xfrm>
          <a:prstGeom prst="rect">
            <a:avLst/>
          </a:prstGeom>
          <a:noFill/>
          <a:ln>
            <a:noFill/>
          </a:ln>
        </p:spPr>
        <p:txBody>
          <a:bodyPr anchorCtr="0" anchor="ctr" bIns="49450" lIns="98950" spcFirstLastPara="1" rIns="98950" wrap="square" tIns="49450">
            <a:noAutofit/>
          </a:bodyPr>
          <a:lstStyle>
            <a:lvl1pPr indent="0" lvl="0" marL="0" marR="0" algn="r">
              <a:spcBef>
                <a:spcPts val="0"/>
              </a:spcBef>
              <a:spcAft>
                <a:spcPts val="0"/>
              </a:spcAft>
              <a:buNone/>
              <a:defRPr sz="1300">
                <a:solidFill>
                  <a:srgbClr val="898989"/>
                </a:solidFill>
                <a:latin typeface="Calibri"/>
                <a:ea typeface="Calibri"/>
                <a:cs typeface="Calibri"/>
                <a:sym typeface="Calibri"/>
              </a:defRPr>
            </a:lvl1pPr>
            <a:lvl2pPr indent="0" lvl="1" marL="0" marR="0" algn="r">
              <a:spcBef>
                <a:spcPts val="0"/>
              </a:spcBef>
              <a:spcAft>
                <a:spcPts val="0"/>
              </a:spcAft>
              <a:buNone/>
              <a:defRPr sz="1300">
                <a:solidFill>
                  <a:srgbClr val="898989"/>
                </a:solidFill>
                <a:latin typeface="Calibri"/>
                <a:ea typeface="Calibri"/>
                <a:cs typeface="Calibri"/>
                <a:sym typeface="Calibri"/>
              </a:defRPr>
            </a:lvl2pPr>
            <a:lvl3pPr indent="0" lvl="2" marL="0" marR="0" algn="r">
              <a:spcBef>
                <a:spcPts val="0"/>
              </a:spcBef>
              <a:spcAft>
                <a:spcPts val="0"/>
              </a:spcAft>
              <a:buNone/>
              <a:defRPr sz="1300">
                <a:solidFill>
                  <a:srgbClr val="898989"/>
                </a:solidFill>
                <a:latin typeface="Calibri"/>
                <a:ea typeface="Calibri"/>
                <a:cs typeface="Calibri"/>
                <a:sym typeface="Calibri"/>
              </a:defRPr>
            </a:lvl3pPr>
            <a:lvl4pPr indent="0" lvl="3" marL="0" marR="0" algn="r">
              <a:spcBef>
                <a:spcPts val="0"/>
              </a:spcBef>
              <a:spcAft>
                <a:spcPts val="0"/>
              </a:spcAft>
              <a:buNone/>
              <a:defRPr sz="1300">
                <a:solidFill>
                  <a:srgbClr val="898989"/>
                </a:solidFill>
                <a:latin typeface="Calibri"/>
                <a:ea typeface="Calibri"/>
                <a:cs typeface="Calibri"/>
                <a:sym typeface="Calibri"/>
              </a:defRPr>
            </a:lvl4pPr>
            <a:lvl5pPr indent="0" lvl="4" marL="0" marR="0" algn="r">
              <a:spcBef>
                <a:spcPts val="0"/>
              </a:spcBef>
              <a:spcAft>
                <a:spcPts val="0"/>
              </a:spcAft>
              <a:buNone/>
              <a:defRPr sz="1300">
                <a:solidFill>
                  <a:srgbClr val="898989"/>
                </a:solidFill>
                <a:latin typeface="Calibri"/>
                <a:ea typeface="Calibri"/>
                <a:cs typeface="Calibri"/>
                <a:sym typeface="Calibri"/>
              </a:defRPr>
            </a:lvl5pPr>
            <a:lvl6pPr indent="0" lvl="5" marL="0" marR="0" algn="r">
              <a:spcBef>
                <a:spcPts val="0"/>
              </a:spcBef>
              <a:spcAft>
                <a:spcPts val="0"/>
              </a:spcAft>
              <a:buNone/>
              <a:defRPr sz="1300">
                <a:solidFill>
                  <a:srgbClr val="898989"/>
                </a:solidFill>
                <a:latin typeface="Calibri"/>
                <a:ea typeface="Calibri"/>
                <a:cs typeface="Calibri"/>
                <a:sym typeface="Calibri"/>
              </a:defRPr>
            </a:lvl6pPr>
            <a:lvl7pPr indent="0" lvl="6" marL="0" marR="0" algn="r">
              <a:spcBef>
                <a:spcPts val="0"/>
              </a:spcBef>
              <a:spcAft>
                <a:spcPts val="0"/>
              </a:spcAft>
              <a:buNone/>
              <a:defRPr sz="1300">
                <a:solidFill>
                  <a:srgbClr val="898989"/>
                </a:solidFill>
                <a:latin typeface="Calibri"/>
                <a:ea typeface="Calibri"/>
                <a:cs typeface="Calibri"/>
                <a:sym typeface="Calibri"/>
              </a:defRPr>
            </a:lvl7pPr>
            <a:lvl8pPr indent="0" lvl="7" marL="0" marR="0" algn="r">
              <a:spcBef>
                <a:spcPts val="0"/>
              </a:spcBef>
              <a:spcAft>
                <a:spcPts val="0"/>
              </a:spcAft>
              <a:buNone/>
              <a:defRPr sz="1300">
                <a:solidFill>
                  <a:srgbClr val="898989"/>
                </a:solidFill>
                <a:latin typeface="Calibri"/>
                <a:ea typeface="Calibri"/>
                <a:cs typeface="Calibri"/>
                <a:sym typeface="Calibri"/>
              </a:defRPr>
            </a:lvl8pPr>
            <a:lvl9pPr indent="0" lvl="8" marL="0" marR="0" algn="r">
              <a:spcBef>
                <a:spcPts val="0"/>
              </a:spcBef>
              <a:spcAft>
                <a:spcPts val="0"/>
              </a:spcAft>
              <a:buNone/>
              <a:defRPr sz="13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53" name="Shape 53"/>
        <p:cNvGrpSpPr/>
        <p:nvPr/>
      </p:nvGrpSpPr>
      <p:grpSpPr>
        <a:xfrm>
          <a:off x="0" y="0"/>
          <a:ext cx="0" cy="0"/>
          <a:chOff x="0" y="0"/>
          <a:chExt cx="0" cy="0"/>
        </a:xfrm>
      </p:grpSpPr>
      <p:sp>
        <p:nvSpPr>
          <p:cNvPr id="54" name="Google Shape;54;p8"/>
          <p:cNvSpPr txBox="1"/>
          <p:nvPr>
            <p:ph type="title"/>
          </p:nvPr>
        </p:nvSpPr>
        <p:spPr>
          <a:xfrm>
            <a:off x="534600" y="302263"/>
            <a:ext cx="9622800" cy="1260900"/>
          </a:xfrm>
          <a:prstGeom prst="rect">
            <a:avLst/>
          </a:prstGeom>
          <a:noFill/>
          <a:ln>
            <a:noFill/>
          </a:ln>
        </p:spPr>
        <p:txBody>
          <a:bodyPr anchorCtr="0" anchor="ctr" bIns="49450" lIns="98950" spcFirstLastPara="1" rIns="98950" wrap="square" tIns="49450">
            <a:noAutofit/>
          </a:bodyPr>
          <a:lstStyle>
            <a:lvl1pPr lvl="0" algn="ctr">
              <a:spcBef>
                <a:spcPts val="0"/>
              </a:spcBef>
              <a:spcAft>
                <a:spcPts val="0"/>
              </a:spcAft>
              <a:buSzPts val="1500"/>
              <a:buNone/>
              <a:defRPr/>
            </a:lvl1pPr>
            <a:lvl2pPr lvl="1" algn="ctr">
              <a:spcBef>
                <a:spcPts val="0"/>
              </a:spcBef>
              <a:spcAft>
                <a:spcPts val="0"/>
              </a:spcAft>
              <a:buSzPts val="1500"/>
              <a:buNone/>
              <a:defRPr/>
            </a:lvl2pPr>
            <a:lvl3pPr lvl="2" algn="ctr">
              <a:spcBef>
                <a:spcPts val="0"/>
              </a:spcBef>
              <a:spcAft>
                <a:spcPts val="0"/>
              </a:spcAft>
              <a:buSzPts val="1500"/>
              <a:buNone/>
              <a:defRPr/>
            </a:lvl3pPr>
            <a:lvl4pPr lvl="3" algn="ctr">
              <a:spcBef>
                <a:spcPts val="0"/>
              </a:spcBef>
              <a:spcAft>
                <a:spcPts val="0"/>
              </a:spcAft>
              <a:buSzPts val="1500"/>
              <a:buNone/>
              <a:defRPr/>
            </a:lvl4pPr>
            <a:lvl5pPr lvl="4" algn="ctr">
              <a:spcBef>
                <a:spcPts val="0"/>
              </a:spcBef>
              <a:spcAft>
                <a:spcPts val="0"/>
              </a:spcAft>
              <a:buSzPts val="1500"/>
              <a:buNone/>
              <a:defRPr/>
            </a:lvl5pPr>
            <a:lvl6pPr lvl="5" algn="ctr">
              <a:spcBef>
                <a:spcPts val="0"/>
              </a:spcBef>
              <a:spcAft>
                <a:spcPts val="0"/>
              </a:spcAft>
              <a:buSzPts val="1500"/>
              <a:buNone/>
              <a:defRPr/>
            </a:lvl6pPr>
            <a:lvl7pPr lvl="6" algn="ctr">
              <a:spcBef>
                <a:spcPts val="0"/>
              </a:spcBef>
              <a:spcAft>
                <a:spcPts val="0"/>
              </a:spcAft>
              <a:buSzPts val="1500"/>
              <a:buNone/>
              <a:defRPr/>
            </a:lvl7pPr>
            <a:lvl8pPr lvl="7" algn="ctr">
              <a:spcBef>
                <a:spcPts val="0"/>
              </a:spcBef>
              <a:spcAft>
                <a:spcPts val="0"/>
              </a:spcAft>
              <a:buSzPts val="1500"/>
              <a:buNone/>
              <a:defRPr/>
            </a:lvl8pPr>
            <a:lvl9pPr lvl="8" algn="ctr">
              <a:spcBef>
                <a:spcPts val="0"/>
              </a:spcBef>
              <a:spcAft>
                <a:spcPts val="0"/>
              </a:spcAft>
              <a:buSzPts val="1500"/>
              <a:buNone/>
              <a:defRPr/>
            </a:lvl9pPr>
          </a:lstStyle>
          <a:p/>
        </p:txBody>
      </p:sp>
      <p:sp>
        <p:nvSpPr>
          <p:cNvPr id="55" name="Google Shape;55;p8"/>
          <p:cNvSpPr txBox="1"/>
          <p:nvPr>
            <p:ph idx="10" type="dt"/>
          </p:nvPr>
        </p:nvSpPr>
        <p:spPr>
          <a:xfrm>
            <a:off x="534600" y="7007306"/>
            <a:ext cx="2494800" cy="402300"/>
          </a:xfrm>
          <a:prstGeom prst="rect">
            <a:avLst/>
          </a:prstGeom>
          <a:noFill/>
          <a:ln>
            <a:noFill/>
          </a:ln>
        </p:spPr>
        <p:txBody>
          <a:bodyPr anchorCtr="0" anchor="ctr" bIns="49450" lIns="98950" spcFirstLastPara="1" rIns="98950" wrap="square" tIns="49450">
            <a:noAutofit/>
          </a:bodyPr>
          <a:lstStyle>
            <a:lvl1pPr lvl="0" algn="l">
              <a:spcBef>
                <a:spcPts val="0"/>
              </a:spcBef>
              <a:spcAft>
                <a:spcPts val="0"/>
              </a:spcAft>
              <a:buSzPts val="1500"/>
              <a:buNone/>
              <a:defRPr/>
            </a:lvl1pPr>
            <a:lvl2pPr lvl="1" algn="l">
              <a:spcBef>
                <a:spcPts val="0"/>
              </a:spcBef>
              <a:spcAft>
                <a:spcPts val="0"/>
              </a:spcAft>
              <a:buSzPts val="1500"/>
              <a:buNone/>
              <a:defRPr/>
            </a:lvl2pPr>
            <a:lvl3pPr lvl="2" algn="l">
              <a:spcBef>
                <a:spcPts val="0"/>
              </a:spcBef>
              <a:spcAft>
                <a:spcPts val="0"/>
              </a:spcAft>
              <a:buSzPts val="1500"/>
              <a:buNone/>
              <a:defRPr/>
            </a:lvl3pPr>
            <a:lvl4pPr lvl="3" algn="l">
              <a:spcBef>
                <a:spcPts val="0"/>
              </a:spcBef>
              <a:spcAft>
                <a:spcPts val="0"/>
              </a:spcAft>
              <a:buSzPts val="1500"/>
              <a:buNone/>
              <a:defRPr/>
            </a:lvl4pPr>
            <a:lvl5pPr lvl="4" algn="l">
              <a:spcBef>
                <a:spcPts val="0"/>
              </a:spcBef>
              <a:spcAft>
                <a:spcPts val="0"/>
              </a:spcAft>
              <a:buSzPts val="1500"/>
              <a:buNone/>
              <a:defRPr/>
            </a:lvl5pPr>
            <a:lvl6pPr lvl="5" algn="l">
              <a:spcBef>
                <a:spcPts val="0"/>
              </a:spcBef>
              <a:spcAft>
                <a:spcPts val="0"/>
              </a:spcAft>
              <a:buSzPts val="1500"/>
              <a:buNone/>
              <a:defRPr/>
            </a:lvl6pPr>
            <a:lvl7pPr lvl="6" algn="l">
              <a:spcBef>
                <a:spcPts val="0"/>
              </a:spcBef>
              <a:spcAft>
                <a:spcPts val="0"/>
              </a:spcAft>
              <a:buSzPts val="1500"/>
              <a:buNone/>
              <a:defRPr/>
            </a:lvl7pPr>
            <a:lvl8pPr lvl="7" algn="l">
              <a:spcBef>
                <a:spcPts val="0"/>
              </a:spcBef>
              <a:spcAft>
                <a:spcPts val="0"/>
              </a:spcAft>
              <a:buSzPts val="1500"/>
              <a:buNone/>
              <a:defRPr/>
            </a:lvl8pPr>
            <a:lvl9pPr lvl="8" algn="l">
              <a:spcBef>
                <a:spcPts val="0"/>
              </a:spcBef>
              <a:spcAft>
                <a:spcPts val="0"/>
              </a:spcAft>
              <a:buSzPts val="1500"/>
              <a:buNone/>
              <a:defRPr/>
            </a:lvl9pPr>
          </a:lstStyle>
          <a:p/>
        </p:txBody>
      </p:sp>
      <p:sp>
        <p:nvSpPr>
          <p:cNvPr id="56" name="Google Shape;56;p8"/>
          <p:cNvSpPr txBox="1"/>
          <p:nvPr>
            <p:ph idx="11" type="ftr"/>
          </p:nvPr>
        </p:nvSpPr>
        <p:spPr>
          <a:xfrm>
            <a:off x="3653100" y="7007306"/>
            <a:ext cx="3385800" cy="402300"/>
          </a:xfrm>
          <a:prstGeom prst="rect">
            <a:avLst/>
          </a:prstGeom>
          <a:noFill/>
          <a:ln>
            <a:noFill/>
          </a:ln>
        </p:spPr>
        <p:txBody>
          <a:bodyPr anchorCtr="0" anchor="ctr" bIns="49450" lIns="98950" spcFirstLastPara="1" rIns="98950" wrap="square" tIns="49450">
            <a:noAutofit/>
          </a:bodyPr>
          <a:lstStyle>
            <a:lvl1pPr lvl="0" algn="ctr">
              <a:spcBef>
                <a:spcPts val="0"/>
              </a:spcBef>
              <a:spcAft>
                <a:spcPts val="0"/>
              </a:spcAft>
              <a:buSzPts val="1500"/>
              <a:buNone/>
              <a:defRPr/>
            </a:lvl1pPr>
            <a:lvl2pPr lvl="1" algn="l">
              <a:spcBef>
                <a:spcPts val="0"/>
              </a:spcBef>
              <a:spcAft>
                <a:spcPts val="0"/>
              </a:spcAft>
              <a:buSzPts val="1500"/>
              <a:buNone/>
              <a:defRPr/>
            </a:lvl2pPr>
            <a:lvl3pPr lvl="2" algn="l">
              <a:spcBef>
                <a:spcPts val="0"/>
              </a:spcBef>
              <a:spcAft>
                <a:spcPts val="0"/>
              </a:spcAft>
              <a:buSzPts val="1500"/>
              <a:buNone/>
              <a:defRPr/>
            </a:lvl3pPr>
            <a:lvl4pPr lvl="3" algn="l">
              <a:spcBef>
                <a:spcPts val="0"/>
              </a:spcBef>
              <a:spcAft>
                <a:spcPts val="0"/>
              </a:spcAft>
              <a:buSzPts val="1500"/>
              <a:buNone/>
              <a:defRPr/>
            </a:lvl4pPr>
            <a:lvl5pPr lvl="4" algn="l">
              <a:spcBef>
                <a:spcPts val="0"/>
              </a:spcBef>
              <a:spcAft>
                <a:spcPts val="0"/>
              </a:spcAft>
              <a:buSzPts val="1500"/>
              <a:buNone/>
              <a:defRPr/>
            </a:lvl5pPr>
            <a:lvl6pPr lvl="5" algn="l">
              <a:spcBef>
                <a:spcPts val="0"/>
              </a:spcBef>
              <a:spcAft>
                <a:spcPts val="0"/>
              </a:spcAft>
              <a:buSzPts val="1500"/>
              <a:buNone/>
              <a:defRPr/>
            </a:lvl6pPr>
            <a:lvl7pPr lvl="6" algn="l">
              <a:spcBef>
                <a:spcPts val="0"/>
              </a:spcBef>
              <a:spcAft>
                <a:spcPts val="0"/>
              </a:spcAft>
              <a:buSzPts val="1500"/>
              <a:buNone/>
              <a:defRPr/>
            </a:lvl7pPr>
            <a:lvl8pPr lvl="7" algn="l">
              <a:spcBef>
                <a:spcPts val="0"/>
              </a:spcBef>
              <a:spcAft>
                <a:spcPts val="0"/>
              </a:spcAft>
              <a:buSzPts val="1500"/>
              <a:buNone/>
              <a:defRPr/>
            </a:lvl8pPr>
            <a:lvl9pPr lvl="8" algn="l">
              <a:spcBef>
                <a:spcPts val="0"/>
              </a:spcBef>
              <a:spcAft>
                <a:spcPts val="0"/>
              </a:spcAft>
              <a:buSzPts val="1500"/>
              <a:buNone/>
              <a:defRPr/>
            </a:lvl9pPr>
          </a:lstStyle>
          <a:p/>
        </p:txBody>
      </p:sp>
      <p:sp>
        <p:nvSpPr>
          <p:cNvPr id="57" name="Google Shape;57;p8"/>
          <p:cNvSpPr txBox="1"/>
          <p:nvPr>
            <p:ph idx="12" type="sldNum"/>
          </p:nvPr>
        </p:nvSpPr>
        <p:spPr>
          <a:xfrm>
            <a:off x="7662600" y="7007306"/>
            <a:ext cx="2494800" cy="402300"/>
          </a:xfrm>
          <a:prstGeom prst="rect">
            <a:avLst/>
          </a:prstGeom>
          <a:noFill/>
          <a:ln>
            <a:noFill/>
          </a:ln>
        </p:spPr>
        <p:txBody>
          <a:bodyPr anchorCtr="0" anchor="ctr" bIns="49450" lIns="98950" spcFirstLastPara="1" rIns="98950" wrap="square" tIns="49450">
            <a:noAutofit/>
          </a:bodyPr>
          <a:lstStyle>
            <a:lvl1pPr indent="0" lvl="0" marL="0" marR="0" algn="r">
              <a:spcBef>
                <a:spcPts val="0"/>
              </a:spcBef>
              <a:spcAft>
                <a:spcPts val="0"/>
              </a:spcAft>
              <a:buNone/>
              <a:defRPr sz="1300">
                <a:solidFill>
                  <a:srgbClr val="898989"/>
                </a:solidFill>
                <a:latin typeface="Calibri"/>
                <a:ea typeface="Calibri"/>
                <a:cs typeface="Calibri"/>
                <a:sym typeface="Calibri"/>
              </a:defRPr>
            </a:lvl1pPr>
            <a:lvl2pPr indent="0" lvl="1" marL="0" marR="0" algn="r">
              <a:spcBef>
                <a:spcPts val="0"/>
              </a:spcBef>
              <a:spcAft>
                <a:spcPts val="0"/>
              </a:spcAft>
              <a:buNone/>
              <a:defRPr sz="1300">
                <a:solidFill>
                  <a:srgbClr val="898989"/>
                </a:solidFill>
                <a:latin typeface="Calibri"/>
                <a:ea typeface="Calibri"/>
                <a:cs typeface="Calibri"/>
                <a:sym typeface="Calibri"/>
              </a:defRPr>
            </a:lvl2pPr>
            <a:lvl3pPr indent="0" lvl="2" marL="0" marR="0" algn="r">
              <a:spcBef>
                <a:spcPts val="0"/>
              </a:spcBef>
              <a:spcAft>
                <a:spcPts val="0"/>
              </a:spcAft>
              <a:buNone/>
              <a:defRPr sz="1300">
                <a:solidFill>
                  <a:srgbClr val="898989"/>
                </a:solidFill>
                <a:latin typeface="Calibri"/>
                <a:ea typeface="Calibri"/>
                <a:cs typeface="Calibri"/>
                <a:sym typeface="Calibri"/>
              </a:defRPr>
            </a:lvl3pPr>
            <a:lvl4pPr indent="0" lvl="3" marL="0" marR="0" algn="r">
              <a:spcBef>
                <a:spcPts val="0"/>
              </a:spcBef>
              <a:spcAft>
                <a:spcPts val="0"/>
              </a:spcAft>
              <a:buNone/>
              <a:defRPr sz="1300">
                <a:solidFill>
                  <a:srgbClr val="898989"/>
                </a:solidFill>
                <a:latin typeface="Calibri"/>
                <a:ea typeface="Calibri"/>
                <a:cs typeface="Calibri"/>
                <a:sym typeface="Calibri"/>
              </a:defRPr>
            </a:lvl4pPr>
            <a:lvl5pPr indent="0" lvl="4" marL="0" marR="0" algn="r">
              <a:spcBef>
                <a:spcPts val="0"/>
              </a:spcBef>
              <a:spcAft>
                <a:spcPts val="0"/>
              </a:spcAft>
              <a:buNone/>
              <a:defRPr sz="1300">
                <a:solidFill>
                  <a:srgbClr val="898989"/>
                </a:solidFill>
                <a:latin typeface="Calibri"/>
                <a:ea typeface="Calibri"/>
                <a:cs typeface="Calibri"/>
                <a:sym typeface="Calibri"/>
              </a:defRPr>
            </a:lvl5pPr>
            <a:lvl6pPr indent="0" lvl="5" marL="0" marR="0" algn="r">
              <a:spcBef>
                <a:spcPts val="0"/>
              </a:spcBef>
              <a:spcAft>
                <a:spcPts val="0"/>
              </a:spcAft>
              <a:buNone/>
              <a:defRPr sz="1300">
                <a:solidFill>
                  <a:srgbClr val="898989"/>
                </a:solidFill>
                <a:latin typeface="Calibri"/>
                <a:ea typeface="Calibri"/>
                <a:cs typeface="Calibri"/>
                <a:sym typeface="Calibri"/>
              </a:defRPr>
            </a:lvl6pPr>
            <a:lvl7pPr indent="0" lvl="6" marL="0" marR="0" algn="r">
              <a:spcBef>
                <a:spcPts val="0"/>
              </a:spcBef>
              <a:spcAft>
                <a:spcPts val="0"/>
              </a:spcAft>
              <a:buNone/>
              <a:defRPr sz="1300">
                <a:solidFill>
                  <a:srgbClr val="898989"/>
                </a:solidFill>
                <a:latin typeface="Calibri"/>
                <a:ea typeface="Calibri"/>
                <a:cs typeface="Calibri"/>
                <a:sym typeface="Calibri"/>
              </a:defRPr>
            </a:lvl7pPr>
            <a:lvl8pPr indent="0" lvl="7" marL="0" marR="0" algn="r">
              <a:spcBef>
                <a:spcPts val="0"/>
              </a:spcBef>
              <a:spcAft>
                <a:spcPts val="0"/>
              </a:spcAft>
              <a:buNone/>
              <a:defRPr sz="1300">
                <a:solidFill>
                  <a:srgbClr val="898989"/>
                </a:solidFill>
                <a:latin typeface="Calibri"/>
                <a:ea typeface="Calibri"/>
                <a:cs typeface="Calibri"/>
                <a:sym typeface="Calibri"/>
              </a:defRPr>
            </a:lvl8pPr>
            <a:lvl9pPr indent="0" lvl="8" marL="0" marR="0" algn="r">
              <a:spcBef>
                <a:spcPts val="0"/>
              </a:spcBef>
              <a:spcAft>
                <a:spcPts val="0"/>
              </a:spcAft>
              <a:buNone/>
              <a:defRPr sz="13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534601" y="297081"/>
            <a:ext cx="3517500" cy="1264200"/>
          </a:xfrm>
          <a:prstGeom prst="rect">
            <a:avLst/>
          </a:prstGeom>
          <a:noFill/>
          <a:ln>
            <a:noFill/>
          </a:ln>
        </p:spPr>
        <p:txBody>
          <a:bodyPr anchorCtr="0" anchor="b" bIns="49450" lIns="98950" spcFirstLastPara="1" rIns="98950" wrap="square" tIns="49450">
            <a:noAutofit/>
          </a:bodyPr>
          <a:lstStyle>
            <a:lvl1pPr lvl="0" algn="l">
              <a:spcBef>
                <a:spcPts val="0"/>
              </a:spcBef>
              <a:spcAft>
                <a:spcPts val="0"/>
              </a:spcAft>
              <a:buSzPts val="1500"/>
              <a:buNone/>
              <a:defRPr b="1" sz="2200"/>
            </a:lvl1pPr>
            <a:lvl2pPr lvl="1" algn="ctr">
              <a:spcBef>
                <a:spcPts val="0"/>
              </a:spcBef>
              <a:spcAft>
                <a:spcPts val="0"/>
              </a:spcAft>
              <a:buSzPts val="1500"/>
              <a:buNone/>
              <a:defRPr/>
            </a:lvl2pPr>
            <a:lvl3pPr lvl="2" algn="ctr">
              <a:spcBef>
                <a:spcPts val="0"/>
              </a:spcBef>
              <a:spcAft>
                <a:spcPts val="0"/>
              </a:spcAft>
              <a:buSzPts val="1500"/>
              <a:buNone/>
              <a:defRPr/>
            </a:lvl3pPr>
            <a:lvl4pPr lvl="3" algn="ctr">
              <a:spcBef>
                <a:spcPts val="0"/>
              </a:spcBef>
              <a:spcAft>
                <a:spcPts val="0"/>
              </a:spcAft>
              <a:buSzPts val="1500"/>
              <a:buNone/>
              <a:defRPr/>
            </a:lvl4pPr>
            <a:lvl5pPr lvl="4" algn="ctr">
              <a:spcBef>
                <a:spcPts val="0"/>
              </a:spcBef>
              <a:spcAft>
                <a:spcPts val="0"/>
              </a:spcAft>
              <a:buSzPts val="1500"/>
              <a:buNone/>
              <a:defRPr/>
            </a:lvl5pPr>
            <a:lvl6pPr lvl="5" algn="ctr">
              <a:spcBef>
                <a:spcPts val="0"/>
              </a:spcBef>
              <a:spcAft>
                <a:spcPts val="0"/>
              </a:spcAft>
              <a:buSzPts val="1500"/>
              <a:buNone/>
              <a:defRPr/>
            </a:lvl6pPr>
            <a:lvl7pPr lvl="6" algn="ctr">
              <a:spcBef>
                <a:spcPts val="0"/>
              </a:spcBef>
              <a:spcAft>
                <a:spcPts val="0"/>
              </a:spcAft>
              <a:buSzPts val="1500"/>
              <a:buNone/>
              <a:defRPr/>
            </a:lvl7pPr>
            <a:lvl8pPr lvl="7" algn="ctr">
              <a:spcBef>
                <a:spcPts val="0"/>
              </a:spcBef>
              <a:spcAft>
                <a:spcPts val="0"/>
              </a:spcAft>
              <a:buSzPts val="1500"/>
              <a:buNone/>
              <a:defRPr/>
            </a:lvl8pPr>
            <a:lvl9pPr lvl="8" algn="ctr">
              <a:spcBef>
                <a:spcPts val="0"/>
              </a:spcBef>
              <a:spcAft>
                <a:spcPts val="0"/>
              </a:spcAft>
              <a:buSzPts val="1500"/>
              <a:buNone/>
              <a:defRPr/>
            </a:lvl9pPr>
          </a:lstStyle>
          <a:p/>
        </p:txBody>
      </p:sp>
      <p:sp>
        <p:nvSpPr>
          <p:cNvPr id="60" name="Google Shape;60;p9"/>
          <p:cNvSpPr txBox="1"/>
          <p:nvPr>
            <p:ph idx="1" type="body"/>
          </p:nvPr>
        </p:nvSpPr>
        <p:spPr>
          <a:xfrm>
            <a:off x="4180275" y="297082"/>
            <a:ext cx="5977200" cy="6368100"/>
          </a:xfrm>
          <a:prstGeom prst="rect">
            <a:avLst/>
          </a:prstGeom>
          <a:noFill/>
          <a:ln>
            <a:noFill/>
          </a:ln>
        </p:spPr>
        <p:txBody>
          <a:bodyPr anchorCtr="0" anchor="t" bIns="49450" lIns="98950" spcFirstLastPara="1" rIns="98950" wrap="square" tIns="49450">
            <a:noAutofit/>
          </a:bodyPr>
          <a:lstStyle>
            <a:lvl1pPr indent="-450850" lvl="0" marL="457200" algn="l">
              <a:spcBef>
                <a:spcPts val="700"/>
              </a:spcBef>
              <a:spcAft>
                <a:spcPts val="0"/>
              </a:spcAft>
              <a:buClr>
                <a:schemeClr val="dk1"/>
              </a:buClr>
              <a:buSzPts val="3500"/>
              <a:buChar char="•"/>
              <a:defRPr sz="3500"/>
            </a:lvl1pPr>
            <a:lvl2pPr indent="-419100" lvl="1" marL="914400" algn="l">
              <a:spcBef>
                <a:spcPts val="600"/>
              </a:spcBef>
              <a:spcAft>
                <a:spcPts val="0"/>
              </a:spcAft>
              <a:buClr>
                <a:schemeClr val="dk1"/>
              </a:buClr>
              <a:buSzPts val="3000"/>
              <a:buChar char="–"/>
              <a:defRPr sz="3000"/>
            </a:lvl2pPr>
            <a:lvl3pPr indent="-393700" lvl="2" marL="1371600" algn="l">
              <a:spcBef>
                <a:spcPts val="500"/>
              </a:spcBef>
              <a:spcAft>
                <a:spcPts val="0"/>
              </a:spcAft>
              <a:buClr>
                <a:schemeClr val="dk1"/>
              </a:buClr>
              <a:buSzPts val="2600"/>
              <a:buChar char="•"/>
              <a:defRPr sz="2600"/>
            </a:lvl3pPr>
            <a:lvl4pPr indent="-368300" lvl="3" marL="1828800" algn="l">
              <a:spcBef>
                <a:spcPts val="400"/>
              </a:spcBef>
              <a:spcAft>
                <a:spcPts val="0"/>
              </a:spcAft>
              <a:buClr>
                <a:schemeClr val="dk1"/>
              </a:buClr>
              <a:buSzPts val="2200"/>
              <a:buChar char="–"/>
              <a:defRPr sz="2200"/>
            </a:lvl4pPr>
            <a:lvl5pPr indent="-368300" lvl="4" marL="2286000" algn="l">
              <a:spcBef>
                <a:spcPts val="400"/>
              </a:spcBef>
              <a:spcAft>
                <a:spcPts val="0"/>
              </a:spcAft>
              <a:buClr>
                <a:schemeClr val="dk1"/>
              </a:buClr>
              <a:buSzPts val="2200"/>
              <a:buChar char="»"/>
              <a:defRPr sz="2200"/>
            </a:lvl5pPr>
            <a:lvl6pPr indent="-368300" lvl="5" marL="2743200" algn="l">
              <a:spcBef>
                <a:spcPts val="400"/>
              </a:spcBef>
              <a:spcAft>
                <a:spcPts val="0"/>
              </a:spcAft>
              <a:buClr>
                <a:schemeClr val="dk1"/>
              </a:buClr>
              <a:buSzPts val="2200"/>
              <a:buChar char="•"/>
              <a:defRPr sz="2200"/>
            </a:lvl6pPr>
            <a:lvl7pPr indent="-368300" lvl="6" marL="3200400" algn="l">
              <a:spcBef>
                <a:spcPts val="400"/>
              </a:spcBef>
              <a:spcAft>
                <a:spcPts val="0"/>
              </a:spcAft>
              <a:buClr>
                <a:schemeClr val="dk1"/>
              </a:buClr>
              <a:buSzPts val="2200"/>
              <a:buChar char="•"/>
              <a:defRPr sz="2200"/>
            </a:lvl7pPr>
            <a:lvl8pPr indent="-368300" lvl="7" marL="3657600" algn="l">
              <a:spcBef>
                <a:spcPts val="400"/>
              </a:spcBef>
              <a:spcAft>
                <a:spcPts val="0"/>
              </a:spcAft>
              <a:buClr>
                <a:schemeClr val="dk1"/>
              </a:buClr>
              <a:buSzPts val="2200"/>
              <a:buChar char="•"/>
              <a:defRPr sz="2200"/>
            </a:lvl8pPr>
            <a:lvl9pPr indent="-368300" lvl="8" marL="4114800" algn="l">
              <a:spcBef>
                <a:spcPts val="400"/>
              </a:spcBef>
              <a:spcAft>
                <a:spcPts val="0"/>
              </a:spcAft>
              <a:buClr>
                <a:schemeClr val="dk1"/>
              </a:buClr>
              <a:buSzPts val="2200"/>
              <a:buChar char="•"/>
              <a:defRPr sz="2200"/>
            </a:lvl9pPr>
          </a:lstStyle>
          <a:p/>
        </p:txBody>
      </p:sp>
      <p:sp>
        <p:nvSpPr>
          <p:cNvPr id="61" name="Google Shape;61;p9"/>
          <p:cNvSpPr txBox="1"/>
          <p:nvPr>
            <p:ph idx="2" type="body"/>
          </p:nvPr>
        </p:nvSpPr>
        <p:spPr>
          <a:xfrm>
            <a:off x="534601" y="1561402"/>
            <a:ext cx="3517500" cy="5103900"/>
          </a:xfrm>
          <a:prstGeom prst="rect">
            <a:avLst/>
          </a:prstGeom>
          <a:noFill/>
          <a:ln>
            <a:noFill/>
          </a:ln>
        </p:spPr>
        <p:txBody>
          <a:bodyPr anchorCtr="0" anchor="t" bIns="49450" lIns="98950" spcFirstLastPara="1" rIns="98950" wrap="square" tIns="49450">
            <a:noAutofit/>
          </a:bodyPr>
          <a:lstStyle>
            <a:lvl1pPr indent="-228600" lvl="0" marL="457200" algn="l">
              <a:spcBef>
                <a:spcPts val="300"/>
              </a:spcBef>
              <a:spcAft>
                <a:spcPts val="0"/>
              </a:spcAft>
              <a:buClr>
                <a:schemeClr val="dk1"/>
              </a:buClr>
              <a:buSzPts val="1500"/>
              <a:buNone/>
              <a:defRPr sz="1500"/>
            </a:lvl1pPr>
            <a:lvl2pPr indent="-228600" lvl="1" marL="914400" algn="l">
              <a:spcBef>
                <a:spcPts val="300"/>
              </a:spcBef>
              <a:spcAft>
                <a:spcPts val="0"/>
              </a:spcAft>
              <a:buClr>
                <a:schemeClr val="dk1"/>
              </a:buClr>
              <a:buSzPts val="1300"/>
              <a:buNone/>
              <a:defRPr sz="1300"/>
            </a:lvl2pPr>
            <a:lvl3pPr indent="-228600" lvl="2" marL="1371600" algn="l">
              <a:spcBef>
                <a:spcPts val="200"/>
              </a:spcBef>
              <a:spcAft>
                <a:spcPts val="0"/>
              </a:spcAft>
              <a:buClr>
                <a:schemeClr val="dk1"/>
              </a:buClr>
              <a:buSzPts val="1100"/>
              <a:buNone/>
              <a:defRPr sz="1100"/>
            </a:lvl3pPr>
            <a:lvl4pPr indent="-228600" lvl="3" marL="1828800" algn="l">
              <a:spcBef>
                <a:spcPts val="200"/>
              </a:spcBef>
              <a:spcAft>
                <a:spcPts val="0"/>
              </a:spcAft>
              <a:buClr>
                <a:schemeClr val="dk1"/>
              </a:buClr>
              <a:buSzPts val="1000"/>
              <a:buNone/>
              <a:defRPr sz="1000"/>
            </a:lvl4pPr>
            <a:lvl5pPr indent="-228600" lvl="4" marL="2286000" algn="l">
              <a:spcBef>
                <a:spcPts val="200"/>
              </a:spcBef>
              <a:spcAft>
                <a:spcPts val="0"/>
              </a:spcAft>
              <a:buClr>
                <a:schemeClr val="dk1"/>
              </a:buClr>
              <a:buSzPts val="1000"/>
              <a:buNone/>
              <a:defRPr sz="1000"/>
            </a:lvl5pPr>
            <a:lvl6pPr indent="-228600" lvl="5" marL="2743200" algn="l">
              <a:spcBef>
                <a:spcPts val="200"/>
              </a:spcBef>
              <a:spcAft>
                <a:spcPts val="0"/>
              </a:spcAft>
              <a:buClr>
                <a:schemeClr val="dk1"/>
              </a:buClr>
              <a:buSzPts val="1000"/>
              <a:buNone/>
              <a:defRPr sz="1000"/>
            </a:lvl6pPr>
            <a:lvl7pPr indent="-228600" lvl="6" marL="3200400" algn="l">
              <a:spcBef>
                <a:spcPts val="200"/>
              </a:spcBef>
              <a:spcAft>
                <a:spcPts val="0"/>
              </a:spcAft>
              <a:buClr>
                <a:schemeClr val="dk1"/>
              </a:buClr>
              <a:buSzPts val="1000"/>
              <a:buNone/>
              <a:defRPr sz="1000"/>
            </a:lvl7pPr>
            <a:lvl8pPr indent="-228600" lvl="7" marL="3657600" algn="l">
              <a:spcBef>
                <a:spcPts val="200"/>
              </a:spcBef>
              <a:spcAft>
                <a:spcPts val="0"/>
              </a:spcAft>
              <a:buClr>
                <a:schemeClr val="dk1"/>
              </a:buClr>
              <a:buSzPts val="1000"/>
              <a:buNone/>
              <a:defRPr sz="1000"/>
            </a:lvl8pPr>
            <a:lvl9pPr indent="-228600" lvl="8" marL="4114800" algn="l">
              <a:spcBef>
                <a:spcPts val="200"/>
              </a:spcBef>
              <a:spcAft>
                <a:spcPts val="0"/>
              </a:spcAft>
              <a:buClr>
                <a:schemeClr val="dk1"/>
              </a:buClr>
              <a:buSzPts val="1000"/>
              <a:buNone/>
              <a:defRPr sz="1000"/>
            </a:lvl9pPr>
          </a:lstStyle>
          <a:p/>
        </p:txBody>
      </p:sp>
      <p:sp>
        <p:nvSpPr>
          <p:cNvPr id="62" name="Google Shape;62;p9"/>
          <p:cNvSpPr txBox="1"/>
          <p:nvPr>
            <p:ph idx="10" type="dt"/>
          </p:nvPr>
        </p:nvSpPr>
        <p:spPr>
          <a:xfrm>
            <a:off x="534600" y="7007306"/>
            <a:ext cx="2494800" cy="402300"/>
          </a:xfrm>
          <a:prstGeom prst="rect">
            <a:avLst/>
          </a:prstGeom>
          <a:noFill/>
          <a:ln>
            <a:noFill/>
          </a:ln>
        </p:spPr>
        <p:txBody>
          <a:bodyPr anchorCtr="0" anchor="ctr" bIns="49450" lIns="98950" spcFirstLastPara="1" rIns="98950" wrap="square" tIns="49450">
            <a:noAutofit/>
          </a:bodyPr>
          <a:lstStyle>
            <a:lvl1pPr lvl="0" algn="l">
              <a:spcBef>
                <a:spcPts val="0"/>
              </a:spcBef>
              <a:spcAft>
                <a:spcPts val="0"/>
              </a:spcAft>
              <a:buSzPts val="1500"/>
              <a:buNone/>
              <a:defRPr/>
            </a:lvl1pPr>
            <a:lvl2pPr lvl="1" algn="l">
              <a:spcBef>
                <a:spcPts val="0"/>
              </a:spcBef>
              <a:spcAft>
                <a:spcPts val="0"/>
              </a:spcAft>
              <a:buSzPts val="1500"/>
              <a:buNone/>
              <a:defRPr/>
            </a:lvl2pPr>
            <a:lvl3pPr lvl="2" algn="l">
              <a:spcBef>
                <a:spcPts val="0"/>
              </a:spcBef>
              <a:spcAft>
                <a:spcPts val="0"/>
              </a:spcAft>
              <a:buSzPts val="1500"/>
              <a:buNone/>
              <a:defRPr/>
            </a:lvl3pPr>
            <a:lvl4pPr lvl="3" algn="l">
              <a:spcBef>
                <a:spcPts val="0"/>
              </a:spcBef>
              <a:spcAft>
                <a:spcPts val="0"/>
              </a:spcAft>
              <a:buSzPts val="1500"/>
              <a:buNone/>
              <a:defRPr/>
            </a:lvl4pPr>
            <a:lvl5pPr lvl="4" algn="l">
              <a:spcBef>
                <a:spcPts val="0"/>
              </a:spcBef>
              <a:spcAft>
                <a:spcPts val="0"/>
              </a:spcAft>
              <a:buSzPts val="1500"/>
              <a:buNone/>
              <a:defRPr/>
            </a:lvl5pPr>
            <a:lvl6pPr lvl="5" algn="l">
              <a:spcBef>
                <a:spcPts val="0"/>
              </a:spcBef>
              <a:spcAft>
                <a:spcPts val="0"/>
              </a:spcAft>
              <a:buSzPts val="1500"/>
              <a:buNone/>
              <a:defRPr/>
            </a:lvl6pPr>
            <a:lvl7pPr lvl="6" algn="l">
              <a:spcBef>
                <a:spcPts val="0"/>
              </a:spcBef>
              <a:spcAft>
                <a:spcPts val="0"/>
              </a:spcAft>
              <a:buSzPts val="1500"/>
              <a:buNone/>
              <a:defRPr/>
            </a:lvl7pPr>
            <a:lvl8pPr lvl="7" algn="l">
              <a:spcBef>
                <a:spcPts val="0"/>
              </a:spcBef>
              <a:spcAft>
                <a:spcPts val="0"/>
              </a:spcAft>
              <a:buSzPts val="1500"/>
              <a:buNone/>
              <a:defRPr/>
            </a:lvl8pPr>
            <a:lvl9pPr lvl="8" algn="l">
              <a:spcBef>
                <a:spcPts val="0"/>
              </a:spcBef>
              <a:spcAft>
                <a:spcPts val="0"/>
              </a:spcAft>
              <a:buSzPts val="1500"/>
              <a:buNone/>
              <a:defRPr/>
            </a:lvl9pPr>
          </a:lstStyle>
          <a:p/>
        </p:txBody>
      </p:sp>
      <p:sp>
        <p:nvSpPr>
          <p:cNvPr id="63" name="Google Shape;63;p9"/>
          <p:cNvSpPr txBox="1"/>
          <p:nvPr>
            <p:ph idx="11" type="ftr"/>
          </p:nvPr>
        </p:nvSpPr>
        <p:spPr>
          <a:xfrm>
            <a:off x="3653100" y="7007306"/>
            <a:ext cx="3385800" cy="402300"/>
          </a:xfrm>
          <a:prstGeom prst="rect">
            <a:avLst/>
          </a:prstGeom>
          <a:noFill/>
          <a:ln>
            <a:noFill/>
          </a:ln>
        </p:spPr>
        <p:txBody>
          <a:bodyPr anchorCtr="0" anchor="ctr" bIns="49450" lIns="98950" spcFirstLastPara="1" rIns="98950" wrap="square" tIns="49450">
            <a:noAutofit/>
          </a:bodyPr>
          <a:lstStyle>
            <a:lvl1pPr lvl="0" algn="ctr">
              <a:spcBef>
                <a:spcPts val="0"/>
              </a:spcBef>
              <a:spcAft>
                <a:spcPts val="0"/>
              </a:spcAft>
              <a:buSzPts val="1500"/>
              <a:buNone/>
              <a:defRPr/>
            </a:lvl1pPr>
            <a:lvl2pPr lvl="1" algn="l">
              <a:spcBef>
                <a:spcPts val="0"/>
              </a:spcBef>
              <a:spcAft>
                <a:spcPts val="0"/>
              </a:spcAft>
              <a:buSzPts val="1500"/>
              <a:buNone/>
              <a:defRPr/>
            </a:lvl2pPr>
            <a:lvl3pPr lvl="2" algn="l">
              <a:spcBef>
                <a:spcPts val="0"/>
              </a:spcBef>
              <a:spcAft>
                <a:spcPts val="0"/>
              </a:spcAft>
              <a:buSzPts val="1500"/>
              <a:buNone/>
              <a:defRPr/>
            </a:lvl3pPr>
            <a:lvl4pPr lvl="3" algn="l">
              <a:spcBef>
                <a:spcPts val="0"/>
              </a:spcBef>
              <a:spcAft>
                <a:spcPts val="0"/>
              </a:spcAft>
              <a:buSzPts val="1500"/>
              <a:buNone/>
              <a:defRPr/>
            </a:lvl4pPr>
            <a:lvl5pPr lvl="4" algn="l">
              <a:spcBef>
                <a:spcPts val="0"/>
              </a:spcBef>
              <a:spcAft>
                <a:spcPts val="0"/>
              </a:spcAft>
              <a:buSzPts val="1500"/>
              <a:buNone/>
              <a:defRPr/>
            </a:lvl5pPr>
            <a:lvl6pPr lvl="5" algn="l">
              <a:spcBef>
                <a:spcPts val="0"/>
              </a:spcBef>
              <a:spcAft>
                <a:spcPts val="0"/>
              </a:spcAft>
              <a:buSzPts val="1500"/>
              <a:buNone/>
              <a:defRPr/>
            </a:lvl6pPr>
            <a:lvl7pPr lvl="6" algn="l">
              <a:spcBef>
                <a:spcPts val="0"/>
              </a:spcBef>
              <a:spcAft>
                <a:spcPts val="0"/>
              </a:spcAft>
              <a:buSzPts val="1500"/>
              <a:buNone/>
              <a:defRPr/>
            </a:lvl7pPr>
            <a:lvl8pPr lvl="7" algn="l">
              <a:spcBef>
                <a:spcPts val="0"/>
              </a:spcBef>
              <a:spcAft>
                <a:spcPts val="0"/>
              </a:spcAft>
              <a:buSzPts val="1500"/>
              <a:buNone/>
              <a:defRPr/>
            </a:lvl8pPr>
            <a:lvl9pPr lvl="8" algn="l">
              <a:spcBef>
                <a:spcPts val="0"/>
              </a:spcBef>
              <a:spcAft>
                <a:spcPts val="0"/>
              </a:spcAft>
              <a:buSzPts val="1500"/>
              <a:buNone/>
              <a:defRPr/>
            </a:lvl9pPr>
          </a:lstStyle>
          <a:p/>
        </p:txBody>
      </p:sp>
      <p:sp>
        <p:nvSpPr>
          <p:cNvPr id="64" name="Google Shape;64;p9"/>
          <p:cNvSpPr txBox="1"/>
          <p:nvPr>
            <p:ph idx="12" type="sldNum"/>
          </p:nvPr>
        </p:nvSpPr>
        <p:spPr>
          <a:xfrm>
            <a:off x="7662600" y="7007306"/>
            <a:ext cx="2494800" cy="402300"/>
          </a:xfrm>
          <a:prstGeom prst="rect">
            <a:avLst/>
          </a:prstGeom>
          <a:noFill/>
          <a:ln>
            <a:noFill/>
          </a:ln>
        </p:spPr>
        <p:txBody>
          <a:bodyPr anchorCtr="0" anchor="ctr" bIns="49450" lIns="98950" spcFirstLastPara="1" rIns="98950" wrap="square" tIns="49450">
            <a:noAutofit/>
          </a:bodyPr>
          <a:lstStyle>
            <a:lvl1pPr indent="0" lvl="0" marL="0" marR="0" algn="r">
              <a:spcBef>
                <a:spcPts val="0"/>
              </a:spcBef>
              <a:spcAft>
                <a:spcPts val="0"/>
              </a:spcAft>
              <a:buNone/>
              <a:defRPr sz="1300">
                <a:solidFill>
                  <a:srgbClr val="898989"/>
                </a:solidFill>
                <a:latin typeface="Calibri"/>
                <a:ea typeface="Calibri"/>
                <a:cs typeface="Calibri"/>
                <a:sym typeface="Calibri"/>
              </a:defRPr>
            </a:lvl1pPr>
            <a:lvl2pPr indent="0" lvl="1" marL="0" marR="0" algn="r">
              <a:spcBef>
                <a:spcPts val="0"/>
              </a:spcBef>
              <a:spcAft>
                <a:spcPts val="0"/>
              </a:spcAft>
              <a:buNone/>
              <a:defRPr sz="1300">
                <a:solidFill>
                  <a:srgbClr val="898989"/>
                </a:solidFill>
                <a:latin typeface="Calibri"/>
                <a:ea typeface="Calibri"/>
                <a:cs typeface="Calibri"/>
                <a:sym typeface="Calibri"/>
              </a:defRPr>
            </a:lvl2pPr>
            <a:lvl3pPr indent="0" lvl="2" marL="0" marR="0" algn="r">
              <a:spcBef>
                <a:spcPts val="0"/>
              </a:spcBef>
              <a:spcAft>
                <a:spcPts val="0"/>
              </a:spcAft>
              <a:buNone/>
              <a:defRPr sz="1300">
                <a:solidFill>
                  <a:srgbClr val="898989"/>
                </a:solidFill>
                <a:latin typeface="Calibri"/>
                <a:ea typeface="Calibri"/>
                <a:cs typeface="Calibri"/>
                <a:sym typeface="Calibri"/>
              </a:defRPr>
            </a:lvl3pPr>
            <a:lvl4pPr indent="0" lvl="3" marL="0" marR="0" algn="r">
              <a:spcBef>
                <a:spcPts val="0"/>
              </a:spcBef>
              <a:spcAft>
                <a:spcPts val="0"/>
              </a:spcAft>
              <a:buNone/>
              <a:defRPr sz="1300">
                <a:solidFill>
                  <a:srgbClr val="898989"/>
                </a:solidFill>
                <a:latin typeface="Calibri"/>
                <a:ea typeface="Calibri"/>
                <a:cs typeface="Calibri"/>
                <a:sym typeface="Calibri"/>
              </a:defRPr>
            </a:lvl4pPr>
            <a:lvl5pPr indent="0" lvl="4" marL="0" marR="0" algn="r">
              <a:spcBef>
                <a:spcPts val="0"/>
              </a:spcBef>
              <a:spcAft>
                <a:spcPts val="0"/>
              </a:spcAft>
              <a:buNone/>
              <a:defRPr sz="1300">
                <a:solidFill>
                  <a:srgbClr val="898989"/>
                </a:solidFill>
                <a:latin typeface="Calibri"/>
                <a:ea typeface="Calibri"/>
                <a:cs typeface="Calibri"/>
                <a:sym typeface="Calibri"/>
              </a:defRPr>
            </a:lvl5pPr>
            <a:lvl6pPr indent="0" lvl="5" marL="0" marR="0" algn="r">
              <a:spcBef>
                <a:spcPts val="0"/>
              </a:spcBef>
              <a:spcAft>
                <a:spcPts val="0"/>
              </a:spcAft>
              <a:buNone/>
              <a:defRPr sz="1300">
                <a:solidFill>
                  <a:srgbClr val="898989"/>
                </a:solidFill>
                <a:latin typeface="Calibri"/>
                <a:ea typeface="Calibri"/>
                <a:cs typeface="Calibri"/>
                <a:sym typeface="Calibri"/>
              </a:defRPr>
            </a:lvl6pPr>
            <a:lvl7pPr indent="0" lvl="6" marL="0" marR="0" algn="r">
              <a:spcBef>
                <a:spcPts val="0"/>
              </a:spcBef>
              <a:spcAft>
                <a:spcPts val="0"/>
              </a:spcAft>
              <a:buNone/>
              <a:defRPr sz="1300">
                <a:solidFill>
                  <a:srgbClr val="898989"/>
                </a:solidFill>
                <a:latin typeface="Calibri"/>
                <a:ea typeface="Calibri"/>
                <a:cs typeface="Calibri"/>
                <a:sym typeface="Calibri"/>
              </a:defRPr>
            </a:lvl7pPr>
            <a:lvl8pPr indent="0" lvl="7" marL="0" marR="0" algn="r">
              <a:spcBef>
                <a:spcPts val="0"/>
              </a:spcBef>
              <a:spcAft>
                <a:spcPts val="0"/>
              </a:spcAft>
              <a:buNone/>
              <a:defRPr sz="1300">
                <a:solidFill>
                  <a:srgbClr val="898989"/>
                </a:solidFill>
                <a:latin typeface="Calibri"/>
                <a:ea typeface="Calibri"/>
                <a:cs typeface="Calibri"/>
                <a:sym typeface="Calibri"/>
              </a:defRPr>
            </a:lvl8pPr>
            <a:lvl9pPr indent="0" lvl="8" marL="0" marR="0" algn="r">
              <a:spcBef>
                <a:spcPts val="0"/>
              </a:spcBef>
              <a:spcAft>
                <a:spcPts val="0"/>
              </a:spcAft>
              <a:buNone/>
              <a:defRPr sz="13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2095706" y="5223094"/>
            <a:ext cx="6415200" cy="616500"/>
          </a:xfrm>
          <a:prstGeom prst="rect">
            <a:avLst/>
          </a:prstGeom>
          <a:noFill/>
          <a:ln>
            <a:noFill/>
          </a:ln>
        </p:spPr>
        <p:txBody>
          <a:bodyPr anchorCtr="0" anchor="b" bIns="49450" lIns="98950" spcFirstLastPara="1" rIns="98950" wrap="square" tIns="49450">
            <a:noAutofit/>
          </a:bodyPr>
          <a:lstStyle>
            <a:lvl1pPr lvl="0" algn="l">
              <a:spcBef>
                <a:spcPts val="0"/>
              </a:spcBef>
              <a:spcAft>
                <a:spcPts val="0"/>
              </a:spcAft>
              <a:buSzPts val="1500"/>
              <a:buNone/>
              <a:defRPr b="1" sz="2200"/>
            </a:lvl1pPr>
            <a:lvl2pPr lvl="1" algn="ctr">
              <a:spcBef>
                <a:spcPts val="0"/>
              </a:spcBef>
              <a:spcAft>
                <a:spcPts val="0"/>
              </a:spcAft>
              <a:buSzPts val="1500"/>
              <a:buNone/>
              <a:defRPr/>
            </a:lvl2pPr>
            <a:lvl3pPr lvl="2" algn="ctr">
              <a:spcBef>
                <a:spcPts val="0"/>
              </a:spcBef>
              <a:spcAft>
                <a:spcPts val="0"/>
              </a:spcAft>
              <a:buSzPts val="1500"/>
              <a:buNone/>
              <a:defRPr/>
            </a:lvl3pPr>
            <a:lvl4pPr lvl="3" algn="ctr">
              <a:spcBef>
                <a:spcPts val="0"/>
              </a:spcBef>
              <a:spcAft>
                <a:spcPts val="0"/>
              </a:spcAft>
              <a:buSzPts val="1500"/>
              <a:buNone/>
              <a:defRPr/>
            </a:lvl4pPr>
            <a:lvl5pPr lvl="4" algn="ctr">
              <a:spcBef>
                <a:spcPts val="0"/>
              </a:spcBef>
              <a:spcAft>
                <a:spcPts val="0"/>
              </a:spcAft>
              <a:buSzPts val="1500"/>
              <a:buNone/>
              <a:defRPr/>
            </a:lvl5pPr>
            <a:lvl6pPr lvl="5" algn="ctr">
              <a:spcBef>
                <a:spcPts val="0"/>
              </a:spcBef>
              <a:spcAft>
                <a:spcPts val="0"/>
              </a:spcAft>
              <a:buSzPts val="1500"/>
              <a:buNone/>
              <a:defRPr/>
            </a:lvl6pPr>
            <a:lvl7pPr lvl="6" algn="ctr">
              <a:spcBef>
                <a:spcPts val="0"/>
              </a:spcBef>
              <a:spcAft>
                <a:spcPts val="0"/>
              </a:spcAft>
              <a:buSzPts val="1500"/>
              <a:buNone/>
              <a:defRPr/>
            </a:lvl7pPr>
            <a:lvl8pPr lvl="7" algn="ctr">
              <a:spcBef>
                <a:spcPts val="0"/>
              </a:spcBef>
              <a:spcAft>
                <a:spcPts val="0"/>
              </a:spcAft>
              <a:buSzPts val="1500"/>
              <a:buNone/>
              <a:defRPr/>
            </a:lvl8pPr>
            <a:lvl9pPr lvl="8" algn="ctr">
              <a:spcBef>
                <a:spcPts val="0"/>
              </a:spcBef>
              <a:spcAft>
                <a:spcPts val="0"/>
              </a:spcAft>
              <a:buSzPts val="1500"/>
              <a:buNone/>
              <a:defRPr/>
            </a:lvl9pPr>
          </a:lstStyle>
          <a:p/>
        </p:txBody>
      </p:sp>
      <p:sp>
        <p:nvSpPr>
          <p:cNvPr id="67" name="Google Shape;67;p10"/>
          <p:cNvSpPr/>
          <p:nvPr>
            <p:ph idx="2" type="pic"/>
          </p:nvPr>
        </p:nvSpPr>
        <p:spPr>
          <a:xfrm>
            <a:off x="2095706" y="666704"/>
            <a:ext cx="6415200" cy="4476900"/>
          </a:xfrm>
          <a:prstGeom prst="rect">
            <a:avLst/>
          </a:prstGeom>
          <a:noFill/>
          <a:ln>
            <a:noFill/>
          </a:ln>
        </p:spPr>
        <p:txBody>
          <a:bodyPr anchorCtr="0" anchor="t" bIns="49450" lIns="98950" spcFirstLastPara="1" rIns="98950" wrap="square" tIns="49450">
            <a:noAutofit/>
          </a:bodyPr>
          <a:lstStyle>
            <a:lvl1pPr lvl="0" marR="0" rtl="0" algn="l">
              <a:spcBef>
                <a:spcPts val="700"/>
              </a:spcBef>
              <a:spcAft>
                <a:spcPts val="0"/>
              </a:spcAft>
              <a:buClr>
                <a:schemeClr val="dk1"/>
              </a:buClr>
              <a:buSzPts val="3500"/>
              <a:buFont typeface="Arial"/>
              <a:buNone/>
              <a:defRPr b="0" i="0" sz="3500" u="none" cap="none" strike="noStrike">
                <a:solidFill>
                  <a:schemeClr val="dk1"/>
                </a:solidFill>
                <a:latin typeface="Calibri"/>
                <a:ea typeface="Calibri"/>
                <a:cs typeface="Calibri"/>
                <a:sym typeface="Calibri"/>
              </a:defRPr>
            </a:lvl1pPr>
            <a:lvl2pPr lvl="1" marR="0" rtl="0" algn="l">
              <a:spcBef>
                <a:spcPts val="600"/>
              </a:spcBef>
              <a:spcAft>
                <a:spcPts val="0"/>
              </a:spcAft>
              <a:buClr>
                <a:schemeClr val="dk1"/>
              </a:buClr>
              <a:buSzPts val="3000"/>
              <a:buFont typeface="Arial"/>
              <a:buNone/>
              <a:defRPr b="0" i="0" sz="3000" u="none" cap="none" strike="noStrike">
                <a:solidFill>
                  <a:schemeClr val="dk1"/>
                </a:solidFill>
                <a:latin typeface="Calibri"/>
                <a:ea typeface="Calibri"/>
                <a:cs typeface="Calibri"/>
                <a:sym typeface="Calibri"/>
              </a:defRPr>
            </a:lvl2pPr>
            <a:lvl3pPr lvl="2" marR="0" rtl="0" algn="l">
              <a:spcBef>
                <a:spcPts val="500"/>
              </a:spcBef>
              <a:spcAft>
                <a:spcPts val="0"/>
              </a:spcAft>
              <a:buClr>
                <a:schemeClr val="dk1"/>
              </a:buClr>
              <a:buSzPts val="2600"/>
              <a:buFont typeface="Arial"/>
              <a:buNone/>
              <a:defRPr b="0" i="0" sz="2600" u="none" cap="none" strike="noStrike">
                <a:solidFill>
                  <a:schemeClr val="dk1"/>
                </a:solidFill>
                <a:latin typeface="Calibri"/>
                <a:ea typeface="Calibri"/>
                <a:cs typeface="Calibri"/>
                <a:sym typeface="Calibri"/>
              </a:defRPr>
            </a:lvl3pPr>
            <a:lvl4pPr lvl="3" marR="0" rtl="0" algn="l">
              <a:spcBef>
                <a:spcPts val="400"/>
              </a:spcBef>
              <a:spcAft>
                <a:spcPts val="0"/>
              </a:spcAft>
              <a:buClr>
                <a:schemeClr val="dk1"/>
              </a:buClr>
              <a:buSzPts val="2200"/>
              <a:buFont typeface="Arial"/>
              <a:buNone/>
              <a:defRPr b="0" i="0" sz="2200" u="none" cap="none" strike="noStrike">
                <a:solidFill>
                  <a:schemeClr val="dk1"/>
                </a:solidFill>
                <a:latin typeface="Calibri"/>
                <a:ea typeface="Calibri"/>
                <a:cs typeface="Calibri"/>
                <a:sym typeface="Calibri"/>
              </a:defRPr>
            </a:lvl4pPr>
            <a:lvl5pPr lvl="4" marR="0" rtl="0" algn="l">
              <a:spcBef>
                <a:spcPts val="400"/>
              </a:spcBef>
              <a:spcAft>
                <a:spcPts val="0"/>
              </a:spcAft>
              <a:buClr>
                <a:schemeClr val="dk1"/>
              </a:buClr>
              <a:buSzPts val="2200"/>
              <a:buFont typeface="Arial"/>
              <a:buNone/>
              <a:defRPr b="0" i="0" sz="2200" u="none" cap="none" strike="noStrike">
                <a:solidFill>
                  <a:schemeClr val="dk1"/>
                </a:solidFill>
                <a:latin typeface="Calibri"/>
                <a:ea typeface="Calibri"/>
                <a:cs typeface="Calibri"/>
                <a:sym typeface="Calibri"/>
              </a:defRPr>
            </a:lvl5pPr>
            <a:lvl6pPr lvl="5" marR="0" rtl="0" algn="l">
              <a:spcBef>
                <a:spcPts val="400"/>
              </a:spcBef>
              <a:spcAft>
                <a:spcPts val="0"/>
              </a:spcAft>
              <a:buClr>
                <a:schemeClr val="dk1"/>
              </a:buClr>
              <a:buSzPts val="2200"/>
              <a:buFont typeface="Arial"/>
              <a:buNone/>
              <a:defRPr b="0" i="0" sz="2200" u="none" cap="none" strike="noStrike">
                <a:solidFill>
                  <a:schemeClr val="dk1"/>
                </a:solidFill>
                <a:latin typeface="Calibri"/>
                <a:ea typeface="Calibri"/>
                <a:cs typeface="Calibri"/>
                <a:sym typeface="Calibri"/>
              </a:defRPr>
            </a:lvl6pPr>
            <a:lvl7pPr lvl="6" marR="0" rtl="0" algn="l">
              <a:spcBef>
                <a:spcPts val="400"/>
              </a:spcBef>
              <a:spcAft>
                <a:spcPts val="0"/>
              </a:spcAft>
              <a:buClr>
                <a:schemeClr val="dk1"/>
              </a:buClr>
              <a:buSzPts val="2200"/>
              <a:buFont typeface="Arial"/>
              <a:buNone/>
              <a:defRPr b="0" i="0" sz="2200" u="none" cap="none" strike="noStrike">
                <a:solidFill>
                  <a:schemeClr val="dk1"/>
                </a:solidFill>
                <a:latin typeface="Calibri"/>
                <a:ea typeface="Calibri"/>
                <a:cs typeface="Calibri"/>
                <a:sym typeface="Calibri"/>
              </a:defRPr>
            </a:lvl7pPr>
            <a:lvl8pPr lvl="7" marR="0" rtl="0" algn="l">
              <a:spcBef>
                <a:spcPts val="400"/>
              </a:spcBef>
              <a:spcAft>
                <a:spcPts val="0"/>
              </a:spcAft>
              <a:buClr>
                <a:schemeClr val="dk1"/>
              </a:buClr>
              <a:buSzPts val="2200"/>
              <a:buFont typeface="Arial"/>
              <a:buNone/>
              <a:defRPr b="0" i="0" sz="2200" u="none" cap="none" strike="noStrike">
                <a:solidFill>
                  <a:schemeClr val="dk1"/>
                </a:solidFill>
                <a:latin typeface="Calibri"/>
                <a:ea typeface="Calibri"/>
                <a:cs typeface="Calibri"/>
                <a:sym typeface="Calibri"/>
              </a:defRPr>
            </a:lvl8pPr>
            <a:lvl9pPr lvl="8" marR="0" rtl="0" algn="l">
              <a:spcBef>
                <a:spcPts val="400"/>
              </a:spcBef>
              <a:spcAft>
                <a:spcPts val="0"/>
              </a:spcAft>
              <a:buClr>
                <a:schemeClr val="dk1"/>
              </a:buClr>
              <a:buSzPts val="2200"/>
              <a:buFont typeface="Arial"/>
              <a:buNone/>
              <a:defRPr b="0" i="0" sz="2200" u="none" cap="none" strike="noStrike">
                <a:solidFill>
                  <a:schemeClr val="dk1"/>
                </a:solidFill>
                <a:latin typeface="Calibri"/>
                <a:ea typeface="Calibri"/>
                <a:cs typeface="Calibri"/>
                <a:sym typeface="Calibri"/>
              </a:defRPr>
            </a:lvl9pPr>
          </a:lstStyle>
          <a:p/>
        </p:txBody>
      </p:sp>
      <p:sp>
        <p:nvSpPr>
          <p:cNvPr id="68" name="Google Shape;68;p10"/>
          <p:cNvSpPr txBox="1"/>
          <p:nvPr>
            <p:ph idx="1" type="body"/>
          </p:nvPr>
        </p:nvSpPr>
        <p:spPr>
          <a:xfrm>
            <a:off x="2095706" y="5839709"/>
            <a:ext cx="6415200" cy="875700"/>
          </a:xfrm>
          <a:prstGeom prst="rect">
            <a:avLst/>
          </a:prstGeom>
          <a:noFill/>
          <a:ln>
            <a:noFill/>
          </a:ln>
        </p:spPr>
        <p:txBody>
          <a:bodyPr anchorCtr="0" anchor="t" bIns="49450" lIns="98950" spcFirstLastPara="1" rIns="98950" wrap="square" tIns="49450">
            <a:noAutofit/>
          </a:bodyPr>
          <a:lstStyle>
            <a:lvl1pPr indent="-228600" lvl="0" marL="457200" algn="l">
              <a:spcBef>
                <a:spcPts val="300"/>
              </a:spcBef>
              <a:spcAft>
                <a:spcPts val="0"/>
              </a:spcAft>
              <a:buClr>
                <a:schemeClr val="dk1"/>
              </a:buClr>
              <a:buSzPts val="1500"/>
              <a:buNone/>
              <a:defRPr sz="1500"/>
            </a:lvl1pPr>
            <a:lvl2pPr indent="-228600" lvl="1" marL="914400" algn="l">
              <a:spcBef>
                <a:spcPts val="300"/>
              </a:spcBef>
              <a:spcAft>
                <a:spcPts val="0"/>
              </a:spcAft>
              <a:buClr>
                <a:schemeClr val="dk1"/>
              </a:buClr>
              <a:buSzPts val="1300"/>
              <a:buNone/>
              <a:defRPr sz="1300"/>
            </a:lvl2pPr>
            <a:lvl3pPr indent="-228600" lvl="2" marL="1371600" algn="l">
              <a:spcBef>
                <a:spcPts val="200"/>
              </a:spcBef>
              <a:spcAft>
                <a:spcPts val="0"/>
              </a:spcAft>
              <a:buClr>
                <a:schemeClr val="dk1"/>
              </a:buClr>
              <a:buSzPts val="1100"/>
              <a:buNone/>
              <a:defRPr sz="1100"/>
            </a:lvl3pPr>
            <a:lvl4pPr indent="-228600" lvl="3" marL="1828800" algn="l">
              <a:spcBef>
                <a:spcPts val="200"/>
              </a:spcBef>
              <a:spcAft>
                <a:spcPts val="0"/>
              </a:spcAft>
              <a:buClr>
                <a:schemeClr val="dk1"/>
              </a:buClr>
              <a:buSzPts val="1000"/>
              <a:buNone/>
              <a:defRPr sz="1000"/>
            </a:lvl4pPr>
            <a:lvl5pPr indent="-228600" lvl="4" marL="2286000" algn="l">
              <a:spcBef>
                <a:spcPts val="200"/>
              </a:spcBef>
              <a:spcAft>
                <a:spcPts val="0"/>
              </a:spcAft>
              <a:buClr>
                <a:schemeClr val="dk1"/>
              </a:buClr>
              <a:buSzPts val="1000"/>
              <a:buNone/>
              <a:defRPr sz="1000"/>
            </a:lvl5pPr>
            <a:lvl6pPr indent="-228600" lvl="5" marL="2743200" algn="l">
              <a:spcBef>
                <a:spcPts val="200"/>
              </a:spcBef>
              <a:spcAft>
                <a:spcPts val="0"/>
              </a:spcAft>
              <a:buClr>
                <a:schemeClr val="dk1"/>
              </a:buClr>
              <a:buSzPts val="1000"/>
              <a:buNone/>
              <a:defRPr sz="1000"/>
            </a:lvl6pPr>
            <a:lvl7pPr indent="-228600" lvl="6" marL="3200400" algn="l">
              <a:spcBef>
                <a:spcPts val="200"/>
              </a:spcBef>
              <a:spcAft>
                <a:spcPts val="0"/>
              </a:spcAft>
              <a:buClr>
                <a:schemeClr val="dk1"/>
              </a:buClr>
              <a:buSzPts val="1000"/>
              <a:buNone/>
              <a:defRPr sz="1000"/>
            </a:lvl7pPr>
            <a:lvl8pPr indent="-228600" lvl="7" marL="3657600" algn="l">
              <a:spcBef>
                <a:spcPts val="200"/>
              </a:spcBef>
              <a:spcAft>
                <a:spcPts val="0"/>
              </a:spcAft>
              <a:buClr>
                <a:schemeClr val="dk1"/>
              </a:buClr>
              <a:buSzPts val="1000"/>
              <a:buNone/>
              <a:defRPr sz="1000"/>
            </a:lvl8pPr>
            <a:lvl9pPr indent="-228600" lvl="8" marL="4114800" algn="l">
              <a:spcBef>
                <a:spcPts val="200"/>
              </a:spcBef>
              <a:spcAft>
                <a:spcPts val="0"/>
              </a:spcAft>
              <a:buClr>
                <a:schemeClr val="dk1"/>
              </a:buClr>
              <a:buSzPts val="1000"/>
              <a:buNone/>
              <a:defRPr sz="1000"/>
            </a:lvl9pPr>
          </a:lstStyle>
          <a:p/>
        </p:txBody>
      </p:sp>
      <p:sp>
        <p:nvSpPr>
          <p:cNvPr id="69" name="Google Shape;69;p10"/>
          <p:cNvSpPr txBox="1"/>
          <p:nvPr>
            <p:ph idx="10" type="dt"/>
          </p:nvPr>
        </p:nvSpPr>
        <p:spPr>
          <a:xfrm>
            <a:off x="534600" y="7007306"/>
            <a:ext cx="2494800" cy="402300"/>
          </a:xfrm>
          <a:prstGeom prst="rect">
            <a:avLst/>
          </a:prstGeom>
          <a:noFill/>
          <a:ln>
            <a:noFill/>
          </a:ln>
        </p:spPr>
        <p:txBody>
          <a:bodyPr anchorCtr="0" anchor="ctr" bIns="49450" lIns="98950" spcFirstLastPara="1" rIns="98950" wrap="square" tIns="49450">
            <a:noAutofit/>
          </a:bodyPr>
          <a:lstStyle>
            <a:lvl1pPr lvl="0" algn="l">
              <a:spcBef>
                <a:spcPts val="0"/>
              </a:spcBef>
              <a:spcAft>
                <a:spcPts val="0"/>
              </a:spcAft>
              <a:buSzPts val="1500"/>
              <a:buNone/>
              <a:defRPr/>
            </a:lvl1pPr>
            <a:lvl2pPr lvl="1" algn="l">
              <a:spcBef>
                <a:spcPts val="0"/>
              </a:spcBef>
              <a:spcAft>
                <a:spcPts val="0"/>
              </a:spcAft>
              <a:buSzPts val="1500"/>
              <a:buNone/>
              <a:defRPr/>
            </a:lvl2pPr>
            <a:lvl3pPr lvl="2" algn="l">
              <a:spcBef>
                <a:spcPts val="0"/>
              </a:spcBef>
              <a:spcAft>
                <a:spcPts val="0"/>
              </a:spcAft>
              <a:buSzPts val="1500"/>
              <a:buNone/>
              <a:defRPr/>
            </a:lvl3pPr>
            <a:lvl4pPr lvl="3" algn="l">
              <a:spcBef>
                <a:spcPts val="0"/>
              </a:spcBef>
              <a:spcAft>
                <a:spcPts val="0"/>
              </a:spcAft>
              <a:buSzPts val="1500"/>
              <a:buNone/>
              <a:defRPr/>
            </a:lvl4pPr>
            <a:lvl5pPr lvl="4" algn="l">
              <a:spcBef>
                <a:spcPts val="0"/>
              </a:spcBef>
              <a:spcAft>
                <a:spcPts val="0"/>
              </a:spcAft>
              <a:buSzPts val="1500"/>
              <a:buNone/>
              <a:defRPr/>
            </a:lvl5pPr>
            <a:lvl6pPr lvl="5" algn="l">
              <a:spcBef>
                <a:spcPts val="0"/>
              </a:spcBef>
              <a:spcAft>
                <a:spcPts val="0"/>
              </a:spcAft>
              <a:buSzPts val="1500"/>
              <a:buNone/>
              <a:defRPr/>
            </a:lvl6pPr>
            <a:lvl7pPr lvl="6" algn="l">
              <a:spcBef>
                <a:spcPts val="0"/>
              </a:spcBef>
              <a:spcAft>
                <a:spcPts val="0"/>
              </a:spcAft>
              <a:buSzPts val="1500"/>
              <a:buNone/>
              <a:defRPr/>
            </a:lvl7pPr>
            <a:lvl8pPr lvl="7" algn="l">
              <a:spcBef>
                <a:spcPts val="0"/>
              </a:spcBef>
              <a:spcAft>
                <a:spcPts val="0"/>
              </a:spcAft>
              <a:buSzPts val="1500"/>
              <a:buNone/>
              <a:defRPr/>
            </a:lvl8pPr>
            <a:lvl9pPr lvl="8" algn="l">
              <a:spcBef>
                <a:spcPts val="0"/>
              </a:spcBef>
              <a:spcAft>
                <a:spcPts val="0"/>
              </a:spcAft>
              <a:buSzPts val="1500"/>
              <a:buNone/>
              <a:defRPr/>
            </a:lvl9pPr>
          </a:lstStyle>
          <a:p/>
        </p:txBody>
      </p:sp>
      <p:sp>
        <p:nvSpPr>
          <p:cNvPr id="70" name="Google Shape;70;p10"/>
          <p:cNvSpPr txBox="1"/>
          <p:nvPr>
            <p:ph idx="11" type="ftr"/>
          </p:nvPr>
        </p:nvSpPr>
        <p:spPr>
          <a:xfrm>
            <a:off x="3653100" y="7007306"/>
            <a:ext cx="3385800" cy="402300"/>
          </a:xfrm>
          <a:prstGeom prst="rect">
            <a:avLst/>
          </a:prstGeom>
          <a:noFill/>
          <a:ln>
            <a:noFill/>
          </a:ln>
        </p:spPr>
        <p:txBody>
          <a:bodyPr anchorCtr="0" anchor="ctr" bIns="49450" lIns="98950" spcFirstLastPara="1" rIns="98950" wrap="square" tIns="49450">
            <a:noAutofit/>
          </a:bodyPr>
          <a:lstStyle>
            <a:lvl1pPr lvl="0" algn="ctr">
              <a:spcBef>
                <a:spcPts val="0"/>
              </a:spcBef>
              <a:spcAft>
                <a:spcPts val="0"/>
              </a:spcAft>
              <a:buSzPts val="1500"/>
              <a:buNone/>
              <a:defRPr/>
            </a:lvl1pPr>
            <a:lvl2pPr lvl="1" algn="l">
              <a:spcBef>
                <a:spcPts val="0"/>
              </a:spcBef>
              <a:spcAft>
                <a:spcPts val="0"/>
              </a:spcAft>
              <a:buSzPts val="1500"/>
              <a:buNone/>
              <a:defRPr/>
            </a:lvl2pPr>
            <a:lvl3pPr lvl="2" algn="l">
              <a:spcBef>
                <a:spcPts val="0"/>
              </a:spcBef>
              <a:spcAft>
                <a:spcPts val="0"/>
              </a:spcAft>
              <a:buSzPts val="1500"/>
              <a:buNone/>
              <a:defRPr/>
            </a:lvl3pPr>
            <a:lvl4pPr lvl="3" algn="l">
              <a:spcBef>
                <a:spcPts val="0"/>
              </a:spcBef>
              <a:spcAft>
                <a:spcPts val="0"/>
              </a:spcAft>
              <a:buSzPts val="1500"/>
              <a:buNone/>
              <a:defRPr/>
            </a:lvl4pPr>
            <a:lvl5pPr lvl="4" algn="l">
              <a:spcBef>
                <a:spcPts val="0"/>
              </a:spcBef>
              <a:spcAft>
                <a:spcPts val="0"/>
              </a:spcAft>
              <a:buSzPts val="1500"/>
              <a:buNone/>
              <a:defRPr/>
            </a:lvl5pPr>
            <a:lvl6pPr lvl="5" algn="l">
              <a:spcBef>
                <a:spcPts val="0"/>
              </a:spcBef>
              <a:spcAft>
                <a:spcPts val="0"/>
              </a:spcAft>
              <a:buSzPts val="1500"/>
              <a:buNone/>
              <a:defRPr/>
            </a:lvl6pPr>
            <a:lvl7pPr lvl="6" algn="l">
              <a:spcBef>
                <a:spcPts val="0"/>
              </a:spcBef>
              <a:spcAft>
                <a:spcPts val="0"/>
              </a:spcAft>
              <a:buSzPts val="1500"/>
              <a:buNone/>
              <a:defRPr/>
            </a:lvl7pPr>
            <a:lvl8pPr lvl="7" algn="l">
              <a:spcBef>
                <a:spcPts val="0"/>
              </a:spcBef>
              <a:spcAft>
                <a:spcPts val="0"/>
              </a:spcAft>
              <a:buSzPts val="1500"/>
              <a:buNone/>
              <a:defRPr/>
            </a:lvl8pPr>
            <a:lvl9pPr lvl="8" algn="l">
              <a:spcBef>
                <a:spcPts val="0"/>
              </a:spcBef>
              <a:spcAft>
                <a:spcPts val="0"/>
              </a:spcAft>
              <a:buSzPts val="1500"/>
              <a:buNone/>
              <a:defRPr/>
            </a:lvl9pPr>
          </a:lstStyle>
          <a:p/>
        </p:txBody>
      </p:sp>
      <p:sp>
        <p:nvSpPr>
          <p:cNvPr id="71" name="Google Shape;71;p10"/>
          <p:cNvSpPr txBox="1"/>
          <p:nvPr>
            <p:ph idx="12" type="sldNum"/>
          </p:nvPr>
        </p:nvSpPr>
        <p:spPr>
          <a:xfrm>
            <a:off x="7662600" y="7007306"/>
            <a:ext cx="2494800" cy="402300"/>
          </a:xfrm>
          <a:prstGeom prst="rect">
            <a:avLst/>
          </a:prstGeom>
          <a:noFill/>
          <a:ln>
            <a:noFill/>
          </a:ln>
        </p:spPr>
        <p:txBody>
          <a:bodyPr anchorCtr="0" anchor="ctr" bIns="49450" lIns="98950" spcFirstLastPara="1" rIns="98950" wrap="square" tIns="49450">
            <a:noAutofit/>
          </a:bodyPr>
          <a:lstStyle>
            <a:lvl1pPr indent="0" lvl="0" marL="0" marR="0" algn="r">
              <a:spcBef>
                <a:spcPts val="0"/>
              </a:spcBef>
              <a:spcAft>
                <a:spcPts val="0"/>
              </a:spcAft>
              <a:buNone/>
              <a:defRPr sz="1300">
                <a:solidFill>
                  <a:srgbClr val="898989"/>
                </a:solidFill>
                <a:latin typeface="Calibri"/>
                <a:ea typeface="Calibri"/>
                <a:cs typeface="Calibri"/>
                <a:sym typeface="Calibri"/>
              </a:defRPr>
            </a:lvl1pPr>
            <a:lvl2pPr indent="0" lvl="1" marL="0" marR="0" algn="r">
              <a:spcBef>
                <a:spcPts val="0"/>
              </a:spcBef>
              <a:spcAft>
                <a:spcPts val="0"/>
              </a:spcAft>
              <a:buNone/>
              <a:defRPr sz="1300">
                <a:solidFill>
                  <a:srgbClr val="898989"/>
                </a:solidFill>
                <a:latin typeface="Calibri"/>
                <a:ea typeface="Calibri"/>
                <a:cs typeface="Calibri"/>
                <a:sym typeface="Calibri"/>
              </a:defRPr>
            </a:lvl2pPr>
            <a:lvl3pPr indent="0" lvl="2" marL="0" marR="0" algn="r">
              <a:spcBef>
                <a:spcPts val="0"/>
              </a:spcBef>
              <a:spcAft>
                <a:spcPts val="0"/>
              </a:spcAft>
              <a:buNone/>
              <a:defRPr sz="1300">
                <a:solidFill>
                  <a:srgbClr val="898989"/>
                </a:solidFill>
                <a:latin typeface="Calibri"/>
                <a:ea typeface="Calibri"/>
                <a:cs typeface="Calibri"/>
                <a:sym typeface="Calibri"/>
              </a:defRPr>
            </a:lvl3pPr>
            <a:lvl4pPr indent="0" lvl="3" marL="0" marR="0" algn="r">
              <a:spcBef>
                <a:spcPts val="0"/>
              </a:spcBef>
              <a:spcAft>
                <a:spcPts val="0"/>
              </a:spcAft>
              <a:buNone/>
              <a:defRPr sz="1300">
                <a:solidFill>
                  <a:srgbClr val="898989"/>
                </a:solidFill>
                <a:latin typeface="Calibri"/>
                <a:ea typeface="Calibri"/>
                <a:cs typeface="Calibri"/>
                <a:sym typeface="Calibri"/>
              </a:defRPr>
            </a:lvl4pPr>
            <a:lvl5pPr indent="0" lvl="4" marL="0" marR="0" algn="r">
              <a:spcBef>
                <a:spcPts val="0"/>
              </a:spcBef>
              <a:spcAft>
                <a:spcPts val="0"/>
              </a:spcAft>
              <a:buNone/>
              <a:defRPr sz="1300">
                <a:solidFill>
                  <a:srgbClr val="898989"/>
                </a:solidFill>
                <a:latin typeface="Calibri"/>
                <a:ea typeface="Calibri"/>
                <a:cs typeface="Calibri"/>
                <a:sym typeface="Calibri"/>
              </a:defRPr>
            </a:lvl5pPr>
            <a:lvl6pPr indent="0" lvl="5" marL="0" marR="0" algn="r">
              <a:spcBef>
                <a:spcPts val="0"/>
              </a:spcBef>
              <a:spcAft>
                <a:spcPts val="0"/>
              </a:spcAft>
              <a:buNone/>
              <a:defRPr sz="1300">
                <a:solidFill>
                  <a:srgbClr val="898989"/>
                </a:solidFill>
                <a:latin typeface="Calibri"/>
                <a:ea typeface="Calibri"/>
                <a:cs typeface="Calibri"/>
                <a:sym typeface="Calibri"/>
              </a:defRPr>
            </a:lvl6pPr>
            <a:lvl7pPr indent="0" lvl="6" marL="0" marR="0" algn="r">
              <a:spcBef>
                <a:spcPts val="0"/>
              </a:spcBef>
              <a:spcAft>
                <a:spcPts val="0"/>
              </a:spcAft>
              <a:buNone/>
              <a:defRPr sz="1300">
                <a:solidFill>
                  <a:srgbClr val="898989"/>
                </a:solidFill>
                <a:latin typeface="Calibri"/>
                <a:ea typeface="Calibri"/>
                <a:cs typeface="Calibri"/>
                <a:sym typeface="Calibri"/>
              </a:defRPr>
            </a:lvl7pPr>
            <a:lvl8pPr indent="0" lvl="7" marL="0" marR="0" algn="r">
              <a:spcBef>
                <a:spcPts val="0"/>
              </a:spcBef>
              <a:spcAft>
                <a:spcPts val="0"/>
              </a:spcAft>
              <a:buNone/>
              <a:defRPr sz="1300">
                <a:solidFill>
                  <a:srgbClr val="898989"/>
                </a:solidFill>
                <a:latin typeface="Calibri"/>
                <a:ea typeface="Calibri"/>
                <a:cs typeface="Calibri"/>
                <a:sym typeface="Calibri"/>
              </a:defRPr>
            </a:lvl8pPr>
            <a:lvl9pPr indent="0" lvl="8" marL="0" marR="0" algn="r">
              <a:spcBef>
                <a:spcPts val="0"/>
              </a:spcBef>
              <a:spcAft>
                <a:spcPts val="0"/>
              </a:spcAft>
              <a:buNone/>
              <a:defRPr sz="13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534600" y="302263"/>
            <a:ext cx="9622800" cy="1260900"/>
          </a:xfrm>
          <a:prstGeom prst="rect">
            <a:avLst/>
          </a:prstGeom>
          <a:noFill/>
          <a:ln>
            <a:noFill/>
          </a:ln>
        </p:spPr>
        <p:txBody>
          <a:bodyPr anchorCtr="0" anchor="ctr" bIns="49450" lIns="98950" spcFirstLastPara="1" rIns="98950" wrap="square" tIns="49450">
            <a:noAutofit/>
          </a:bodyPr>
          <a:lstStyle>
            <a:lvl1pPr lvl="0" algn="ctr">
              <a:spcBef>
                <a:spcPts val="0"/>
              </a:spcBef>
              <a:spcAft>
                <a:spcPts val="0"/>
              </a:spcAft>
              <a:buSzPts val="1500"/>
              <a:buNone/>
              <a:defRPr/>
            </a:lvl1pPr>
            <a:lvl2pPr lvl="1" algn="ctr">
              <a:spcBef>
                <a:spcPts val="0"/>
              </a:spcBef>
              <a:spcAft>
                <a:spcPts val="0"/>
              </a:spcAft>
              <a:buSzPts val="1500"/>
              <a:buNone/>
              <a:defRPr/>
            </a:lvl2pPr>
            <a:lvl3pPr lvl="2" algn="ctr">
              <a:spcBef>
                <a:spcPts val="0"/>
              </a:spcBef>
              <a:spcAft>
                <a:spcPts val="0"/>
              </a:spcAft>
              <a:buSzPts val="1500"/>
              <a:buNone/>
              <a:defRPr/>
            </a:lvl3pPr>
            <a:lvl4pPr lvl="3" algn="ctr">
              <a:spcBef>
                <a:spcPts val="0"/>
              </a:spcBef>
              <a:spcAft>
                <a:spcPts val="0"/>
              </a:spcAft>
              <a:buSzPts val="1500"/>
              <a:buNone/>
              <a:defRPr/>
            </a:lvl4pPr>
            <a:lvl5pPr lvl="4" algn="ctr">
              <a:spcBef>
                <a:spcPts val="0"/>
              </a:spcBef>
              <a:spcAft>
                <a:spcPts val="0"/>
              </a:spcAft>
              <a:buSzPts val="1500"/>
              <a:buNone/>
              <a:defRPr/>
            </a:lvl5pPr>
            <a:lvl6pPr lvl="5" algn="ctr">
              <a:spcBef>
                <a:spcPts val="0"/>
              </a:spcBef>
              <a:spcAft>
                <a:spcPts val="0"/>
              </a:spcAft>
              <a:buSzPts val="1500"/>
              <a:buNone/>
              <a:defRPr/>
            </a:lvl6pPr>
            <a:lvl7pPr lvl="6" algn="ctr">
              <a:spcBef>
                <a:spcPts val="0"/>
              </a:spcBef>
              <a:spcAft>
                <a:spcPts val="0"/>
              </a:spcAft>
              <a:buSzPts val="1500"/>
              <a:buNone/>
              <a:defRPr/>
            </a:lvl7pPr>
            <a:lvl8pPr lvl="7" algn="ctr">
              <a:spcBef>
                <a:spcPts val="0"/>
              </a:spcBef>
              <a:spcAft>
                <a:spcPts val="0"/>
              </a:spcAft>
              <a:buSzPts val="1500"/>
              <a:buNone/>
              <a:defRPr/>
            </a:lvl8pPr>
            <a:lvl9pPr lvl="8" algn="ctr">
              <a:spcBef>
                <a:spcPts val="0"/>
              </a:spcBef>
              <a:spcAft>
                <a:spcPts val="0"/>
              </a:spcAft>
              <a:buSzPts val="1500"/>
              <a:buNone/>
              <a:defRPr/>
            </a:lvl9pPr>
          </a:lstStyle>
          <a:p/>
        </p:txBody>
      </p:sp>
      <p:sp>
        <p:nvSpPr>
          <p:cNvPr id="74" name="Google Shape;74;p11"/>
          <p:cNvSpPr txBox="1"/>
          <p:nvPr>
            <p:ph idx="1" type="body"/>
          </p:nvPr>
        </p:nvSpPr>
        <p:spPr>
          <a:xfrm rot="5400000">
            <a:off x="2851050" y="-552964"/>
            <a:ext cx="4989900" cy="9622800"/>
          </a:xfrm>
          <a:prstGeom prst="rect">
            <a:avLst/>
          </a:prstGeom>
          <a:noFill/>
          <a:ln>
            <a:noFill/>
          </a:ln>
        </p:spPr>
        <p:txBody>
          <a:bodyPr anchorCtr="0" anchor="t" bIns="49450" lIns="98950" spcFirstLastPara="1" rIns="98950" wrap="square" tIns="49450">
            <a:noAutofit/>
          </a:bodyPr>
          <a:lstStyle>
            <a:lvl1pPr indent="-349250" lvl="0" marL="457200" algn="l">
              <a:spcBef>
                <a:spcPts val="400"/>
              </a:spcBef>
              <a:spcAft>
                <a:spcPts val="0"/>
              </a:spcAft>
              <a:buClr>
                <a:schemeClr val="dk1"/>
              </a:buClr>
              <a:buSzPts val="1900"/>
              <a:buChar char="•"/>
              <a:defRPr/>
            </a:lvl1pPr>
            <a:lvl2pPr indent="-349250" lvl="1" marL="914400" algn="l">
              <a:spcBef>
                <a:spcPts val="400"/>
              </a:spcBef>
              <a:spcAft>
                <a:spcPts val="0"/>
              </a:spcAft>
              <a:buClr>
                <a:schemeClr val="dk1"/>
              </a:buClr>
              <a:buSzPts val="1900"/>
              <a:buChar char="–"/>
              <a:defRPr/>
            </a:lvl2pPr>
            <a:lvl3pPr indent="-349250" lvl="2" marL="1371600" algn="l">
              <a:spcBef>
                <a:spcPts val="400"/>
              </a:spcBef>
              <a:spcAft>
                <a:spcPts val="0"/>
              </a:spcAft>
              <a:buClr>
                <a:schemeClr val="dk1"/>
              </a:buClr>
              <a:buSzPts val="1900"/>
              <a:buChar char="•"/>
              <a:defRPr/>
            </a:lvl3pPr>
            <a:lvl4pPr indent="-349250" lvl="3" marL="1828800" algn="l">
              <a:spcBef>
                <a:spcPts val="400"/>
              </a:spcBef>
              <a:spcAft>
                <a:spcPts val="0"/>
              </a:spcAft>
              <a:buClr>
                <a:schemeClr val="dk1"/>
              </a:buClr>
              <a:buSzPts val="1900"/>
              <a:buChar char="–"/>
              <a:defRPr/>
            </a:lvl4pPr>
            <a:lvl5pPr indent="-349250" lvl="4" marL="2286000" algn="l">
              <a:spcBef>
                <a:spcPts val="400"/>
              </a:spcBef>
              <a:spcAft>
                <a:spcPts val="0"/>
              </a:spcAft>
              <a:buClr>
                <a:schemeClr val="dk1"/>
              </a:buClr>
              <a:buSzPts val="1900"/>
              <a:buChar char="»"/>
              <a:defRPr/>
            </a:lvl5pPr>
            <a:lvl6pPr indent="-349250" lvl="5" marL="2743200" algn="l">
              <a:spcBef>
                <a:spcPts val="400"/>
              </a:spcBef>
              <a:spcAft>
                <a:spcPts val="0"/>
              </a:spcAft>
              <a:buClr>
                <a:schemeClr val="dk1"/>
              </a:buClr>
              <a:buSzPts val="1900"/>
              <a:buChar char="•"/>
              <a:defRPr/>
            </a:lvl6pPr>
            <a:lvl7pPr indent="-349250" lvl="6" marL="3200400" algn="l">
              <a:spcBef>
                <a:spcPts val="400"/>
              </a:spcBef>
              <a:spcAft>
                <a:spcPts val="0"/>
              </a:spcAft>
              <a:buClr>
                <a:schemeClr val="dk1"/>
              </a:buClr>
              <a:buSzPts val="1900"/>
              <a:buChar char="•"/>
              <a:defRPr/>
            </a:lvl7pPr>
            <a:lvl8pPr indent="-349250" lvl="7" marL="3657600" algn="l">
              <a:spcBef>
                <a:spcPts val="400"/>
              </a:spcBef>
              <a:spcAft>
                <a:spcPts val="0"/>
              </a:spcAft>
              <a:buClr>
                <a:schemeClr val="dk1"/>
              </a:buClr>
              <a:buSzPts val="1900"/>
              <a:buChar char="•"/>
              <a:defRPr/>
            </a:lvl8pPr>
            <a:lvl9pPr indent="-349250" lvl="8" marL="4114800" algn="l">
              <a:spcBef>
                <a:spcPts val="400"/>
              </a:spcBef>
              <a:spcAft>
                <a:spcPts val="0"/>
              </a:spcAft>
              <a:buClr>
                <a:schemeClr val="dk1"/>
              </a:buClr>
              <a:buSzPts val="1900"/>
              <a:buChar char="•"/>
              <a:defRPr/>
            </a:lvl9pPr>
          </a:lstStyle>
          <a:p/>
        </p:txBody>
      </p:sp>
      <p:sp>
        <p:nvSpPr>
          <p:cNvPr id="75" name="Google Shape;75;p11"/>
          <p:cNvSpPr txBox="1"/>
          <p:nvPr>
            <p:ph idx="10" type="dt"/>
          </p:nvPr>
        </p:nvSpPr>
        <p:spPr>
          <a:xfrm>
            <a:off x="534600" y="7007306"/>
            <a:ext cx="2494800" cy="402300"/>
          </a:xfrm>
          <a:prstGeom prst="rect">
            <a:avLst/>
          </a:prstGeom>
          <a:noFill/>
          <a:ln>
            <a:noFill/>
          </a:ln>
        </p:spPr>
        <p:txBody>
          <a:bodyPr anchorCtr="0" anchor="ctr" bIns="49450" lIns="98950" spcFirstLastPara="1" rIns="98950" wrap="square" tIns="49450">
            <a:noAutofit/>
          </a:bodyPr>
          <a:lstStyle>
            <a:lvl1pPr lvl="0" algn="l">
              <a:spcBef>
                <a:spcPts val="0"/>
              </a:spcBef>
              <a:spcAft>
                <a:spcPts val="0"/>
              </a:spcAft>
              <a:buSzPts val="1500"/>
              <a:buNone/>
              <a:defRPr/>
            </a:lvl1pPr>
            <a:lvl2pPr lvl="1" algn="l">
              <a:spcBef>
                <a:spcPts val="0"/>
              </a:spcBef>
              <a:spcAft>
                <a:spcPts val="0"/>
              </a:spcAft>
              <a:buSzPts val="1500"/>
              <a:buNone/>
              <a:defRPr/>
            </a:lvl2pPr>
            <a:lvl3pPr lvl="2" algn="l">
              <a:spcBef>
                <a:spcPts val="0"/>
              </a:spcBef>
              <a:spcAft>
                <a:spcPts val="0"/>
              </a:spcAft>
              <a:buSzPts val="1500"/>
              <a:buNone/>
              <a:defRPr/>
            </a:lvl3pPr>
            <a:lvl4pPr lvl="3" algn="l">
              <a:spcBef>
                <a:spcPts val="0"/>
              </a:spcBef>
              <a:spcAft>
                <a:spcPts val="0"/>
              </a:spcAft>
              <a:buSzPts val="1500"/>
              <a:buNone/>
              <a:defRPr/>
            </a:lvl4pPr>
            <a:lvl5pPr lvl="4" algn="l">
              <a:spcBef>
                <a:spcPts val="0"/>
              </a:spcBef>
              <a:spcAft>
                <a:spcPts val="0"/>
              </a:spcAft>
              <a:buSzPts val="1500"/>
              <a:buNone/>
              <a:defRPr/>
            </a:lvl5pPr>
            <a:lvl6pPr lvl="5" algn="l">
              <a:spcBef>
                <a:spcPts val="0"/>
              </a:spcBef>
              <a:spcAft>
                <a:spcPts val="0"/>
              </a:spcAft>
              <a:buSzPts val="1500"/>
              <a:buNone/>
              <a:defRPr/>
            </a:lvl6pPr>
            <a:lvl7pPr lvl="6" algn="l">
              <a:spcBef>
                <a:spcPts val="0"/>
              </a:spcBef>
              <a:spcAft>
                <a:spcPts val="0"/>
              </a:spcAft>
              <a:buSzPts val="1500"/>
              <a:buNone/>
              <a:defRPr/>
            </a:lvl7pPr>
            <a:lvl8pPr lvl="7" algn="l">
              <a:spcBef>
                <a:spcPts val="0"/>
              </a:spcBef>
              <a:spcAft>
                <a:spcPts val="0"/>
              </a:spcAft>
              <a:buSzPts val="1500"/>
              <a:buNone/>
              <a:defRPr/>
            </a:lvl8pPr>
            <a:lvl9pPr lvl="8" algn="l">
              <a:spcBef>
                <a:spcPts val="0"/>
              </a:spcBef>
              <a:spcAft>
                <a:spcPts val="0"/>
              </a:spcAft>
              <a:buSzPts val="1500"/>
              <a:buNone/>
              <a:defRPr/>
            </a:lvl9pPr>
          </a:lstStyle>
          <a:p/>
        </p:txBody>
      </p:sp>
      <p:sp>
        <p:nvSpPr>
          <p:cNvPr id="76" name="Google Shape;76;p11"/>
          <p:cNvSpPr txBox="1"/>
          <p:nvPr>
            <p:ph idx="11" type="ftr"/>
          </p:nvPr>
        </p:nvSpPr>
        <p:spPr>
          <a:xfrm>
            <a:off x="3653100" y="7007306"/>
            <a:ext cx="3385800" cy="402300"/>
          </a:xfrm>
          <a:prstGeom prst="rect">
            <a:avLst/>
          </a:prstGeom>
          <a:noFill/>
          <a:ln>
            <a:noFill/>
          </a:ln>
        </p:spPr>
        <p:txBody>
          <a:bodyPr anchorCtr="0" anchor="ctr" bIns="49450" lIns="98950" spcFirstLastPara="1" rIns="98950" wrap="square" tIns="49450">
            <a:noAutofit/>
          </a:bodyPr>
          <a:lstStyle>
            <a:lvl1pPr lvl="0" algn="ctr">
              <a:spcBef>
                <a:spcPts val="0"/>
              </a:spcBef>
              <a:spcAft>
                <a:spcPts val="0"/>
              </a:spcAft>
              <a:buSzPts val="1500"/>
              <a:buNone/>
              <a:defRPr/>
            </a:lvl1pPr>
            <a:lvl2pPr lvl="1" algn="l">
              <a:spcBef>
                <a:spcPts val="0"/>
              </a:spcBef>
              <a:spcAft>
                <a:spcPts val="0"/>
              </a:spcAft>
              <a:buSzPts val="1500"/>
              <a:buNone/>
              <a:defRPr/>
            </a:lvl2pPr>
            <a:lvl3pPr lvl="2" algn="l">
              <a:spcBef>
                <a:spcPts val="0"/>
              </a:spcBef>
              <a:spcAft>
                <a:spcPts val="0"/>
              </a:spcAft>
              <a:buSzPts val="1500"/>
              <a:buNone/>
              <a:defRPr/>
            </a:lvl3pPr>
            <a:lvl4pPr lvl="3" algn="l">
              <a:spcBef>
                <a:spcPts val="0"/>
              </a:spcBef>
              <a:spcAft>
                <a:spcPts val="0"/>
              </a:spcAft>
              <a:buSzPts val="1500"/>
              <a:buNone/>
              <a:defRPr/>
            </a:lvl4pPr>
            <a:lvl5pPr lvl="4" algn="l">
              <a:spcBef>
                <a:spcPts val="0"/>
              </a:spcBef>
              <a:spcAft>
                <a:spcPts val="0"/>
              </a:spcAft>
              <a:buSzPts val="1500"/>
              <a:buNone/>
              <a:defRPr/>
            </a:lvl5pPr>
            <a:lvl6pPr lvl="5" algn="l">
              <a:spcBef>
                <a:spcPts val="0"/>
              </a:spcBef>
              <a:spcAft>
                <a:spcPts val="0"/>
              </a:spcAft>
              <a:buSzPts val="1500"/>
              <a:buNone/>
              <a:defRPr/>
            </a:lvl6pPr>
            <a:lvl7pPr lvl="6" algn="l">
              <a:spcBef>
                <a:spcPts val="0"/>
              </a:spcBef>
              <a:spcAft>
                <a:spcPts val="0"/>
              </a:spcAft>
              <a:buSzPts val="1500"/>
              <a:buNone/>
              <a:defRPr/>
            </a:lvl7pPr>
            <a:lvl8pPr lvl="7" algn="l">
              <a:spcBef>
                <a:spcPts val="0"/>
              </a:spcBef>
              <a:spcAft>
                <a:spcPts val="0"/>
              </a:spcAft>
              <a:buSzPts val="1500"/>
              <a:buNone/>
              <a:defRPr/>
            </a:lvl8pPr>
            <a:lvl9pPr lvl="8" algn="l">
              <a:spcBef>
                <a:spcPts val="0"/>
              </a:spcBef>
              <a:spcAft>
                <a:spcPts val="0"/>
              </a:spcAft>
              <a:buSzPts val="1500"/>
              <a:buNone/>
              <a:defRPr/>
            </a:lvl9pPr>
          </a:lstStyle>
          <a:p/>
        </p:txBody>
      </p:sp>
      <p:sp>
        <p:nvSpPr>
          <p:cNvPr id="77" name="Google Shape;77;p11"/>
          <p:cNvSpPr txBox="1"/>
          <p:nvPr>
            <p:ph idx="12" type="sldNum"/>
          </p:nvPr>
        </p:nvSpPr>
        <p:spPr>
          <a:xfrm>
            <a:off x="7662600" y="7007306"/>
            <a:ext cx="2494800" cy="402300"/>
          </a:xfrm>
          <a:prstGeom prst="rect">
            <a:avLst/>
          </a:prstGeom>
          <a:noFill/>
          <a:ln>
            <a:noFill/>
          </a:ln>
        </p:spPr>
        <p:txBody>
          <a:bodyPr anchorCtr="0" anchor="ctr" bIns="49450" lIns="98950" spcFirstLastPara="1" rIns="98950" wrap="square" tIns="49450">
            <a:noAutofit/>
          </a:bodyPr>
          <a:lstStyle>
            <a:lvl1pPr indent="0" lvl="0" marL="0" marR="0" algn="r">
              <a:spcBef>
                <a:spcPts val="0"/>
              </a:spcBef>
              <a:spcAft>
                <a:spcPts val="0"/>
              </a:spcAft>
              <a:buNone/>
              <a:defRPr sz="1300">
                <a:solidFill>
                  <a:srgbClr val="898989"/>
                </a:solidFill>
                <a:latin typeface="Calibri"/>
                <a:ea typeface="Calibri"/>
                <a:cs typeface="Calibri"/>
                <a:sym typeface="Calibri"/>
              </a:defRPr>
            </a:lvl1pPr>
            <a:lvl2pPr indent="0" lvl="1" marL="0" marR="0" algn="r">
              <a:spcBef>
                <a:spcPts val="0"/>
              </a:spcBef>
              <a:spcAft>
                <a:spcPts val="0"/>
              </a:spcAft>
              <a:buNone/>
              <a:defRPr sz="1300">
                <a:solidFill>
                  <a:srgbClr val="898989"/>
                </a:solidFill>
                <a:latin typeface="Calibri"/>
                <a:ea typeface="Calibri"/>
                <a:cs typeface="Calibri"/>
                <a:sym typeface="Calibri"/>
              </a:defRPr>
            </a:lvl2pPr>
            <a:lvl3pPr indent="0" lvl="2" marL="0" marR="0" algn="r">
              <a:spcBef>
                <a:spcPts val="0"/>
              </a:spcBef>
              <a:spcAft>
                <a:spcPts val="0"/>
              </a:spcAft>
              <a:buNone/>
              <a:defRPr sz="1300">
                <a:solidFill>
                  <a:srgbClr val="898989"/>
                </a:solidFill>
                <a:latin typeface="Calibri"/>
                <a:ea typeface="Calibri"/>
                <a:cs typeface="Calibri"/>
                <a:sym typeface="Calibri"/>
              </a:defRPr>
            </a:lvl3pPr>
            <a:lvl4pPr indent="0" lvl="3" marL="0" marR="0" algn="r">
              <a:spcBef>
                <a:spcPts val="0"/>
              </a:spcBef>
              <a:spcAft>
                <a:spcPts val="0"/>
              </a:spcAft>
              <a:buNone/>
              <a:defRPr sz="1300">
                <a:solidFill>
                  <a:srgbClr val="898989"/>
                </a:solidFill>
                <a:latin typeface="Calibri"/>
                <a:ea typeface="Calibri"/>
                <a:cs typeface="Calibri"/>
                <a:sym typeface="Calibri"/>
              </a:defRPr>
            </a:lvl4pPr>
            <a:lvl5pPr indent="0" lvl="4" marL="0" marR="0" algn="r">
              <a:spcBef>
                <a:spcPts val="0"/>
              </a:spcBef>
              <a:spcAft>
                <a:spcPts val="0"/>
              </a:spcAft>
              <a:buNone/>
              <a:defRPr sz="1300">
                <a:solidFill>
                  <a:srgbClr val="898989"/>
                </a:solidFill>
                <a:latin typeface="Calibri"/>
                <a:ea typeface="Calibri"/>
                <a:cs typeface="Calibri"/>
                <a:sym typeface="Calibri"/>
              </a:defRPr>
            </a:lvl5pPr>
            <a:lvl6pPr indent="0" lvl="5" marL="0" marR="0" algn="r">
              <a:spcBef>
                <a:spcPts val="0"/>
              </a:spcBef>
              <a:spcAft>
                <a:spcPts val="0"/>
              </a:spcAft>
              <a:buNone/>
              <a:defRPr sz="1300">
                <a:solidFill>
                  <a:srgbClr val="898989"/>
                </a:solidFill>
                <a:latin typeface="Calibri"/>
                <a:ea typeface="Calibri"/>
                <a:cs typeface="Calibri"/>
                <a:sym typeface="Calibri"/>
              </a:defRPr>
            </a:lvl6pPr>
            <a:lvl7pPr indent="0" lvl="6" marL="0" marR="0" algn="r">
              <a:spcBef>
                <a:spcPts val="0"/>
              </a:spcBef>
              <a:spcAft>
                <a:spcPts val="0"/>
              </a:spcAft>
              <a:buNone/>
              <a:defRPr sz="1300">
                <a:solidFill>
                  <a:srgbClr val="898989"/>
                </a:solidFill>
                <a:latin typeface="Calibri"/>
                <a:ea typeface="Calibri"/>
                <a:cs typeface="Calibri"/>
                <a:sym typeface="Calibri"/>
              </a:defRPr>
            </a:lvl7pPr>
            <a:lvl8pPr indent="0" lvl="7" marL="0" marR="0" algn="r">
              <a:spcBef>
                <a:spcPts val="0"/>
              </a:spcBef>
              <a:spcAft>
                <a:spcPts val="0"/>
              </a:spcAft>
              <a:buNone/>
              <a:defRPr sz="1300">
                <a:solidFill>
                  <a:srgbClr val="898989"/>
                </a:solidFill>
                <a:latin typeface="Calibri"/>
                <a:ea typeface="Calibri"/>
                <a:cs typeface="Calibri"/>
                <a:sym typeface="Calibri"/>
              </a:defRPr>
            </a:lvl8pPr>
            <a:lvl9pPr indent="0" lvl="8" marL="0" marR="0" algn="r">
              <a:spcBef>
                <a:spcPts val="0"/>
              </a:spcBef>
              <a:spcAft>
                <a:spcPts val="0"/>
              </a:spcAft>
              <a:buNone/>
              <a:defRPr sz="13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2118150" y="4127503"/>
            <a:ext cx="9195600" cy="1804200"/>
          </a:xfrm>
          <a:prstGeom prst="rect">
            <a:avLst/>
          </a:prstGeom>
          <a:noFill/>
          <a:ln>
            <a:noFill/>
          </a:ln>
        </p:spPr>
        <p:txBody>
          <a:bodyPr anchorCtr="0" anchor="ctr" bIns="49450" lIns="98950" spcFirstLastPara="1" rIns="98950" wrap="square" tIns="49450">
            <a:noAutofit/>
          </a:bodyPr>
          <a:lstStyle>
            <a:lvl1pPr lvl="0" algn="ctr">
              <a:spcBef>
                <a:spcPts val="0"/>
              </a:spcBef>
              <a:spcAft>
                <a:spcPts val="0"/>
              </a:spcAft>
              <a:buSzPts val="1500"/>
              <a:buNone/>
              <a:defRPr/>
            </a:lvl1pPr>
            <a:lvl2pPr lvl="1" algn="ctr">
              <a:spcBef>
                <a:spcPts val="0"/>
              </a:spcBef>
              <a:spcAft>
                <a:spcPts val="0"/>
              </a:spcAft>
              <a:buSzPts val="1500"/>
              <a:buNone/>
              <a:defRPr/>
            </a:lvl2pPr>
            <a:lvl3pPr lvl="2" algn="ctr">
              <a:spcBef>
                <a:spcPts val="0"/>
              </a:spcBef>
              <a:spcAft>
                <a:spcPts val="0"/>
              </a:spcAft>
              <a:buSzPts val="1500"/>
              <a:buNone/>
              <a:defRPr/>
            </a:lvl3pPr>
            <a:lvl4pPr lvl="3" algn="ctr">
              <a:spcBef>
                <a:spcPts val="0"/>
              </a:spcBef>
              <a:spcAft>
                <a:spcPts val="0"/>
              </a:spcAft>
              <a:buSzPts val="1500"/>
              <a:buNone/>
              <a:defRPr/>
            </a:lvl4pPr>
            <a:lvl5pPr lvl="4" algn="ctr">
              <a:spcBef>
                <a:spcPts val="0"/>
              </a:spcBef>
              <a:spcAft>
                <a:spcPts val="0"/>
              </a:spcAft>
              <a:buSzPts val="1500"/>
              <a:buNone/>
              <a:defRPr/>
            </a:lvl5pPr>
            <a:lvl6pPr lvl="5" algn="ctr">
              <a:spcBef>
                <a:spcPts val="0"/>
              </a:spcBef>
              <a:spcAft>
                <a:spcPts val="0"/>
              </a:spcAft>
              <a:buSzPts val="1500"/>
              <a:buNone/>
              <a:defRPr/>
            </a:lvl6pPr>
            <a:lvl7pPr lvl="6" algn="ctr">
              <a:spcBef>
                <a:spcPts val="0"/>
              </a:spcBef>
              <a:spcAft>
                <a:spcPts val="0"/>
              </a:spcAft>
              <a:buSzPts val="1500"/>
              <a:buNone/>
              <a:defRPr/>
            </a:lvl7pPr>
            <a:lvl8pPr lvl="7" algn="ctr">
              <a:spcBef>
                <a:spcPts val="0"/>
              </a:spcBef>
              <a:spcAft>
                <a:spcPts val="0"/>
              </a:spcAft>
              <a:buSzPts val="1500"/>
              <a:buNone/>
              <a:defRPr/>
            </a:lvl8pPr>
            <a:lvl9pPr lvl="8" algn="ctr">
              <a:spcBef>
                <a:spcPts val="0"/>
              </a:spcBef>
              <a:spcAft>
                <a:spcPts val="0"/>
              </a:spcAft>
              <a:buSzPts val="1500"/>
              <a:buNone/>
              <a:defRPr/>
            </a:lvl9pPr>
          </a:lstStyle>
          <a:p/>
        </p:txBody>
      </p:sp>
      <p:sp>
        <p:nvSpPr>
          <p:cNvPr id="80" name="Google Shape;80;p12"/>
          <p:cNvSpPr txBox="1"/>
          <p:nvPr>
            <p:ph idx="1" type="body"/>
          </p:nvPr>
        </p:nvSpPr>
        <p:spPr>
          <a:xfrm rot="5400000">
            <a:off x="-1579573" y="2412253"/>
            <a:ext cx="9195600" cy="5234700"/>
          </a:xfrm>
          <a:prstGeom prst="rect">
            <a:avLst/>
          </a:prstGeom>
          <a:noFill/>
          <a:ln>
            <a:noFill/>
          </a:ln>
        </p:spPr>
        <p:txBody>
          <a:bodyPr anchorCtr="0" anchor="t" bIns="49450" lIns="98950" spcFirstLastPara="1" rIns="98950" wrap="square" tIns="49450">
            <a:noAutofit/>
          </a:bodyPr>
          <a:lstStyle>
            <a:lvl1pPr indent="-349250" lvl="0" marL="457200" algn="l">
              <a:spcBef>
                <a:spcPts val="400"/>
              </a:spcBef>
              <a:spcAft>
                <a:spcPts val="0"/>
              </a:spcAft>
              <a:buClr>
                <a:schemeClr val="dk1"/>
              </a:buClr>
              <a:buSzPts val="1900"/>
              <a:buChar char="•"/>
              <a:defRPr/>
            </a:lvl1pPr>
            <a:lvl2pPr indent="-349250" lvl="1" marL="914400" algn="l">
              <a:spcBef>
                <a:spcPts val="400"/>
              </a:spcBef>
              <a:spcAft>
                <a:spcPts val="0"/>
              </a:spcAft>
              <a:buClr>
                <a:schemeClr val="dk1"/>
              </a:buClr>
              <a:buSzPts val="1900"/>
              <a:buChar char="–"/>
              <a:defRPr/>
            </a:lvl2pPr>
            <a:lvl3pPr indent="-349250" lvl="2" marL="1371600" algn="l">
              <a:spcBef>
                <a:spcPts val="400"/>
              </a:spcBef>
              <a:spcAft>
                <a:spcPts val="0"/>
              </a:spcAft>
              <a:buClr>
                <a:schemeClr val="dk1"/>
              </a:buClr>
              <a:buSzPts val="1900"/>
              <a:buChar char="•"/>
              <a:defRPr/>
            </a:lvl3pPr>
            <a:lvl4pPr indent="-349250" lvl="3" marL="1828800" algn="l">
              <a:spcBef>
                <a:spcPts val="400"/>
              </a:spcBef>
              <a:spcAft>
                <a:spcPts val="0"/>
              </a:spcAft>
              <a:buClr>
                <a:schemeClr val="dk1"/>
              </a:buClr>
              <a:buSzPts val="1900"/>
              <a:buChar char="–"/>
              <a:defRPr/>
            </a:lvl4pPr>
            <a:lvl5pPr indent="-349250" lvl="4" marL="2286000" algn="l">
              <a:spcBef>
                <a:spcPts val="400"/>
              </a:spcBef>
              <a:spcAft>
                <a:spcPts val="0"/>
              </a:spcAft>
              <a:buClr>
                <a:schemeClr val="dk1"/>
              </a:buClr>
              <a:buSzPts val="1900"/>
              <a:buChar char="»"/>
              <a:defRPr/>
            </a:lvl5pPr>
            <a:lvl6pPr indent="-349250" lvl="5" marL="2743200" algn="l">
              <a:spcBef>
                <a:spcPts val="400"/>
              </a:spcBef>
              <a:spcAft>
                <a:spcPts val="0"/>
              </a:spcAft>
              <a:buClr>
                <a:schemeClr val="dk1"/>
              </a:buClr>
              <a:buSzPts val="1900"/>
              <a:buChar char="•"/>
              <a:defRPr/>
            </a:lvl6pPr>
            <a:lvl7pPr indent="-349250" lvl="6" marL="3200400" algn="l">
              <a:spcBef>
                <a:spcPts val="400"/>
              </a:spcBef>
              <a:spcAft>
                <a:spcPts val="0"/>
              </a:spcAft>
              <a:buClr>
                <a:schemeClr val="dk1"/>
              </a:buClr>
              <a:buSzPts val="1900"/>
              <a:buChar char="•"/>
              <a:defRPr/>
            </a:lvl7pPr>
            <a:lvl8pPr indent="-349250" lvl="7" marL="3657600" algn="l">
              <a:spcBef>
                <a:spcPts val="400"/>
              </a:spcBef>
              <a:spcAft>
                <a:spcPts val="0"/>
              </a:spcAft>
              <a:buClr>
                <a:schemeClr val="dk1"/>
              </a:buClr>
              <a:buSzPts val="1900"/>
              <a:buChar char="•"/>
              <a:defRPr/>
            </a:lvl8pPr>
            <a:lvl9pPr indent="-349250" lvl="8" marL="4114800" algn="l">
              <a:spcBef>
                <a:spcPts val="400"/>
              </a:spcBef>
              <a:spcAft>
                <a:spcPts val="0"/>
              </a:spcAft>
              <a:buClr>
                <a:schemeClr val="dk1"/>
              </a:buClr>
              <a:buSzPts val="1900"/>
              <a:buChar char="•"/>
              <a:defRPr/>
            </a:lvl9pPr>
          </a:lstStyle>
          <a:p/>
        </p:txBody>
      </p:sp>
      <p:sp>
        <p:nvSpPr>
          <p:cNvPr id="81" name="Google Shape;81;p12"/>
          <p:cNvSpPr txBox="1"/>
          <p:nvPr>
            <p:ph idx="10" type="dt"/>
          </p:nvPr>
        </p:nvSpPr>
        <p:spPr>
          <a:xfrm>
            <a:off x="534600" y="7007306"/>
            <a:ext cx="2494800" cy="402300"/>
          </a:xfrm>
          <a:prstGeom prst="rect">
            <a:avLst/>
          </a:prstGeom>
          <a:noFill/>
          <a:ln>
            <a:noFill/>
          </a:ln>
        </p:spPr>
        <p:txBody>
          <a:bodyPr anchorCtr="0" anchor="ctr" bIns="49450" lIns="98950" spcFirstLastPara="1" rIns="98950" wrap="square" tIns="49450">
            <a:noAutofit/>
          </a:bodyPr>
          <a:lstStyle>
            <a:lvl1pPr lvl="0" algn="l">
              <a:spcBef>
                <a:spcPts val="0"/>
              </a:spcBef>
              <a:spcAft>
                <a:spcPts val="0"/>
              </a:spcAft>
              <a:buSzPts val="1500"/>
              <a:buNone/>
              <a:defRPr/>
            </a:lvl1pPr>
            <a:lvl2pPr lvl="1" algn="l">
              <a:spcBef>
                <a:spcPts val="0"/>
              </a:spcBef>
              <a:spcAft>
                <a:spcPts val="0"/>
              </a:spcAft>
              <a:buSzPts val="1500"/>
              <a:buNone/>
              <a:defRPr/>
            </a:lvl2pPr>
            <a:lvl3pPr lvl="2" algn="l">
              <a:spcBef>
                <a:spcPts val="0"/>
              </a:spcBef>
              <a:spcAft>
                <a:spcPts val="0"/>
              </a:spcAft>
              <a:buSzPts val="1500"/>
              <a:buNone/>
              <a:defRPr/>
            </a:lvl3pPr>
            <a:lvl4pPr lvl="3" algn="l">
              <a:spcBef>
                <a:spcPts val="0"/>
              </a:spcBef>
              <a:spcAft>
                <a:spcPts val="0"/>
              </a:spcAft>
              <a:buSzPts val="1500"/>
              <a:buNone/>
              <a:defRPr/>
            </a:lvl4pPr>
            <a:lvl5pPr lvl="4" algn="l">
              <a:spcBef>
                <a:spcPts val="0"/>
              </a:spcBef>
              <a:spcAft>
                <a:spcPts val="0"/>
              </a:spcAft>
              <a:buSzPts val="1500"/>
              <a:buNone/>
              <a:defRPr/>
            </a:lvl5pPr>
            <a:lvl6pPr lvl="5" algn="l">
              <a:spcBef>
                <a:spcPts val="0"/>
              </a:spcBef>
              <a:spcAft>
                <a:spcPts val="0"/>
              </a:spcAft>
              <a:buSzPts val="1500"/>
              <a:buNone/>
              <a:defRPr/>
            </a:lvl6pPr>
            <a:lvl7pPr lvl="6" algn="l">
              <a:spcBef>
                <a:spcPts val="0"/>
              </a:spcBef>
              <a:spcAft>
                <a:spcPts val="0"/>
              </a:spcAft>
              <a:buSzPts val="1500"/>
              <a:buNone/>
              <a:defRPr/>
            </a:lvl7pPr>
            <a:lvl8pPr lvl="7" algn="l">
              <a:spcBef>
                <a:spcPts val="0"/>
              </a:spcBef>
              <a:spcAft>
                <a:spcPts val="0"/>
              </a:spcAft>
              <a:buSzPts val="1500"/>
              <a:buNone/>
              <a:defRPr/>
            </a:lvl8pPr>
            <a:lvl9pPr lvl="8" algn="l">
              <a:spcBef>
                <a:spcPts val="0"/>
              </a:spcBef>
              <a:spcAft>
                <a:spcPts val="0"/>
              </a:spcAft>
              <a:buSzPts val="1500"/>
              <a:buNone/>
              <a:defRPr/>
            </a:lvl9pPr>
          </a:lstStyle>
          <a:p/>
        </p:txBody>
      </p:sp>
      <p:sp>
        <p:nvSpPr>
          <p:cNvPr id="82" name="Google Shape;82;p12"/>
          <p:cNvSpPr txBox="1"/>
          <p:nvPr>
            <p:ph idx="11" type="ftr"/>
          </p:nvPr>
        </p:nvSpPr>
        <p:spPr>
          <a:xfrm>
            <a:off x="3653100" y="7007306"/>
            <a:ext cx="3385800" cy="402300"/>
          </a:xfrm>
          <a:prstGeom prst="rect">
            <a:avLst/>
          </a:prstGeom>
          <a:noFill/>
          <a:ln>
            <a:noFill/>
          </a:ln>
        </p:spPr>
        <p:txBody>
          <a:bodyPr anchorCtr="0" anchor="ctr" bIns="49450" lIns="98950" spcFirstLastPara="1" rIns="98950" wrap="square" tIns="49450">
            <a:noAutofit/>
          </a:bodyPr>
          <a:lstStyle>
            <a:lvl1pPr lvl="0" algn="ctr">
              <a:spcBef>
                <a:spcPts val="0"/>
              </a:spcBef>
              <a:spcAft>
                <a:spcPts val="0"/>
              </a:spcAft>
              <a:buSzPts val="1500"/>
              <a:buNone/>
              <a:defRPr/>
            </a:lvl1pPr>
            <a:lvl2pPr lvl="1" algn="l">
              <a:spcBef>
                <a:spcPts val="0"/>
              </a:spcBef>
              <a:spcAft>
                <a:spcPts val="0"/>
              </a:spcAft>
              <a:buSzPts val="1500"/>
              <a:buNone/>
              <a:defRPr/>
            </a:lvl2pPr>
            <a:lvl3pPr lvl="2" algn="l">
              <a:spcBef>
                <a:spcPts val="0"/>
              </a:spcBef>
              <a:spcAft>
                <a:spcPts val="0"/>
              </a:spcAft>
              <a:buSzPts val="1500"/>
              <a:buNone/>
              <a:defRPr/>
            </a:lvl3pPr>
            <a:lvl4pPr lvl="3" algn="l">
              <a:spcBef>
                <a:spcPts val="0"/>
              </a:spcBef>
              <a:spcAft>
                <a:spcPts val="0"/>
              </a:spcAft>
              <a:buSzPts val="1500"/>
              <a:buNone/>
              <a:defRPr/>
            </a:lvl4pPr>
            <a:lvl5pPr lvl="4" algn="l">
              <a:spcBef>
                <a:spcPts val="0"/>
              </a:spcBef>
              <a:spcAft>
                <a:spcPts val="0"/>
              </a:spcAft>
              <a:buSzPts val="1500"/>
              <a:buNone/>
              <a:defRPr/>
            </a:lvl5pPr>
            <a:lvl6pPr lvl="5" algn="l">
              <a:spcBef>
                <a:spcPts val="0"/>
              </a:spcBef>
              <a:spcAft>
                <a:spcPts val="0"/>
              </a:spcAft>
              <a:buSzPts val="1500"/>
              <a:buNone/>
              <a:defRPr/>
            </a:lvl6pPr>
            <a:lvl7pPr lvl="6" algn="l">
              <a:spcBef>
                <a:spcPts val="0"/>
              </a:spcBef>
              <a:spcAft>
                <a:spcPts val="0"/>
              </a:spcAft>
              <a:buSzPts val="1500"/>
              <a:buNone/>
              <a:defRPr/>
            </a:lvl7pPr>
            <a:lvl8pPr lvl="7" algn="l">
              <a:spcBef>
                <a:spcPts val="0"/>
              </a:spcBef>
              <a:spcAft>
                <a:spcPts val="0"/>
              </a:spcAft>
              <a:buSzPts val="1500"/>
              <a:buNone/>
              <a:defRPr/>
            </a:lvl8pPr>
            <a:lvl9pPr lvl="8" algn="l">
              <a:spcBef>
                <a:spcPts val="0"/>
              </a:spcBef>
              <a:spcAft>
                <a:spcPts val="0"/>
              </a:spcAft>
              <a:buSzPts val="1500"/>
              <a:buNone/>
              <a:defRPr/>
            </a:lvl9pPr>
          </a:lstStyle>
          <a:p/>
        </p:txBody>
      </p:sp>
      <p:sp>
        <p:nvSpPr>
          <p:cNvPr id="83" name="Google Shape;83;p12"/>
          <p:cNvSpPr txBox="1"/>
          <p:nvPr>
            <p:ph idx="12" type="sldNum"/>
          </p:nvPr>
        </p:nvSpPr>
        <p:spPr>
          <a:xfrm>
            <a:off x="7662600" y="7007306"/>
            <a:ext cx="2494800" cy="402300"/>
          </a:xfrm>
          <a:prstGeom prst="rect">
            <a:avLst/>
          </a:prstGeom>
          <a:noFill/>
          <a:ln>
            <a:noFill/>
          </a:ln>
        </p:spPr>
        <p:txBody>
          <a:bodyPr anchorCtr="0" anchor="ctr" bIns="49450" lIns="98950" spcFirstLastPara="1" rIns="98950" wrap="square" tIns="49450">
            <a:noAutofit/>
          </a:bodyPr>
          <a:lstStyle>
            <a:lvl1pPr indent="0" lvl="0" marL="0" marR="0" algn="r">
              <a:spcBef>
                <a:spcPts val="0"/>
              </a:spcBef>
              <a:spcAft>
                <a:spcPts val="0"/>
              </a:spcAft>
              <a:buNone/>
              <a:defRPr sz="1300">
                <a:solidFill>
                  <a:srgbClr val="898989"/>
                </a:solidFill>
                <a:latin typeface="Calibri"/>
                <a:ea typeface="Calibri"/>
                <a:cs typeface="Calibri"/>
                <a:sym typeface="Calibri"/>
              </a:defRPr>
            </a:lvl1pPr>
            <a:lvl2pPr indent="0" lvl="1" marL="0" marR="0" algn="r">
              <a:spcBef>
                <a:spcPts val="0"/>
              </a:spcBef>
              <a:spcAft>
                <a:spcPts val="0"/>
              </a:spcAft>
              <a:buNone/>
              <a:defRPr sz="1300">
                <a:solidFill>
                  <a:srgbClr val="898989"/>
                </a:solidFill>
                <a:latin typeface="Calibri"/>
                <a:ea typeface="Calibri"/>
                <a:cs typeface="Calibri"/>
                <a:sym typeface="Calibri"/>
              </a:defRPr>
            </a:lvl2pPr>
            <a:lvl3pPr indent="0" lvl="2" marL="0" marR="0" algn="r">
              <a:spcBef>
                <a:spcPts val="0"/>
              </a:spcBef>
              <a:spcAft>
                <a:spcPts val="0"/>
              </a:spcAft>
              <a:buNone/>
              <a:defRPr sz="1300">
                <a:solidFill>
                  <a:srgbClr val="898989"/>
                </a:solidFill>
                <a:latin typeface="Calibri"/>
                <a:ea typeface="Calibri"/>
                <a:cs typeface="Calibri"/>
                <a:sym typeface="Calibri"/>
              </a:defRPr>
            </a:lvl3pPr>
            <a:lvl4pPr indent="0" lvl="3" marL="0" marR="0" algn="r">
              <a:spcBef>
                <a:spcPts val="0"/>
              </a:spcBef>
              <a:spcAft>
                <a:spcPts val="0"/>
              </a:spcAft>
              <a:buNone/>
              <a:defRPr sz="1300">
                <a:solidFill>
                  <a:srgbClr val="898989"/>
                </a:solidFill>
                <a:latin typeface="Calibri"/>
                <a:ea typeface="Calibri"/>
                <a:cs typeface="Calibri"/>
                <a:sym typeface="Calibri"/>
              </a:defRPr>
            </a:lvl4pPr>
            <a:lvl5pPr indent="0" lvl="4" marL="0" marR="0" algn="r">
              <a:spcBef>
                <a:spcPts val="0"/>
              </a:spcBef>
              <a:spcAft>
                <a:spcPts val="0"/>
              </a:spcAft>
              <a:buNone/>
              <a:defRPr sz="1300">
                <a:solidFill>
                  <a:srgbClr val="898989"/>
                </a:solidFill>
                <a:latin typeface="Calibri"/>
                <a:ea typeface="Calibri"/>
                <a:cs typeface="Calibri"/>
                <a:sym typeface="Calibri"/>
              </a:defRPr>
            </a:lvl5pPr>
            <a:lvl6pPr indent="0" lvl="5" marL="0" marR="0" algn="r">
              <a:spcBef>
                <a:spcPts val="0"/>
              </a:spcBef>
              <a:spcAft>
                <a:spcPts val="0"/>
              </a:spcAft>
              <a:buNone/>
              <a:defRPr sz="1300">
                <a:solidFill>
                  <a:srgbClr val="898989"/>
                </a:solidFill>
                <a:latin typeface="Calibri"/>
                <a:ea typeface="Calibri"/>
                <a:cs typeface="Calibri"/>
                <a:sym typeface="Calibri"/>
              </a:defRPr>
            </a:lvl6pPr>
            <a:lvl7pPr indent="0" lvl="6" marL="0" marR="0" algn="r">
              <a:spcBef>
                <a:spcPts val="0"/>
              </a:spcBef>
              <a:spcAft>
                <a:spcPts val="0"/>
              </a:spcAft>
              <a:buNone/>
              <a:defRPr sz="1300">
                <a:solidFill>
                  <a:srgbClr val="898989"/>
                </a:solidFill>
                <a:latin typeface="Calibri"/>
                <a:ea typeface="Calibri"/>
                <a:cs typeface="Calibri"/>
                <a:sym typeface="Calibri"/>
              </a:defRPr>
            </a:lvl7pPr>
            <a:lvl8pPr indent="0" lvl="7" marL="0" marR="0" algn="r">
              <a:spcBef>
                <a:spcPts val="0"/>
              </a:spcBef>
              <a:spcAft>
                <a:spcPts val="0"/>
              </a:spcAft>
              <a:buNone/>
              <a:defRPr sz="1300">
                <a:solidFill>
                  <a:srgbClr val="898989"/>
                </a:solidFill>
                <a:latin typeface="Calibri"/>
                <a:ea typeface="Calibri"/>
                <a:cs typeface="Calibri"/>
                <a:sym typeface="Calibri"/>
              </a:defRPr>
            </a:lvl8pPr>
            <a:lvl9pPr indent="0" lvl="8" marL="0" marR="0" algn="r">
              <a:spcBef>
                <a:spcPts val="0"/>
              </a:spcBef>
              <a:spcAft>
                <a:spcPts val="0"/>
              </a:spcAft>
              <a:buNone/>
              <a:defRPr sz="13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534600" y="302263"/>
            <a:ext cx="9622800" cy="1260900"/>
          </a:xfrm>
          <a:prstGeom prst="rect">
            <a:avLst/>
          </a:prstGeom>
          <a:noFill/>
          <a:ln>
            <a:noFill/>
          </a:ln>
        </p:spPr>
        <p:txBody>
          <a:bodyPr anchorCtr="0" anchor="ctr" bIns="49450" lIns="98950" spcFirstLastPara="1" rIns="98950" wrap="square" tIns="49450">
            <a:noAutofit/>
          </a:bodyPr>
          <a:lstStyle>
            <a:lvl1pPr lvl="0" marR="0" rtl="0" algn="ctr">
              <a:spcBef>
                <a:spcPts val="0"/>
              </a:spcBef>
              <a:spcAft>
                <a:spcPts val="0"/>
              </a:spcAft>
              <a:buSzPts val="1500"/>
              <a:buNone/>
              <a:defRPr b="0" i="0" sz="4800" u="none" cap="none" strike="noStrike">
                <a:solidFill>
                  <a:schemeClr val="dk1"/>
                </a:solidFill>
                <a:latin typeface="Calibri"/>
                <a:ea typeface="Calibri"/>
                <a:cs typeface="Calibri"/>
                <a:sym typeface="Calibri"/>
              </a:defRPr>
            </a:lvl1pPr>
            <a:lvl2pPr lvl="1" marR="0" rtl="0" algn="ctr">
              <a:spcBef>
                <a:spcPts val="0"/>
              </a:spcBef>
              <a:spcAft>
                <a:spcPts val="0"/>
              </a:spcAft>
              <a:buSzPts val="1500"/>
              <a:buNone/>
              <a:defRPr b="0" i="0" sz="4800" u="none" cap="none" strike="noStrike">
                <a:solidFill>
                  <a:schemeClr val="dk1"/>
                </a:solidFill>
                <a:latin typeface="Calibri"/>
                <a:ea typeface="Calibri"/>
                <a:cs typeface="Calibri"/>
                <a:sym typeface="Calibri"/>
              </a:defRPr>
            </a:lvl2pPr>
            <a:lvl3pPr lvl="2" marR="0" rtl="0" algn="ctr">
              <a:spcBef>
                <a:spcPts val="0"/>
              </a:spcBef>
              <a:spcAft>
                <a:spcPts val="0"/>
              </a:spcAft>
              <a:buSzPts val="1500"/>
              <a:buNone/>
              <a:defRPr b="0" i="0" sz="4800" u="none" cap="none" strike="noStrike">
                <a:solidFill>
                  <a:schemeClr val="dk1"/>
                </a:solidFill>
                <a:latin typeface="Calibri"/>
                <a:ea typeface="Calibri"/>
                <a:cs typeface="Calibri"/>
                <a:sym typeface="Calibri"/>
              </a:defRPr>
            </a:lvl3pPr>
            <a:lvl4pPr lvl="3" marR="0" rtl="0" algn="ctr">
              <a:spcBef>
                <a:spcPts val="0"/>
              </a:spcBef>
              <a:spcAft>
                <a:spcPts val="0"/>
              </a:spcAft>
              <a:buSzPts val="1500"/>
              <a:buNone/>
              <a:defRPr b="0" i="0" sz="4800" u="none" cap="none" strike="noStrike">
                <a:solidFill>
                  <a:schemeClr val="dk1"/>
                </a:solidFill>
                <a:latin typeface="Calibri"/>
                <a:ea typeface="Calibri"/>
                <a:cs typeface="Calibri"/>
                <a:sym typeface="Calibri"/>
              </a:defRPr>
            </a:lvl4pPr>
            <a:lvl5pPr lvl="4" marR="0" rtl="0" algn="ctr">
              <a:spcBef>
                <a:spcPts val="0"/>
              </a:spcBef>
              <a:spcAft>
                <a:spcPts val="0"/>
              </a:spcAft>
              <a:buSzPts val="1500"/>
              <a:buNone/>
              <a:defRPr b="0" i="0" sz="4800" u="none" cap="none" strike="noStrike">
                <a:solidFill>
                  <a:schemeClr val="dk1"/>
                </a:solidFill>
                <a:latin typeface="Calibri"/>
                <a:ea typeface="Calibri"/>
                <a:cs typeface="Calibri"/>
                <a:sym typeface="Calibri"/>
              </a:defRPr>
            </a:lvl5pPr>
            <a:lvl6pPr lvl="5" marR="0" rtl="0" algn="ctr">
              <a:spcBef>
                <a:spcPts val="0"/>
              </a:spcBef>
              <a:spcAft>
                <a:spcPts val="0"/>
              </a:spcAft>
              <a:buSzPts val="1500"/>
              <a:buNone/>
              <a:defRPr b="0" i="0" sz="4800" u="none" cap="none" strike="noStrike">
                <a:solidFill>
                  <a:schemeClr val="dk1"/>
                </a:solidFill>
                <a:latin typeface="Calibri"/>
                <a:ea typeface="Calibri"/>
                <a:cs typeface="Calibri"/>
                <a:sym typeface="Calibri"/>
              </a:defRPr>
            </a:lvl6pPr>
            <a:lvl7pPr lvl="6" marR="0" rtl="0" algn="ctr">
              <a:spcBef>
                <a:spcPts val="0"/>
              </a:spcBef>
              <a:spcAft>
                <a:spcPts val="0"/>
              </a:spcAft>
              <a:buSzPts val="1500"/>
              <a:buNone/>
              <a:defRPr b="0" i="0" sz="4800" u="none" cap="none" strike="noStrike">
                <a:solidFill>
                  <a:schemeClr val="dk1"/>
                </a:solidFill>
                <a:latin typeface="Calibri"/>
                <a:ea typeface="Calibri"/>
                <a:cs typeface="Calibri"/>
                <a:sym typeface="Calibri"/>
              </a:defRPr>
            </a:lvl7pPr>
            <a:lvl8pPr lvl="7" marR="0" rtl="0" algn="ctr">
              <a:spcBef>
                <a:spcPts val="0"/>
              </a:spcBef>
              <a:spcAft>
                <a:spcPts val="0"/>
              </a:spcAft>
              <a:buSzPts val="1500"/>
              <a:buNone/>
              <a:defRPr b="0" i="0" sz="4800" u="none" cap="none" strike="noStrike">
                <a:solidFill>
                  <a:schemeClr val="dk1"/>
                </a:solidFill>
                <a:latin typeface="Calibri"/>
                <a:ea typeface="Calibri"/>
                <a:cs typeface="Calibri"/>
                <a:sym typeface="Calibri"/>
              </a:defRPr>
            </a:lvl8pPr>
            <a:lvl9pPr lvl="8" marR="0" rtl="0" algn="ctr">
              <a:spcBef>
                <a:spcPts val="0"/>
              </a:spcBef>
              <a:spcAft>
                <a:spcPts val="0"/>
              </a:spcAft>
              <a:buSzPts val="1500"/>
              <a:buNone/>
              <a:defRPr b="0" i="0" sz="4800" u="none" cap="none" strike="noStrike">
                <a:solidFill>
                  <a:schemeClr val="dk1"/>
                </a:solidFill>
                <a:latin typeface="Calibri"/>
                <a:ea typeface="Calibri"/>
                <a:cs typeface="Calibri"/>
                <a:sym typeface="Calibri"/>
              </a:defRPr>
            </a:lvl9pPr>
          </a:lstStyle>
          <a:p/>
        </p:txBody>
      </p:sp>
      <p:sp>
        <p:nvSpPr>
          <p:cNvPr id="11" name="Google Shape;11;p1"/>
          <p:cNvSpPr txBox="1"/>
          <p:nvPr>
            <p:ph idx="1" type="body"/>
          </p:nvPr>
        </p:nvSpPr>
        <p:spPr>
          <a:xfrm>
            <a:off x="534600" y="1763486"/>
            <a:ext cx="9622800" cy="4989900"/>
          </a:xfrm>
          <a:prstGeom prst="rect">
            <a:avLst/>
          </a:prstGeom>
          <a:noFill/>
          <a:ln>
            <a:noFill/>
          </a:ln>
        </p:spPr>
        <p:txBody>
          <a:bodyPr anchorCtr="0" anchor="t" bIns="49450" lIns="98950" spcFirstLastPara="1" rIns="98950" wrap="square" tIns="49450">
            <a:noAutofit/>
          </a:bodyPr>
          <a:lstStyle>
            <a:lvl1pPr indent="-450850" lvl="0" marL="457200" marR="0" rtl="0" algn="l">
              <a:spcBef>
                <a:spcPts val="700"/>
              </a:spcBef>
              <a:spcAft>
                <a:spcPts val="0"/>
              </a:spcAft>
              <a:buClr>
                <a:schemeClr val="dk1"/>
              </a:buClr>
              <a:buSzPts val="3500"/>
              <a:buFont typeface="Arial"/>
              <a:buChar char="•"/>
              <a:defRPr b="0" i="0" sz="3500" u="none" cap="none" strike="noStrike">
                <a:solidFill>
                  <a:schemeClr val="dk1"/>
                </a:solidFill>
                <a:latin typeface="Calibri"/>
                <a:ea typeface="Calibri"/>
                <a:cs typeface="Calibri"/>
                <a:sym typeface="Calibri"/>
              </a:defRPr>
            </a:lvl1pPr>
            <a:lvl2pPr indent="-419100" lvl="1" marL="914400" marR="0" rtl="0" algn="l">
              <a:spcBef>
                <a:spcPts val="60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2pPr>
            <a:lvl3pPr indent="-393700" lvl="2" marL="1371600" marR="0" rtl="0" algn="l">
              <a:spcBef>
                <a:spcPts val="500"/>
              </a:spcBef>
              <a:spcAft>
                <a:spcPts val="0"/>
              </a:spcAft>
              <a:buClr>
                <a:schemeClr val="dk1"/>
              </a:buClr>
              <a:buSzPts val="2600"/>
              <a:buFont typeface="Arial"/>
              <a:buChar char="•"/>
              <a:defRPr b="0" i="0" sz="2600" u="none" cap="none" strike="noStrike">
                <a:solidFill>
                  <a:schemeClr val="dk1"/>
                </a:solidFill>
                <a:latin typeface="Calibri"/>
                <a:ea typeface="Calibri"/>
                <a:cs typeface="Calibri"/>
                <a:sym typeface="Calibri"/>
              </a:defRPr>
            </a:lvl3pPr>
            <a:lvl4pPr indent="-368300" lvl="3" marL="1828800" marR="0" rtl="0" algn="l">
              <a:spcBef>
                <a:spcPts val="400"/>
              </a:spcBef>
              <a:spcAft>
                <a:spcPts val="0"/>
              </a:spcAft>
              <a:buClr>
                <a:schemeClr val="dk1"/>
              </a:buClr>
              <a:buSzPts val="2200"/>
              <a:buFont typeface="Arial"/>
              <a:buChar char="–"/>
              <a:defRPr b="0" i="0" sz="2200" u="none" cap="none" strike="noStrike">
                <a:solidFill>
                  <a:schemeClr val="dk1"/>
                </a:solidFill>
                <a:latin typeface="Calibri"/>
                <a:ea typeface="Calibri"/>
                <a:cs typeface="Calibri"/>
                <a:sym typeface="Calibri"/>
              </a:defRPr>
            </a:lvl4pPr>
            <a:lvl5pPr indent="-368300" lvl="4" marL="2286000" marR="0" rtl="0" algn="l">
              <a:spcBef>
                <a:spcPts val="400"/>
              </a:spcBef>
              <a:spcAft>
                <a:spcPts val="0"/>
              </a:spcAft>
              <a:buClr>
                <a:schemeClr val="dk1"/>
              </a:buClr>
              <a:buSzPts val="2200"/>
              <a:buFont typeface="Arial"/>
              <a:buChar char="»"/>
              <a:defRPr b="0" i="0" sz="2200" u="none" cap="none" strike="noStrike">
                <a:solidFill>
                  <a:schemeClr val="dk1"/>
                </a:solidFill>
                <a:latin typeface="Calibri"/>
                <a:ea typeface="Calibri"/>
                <a:cs typeface="Calibri"/>
                <a:sym typeface="Calibri"/>
              </a:defRPr>
            </a:lvl5pPr>
            <a:lvl6pPr indent="-368300" lvl="5" marL="2743200" marR="0" rtl="0" algn="l">
              <a:spcBef>
                <a:spcPts val="400"/>
              </a:spcBef>
              <a:spcAft>
                <a:spcPts val="0"/>
              </a:spcAft>
              <a:buClr>
                <a:schemeClr val="dk1"/>
              </a:buClr>
              <a:buSzPts val="2200"/>
              <a:buFont typeface="Arial"/>
              <a:buChar char="•"/>
              <a:defRPr b="0" i="0" sz="2200" u="none" cap="none" strike="noStrike">
                <a:solidFill>
                  <a:schemeClr val="dk1"/>
                </a:solidFill>
                <a:latin typeface="Calibri"/>
                <a:ea typeface="Calibri"/>
                <a:cs typeface="Calibri"/>
                <a:sym typeface="Calibri"/>
              </a:defRPr>
            </a:lvl6pPr>
            <a:lvl7pPr indent="-368300" lvl="6" marL="3200400" marR="0" rtl="0" algn="l">
              <a:spcBef>
                <a:spcPts val="400"/>
              </a:spcBef>
              <a:spcAft>
                <a:spcPts val="0"/>
              </a:spcAft>
              <a:buClr>
                <a:schemeClr val="dk1"/>
              </a:buClr>
              <a:buSzPts val="2200"/>
              <a:buFont typeface="Arial"/>
              <a:buChar char="•"/>
              <a:defRPr b="0" i="0" sz="2200" u="none" cap="none" strike="noStrike">
                <a:solidFill>
                  <a:schemeClr val="dk1"/>
                </a:solidFill>
                <a:latin typeface="Calibri"/>
                <a:ea typeface="Calibri"/>
                <a:cs typeface="Calibri"/>
                <a:sym typeface="Calibri"/>
              </a:defRPr>
            </a:lvl7pPr>
            <a:lvl8pPr indent="-368300" lvl="7" marL="3657600" marR="0" rtl="0" algn="l">
              <a:spcBef>
                <a:spcPts val="400"/>
              </a:spcBef>
              <a:spcAft>
                <a:spcPts val="0"/>
              </a:spcAft>
              <a:buClr>
                <a:schemeClr val="dk1"/>
              </a:buClr>
              <a:buSzPts val="2200"/>
              <a:buFont typeface="Arial"/>
              <a:buChar char="•"/>
              <a:defRPr b="0" i="0" sz="2200" u="none" cap="none" strike="noStrike">
                <a:solidFill>
                  <a:schemeClr val="dk1"/>
                </a:solidFill>
                <a:latin typeface="Calibri"/>
                <a:ea typeface="Calibri"/>
                <a:cs typeface="Calibri"/>
                <a:sym typeface="Calibri"/>
              </a:defRPr>
            </a:lvl8pPr>
            <a:lvl9pPr indent="-368300" lvl="8" marL="4114800" marR="0" rtl="0" algn="l">
              <a:spcBef>
                <a:spcPts val="400"/>
              </a:spcBef>
              <a:spcAft>
                <a:spcPts val="0"/>
              </a:spcAft>
              <a:buClr>
                <a:schemeClr val="dk1"/>
              </a:buClr>
              <a:buSzPts val="2200"/>
              <a:buFont typeface="Arial"/>
              <a:buChar char="•"/>
              <a:defRPr b="0" i="0" sz="22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534600" y="7007306"/>
            <a:ext cx="2494800" cy="402300"/>
          </a:xfrm>
          <a:prstGeom prst="rect">
            <a:avLst/>
          </a:prstGeom>
          <a:noFill/>
          <a:ln>
            <a:noFill/>
          </a:ln>
        </p:spPr>
        <p:txBody>
          <a:bodyPr anchorCtr="0" anchor="ctr" bIns="49450" lIns="98950" spcFirstLastPara="1" rIns="98950" wrap="square" tIns="49450">
            <a:noAutofit/>
          </a:bodyPr>
          <a:lstStyle>
            <a:lvl1pPr lvl="0" marR="0" rtl="0" algn="l">
              <a:spcBef>
                <a:spcPts val="0"/>
              </a:spcBef>
              <a:spcAft>
                <a:spcPts val="0"/>
              </a:spcAft>
              <a:buSzPts val="1500"/>
              <a:buNone/>
              <a:defRPr b="0" i="0" sz="1300" u="none" cap="none" strike="noStrike">
                <a:solidFill>
                  <a:srgbClr val="888888"/>
                </a:solidFill>
                <a:latin typeface="Calibri"/>
                <a:ea typeface="Calibri"/>
                <a:cs typeface="Calibri"/>
                <a:sym typeface="Calibri"/>
              </a:defRPr>
            </a:lvl1pPr>
            <a:lvl2pPr lvl="1" marR="0" rtl="0" algn="l">
              <a:spcBef>
                <a:spcPts val="0"/>
              </a:spcBef>
              <a:spcAft>
                <a:spcPts val="0"/>
              </a:spcAft>
              <a:buSzPts val="1500"/>
              <a:buNone/>
              <a:defRPr b="0" i="0" sz="1900" u="none" cap="none" strike="noStrike">
                <a:solidFill>
                  <a:schemeClr val="dk1"/>
                </a:solidFill>
                <a:latin typeface="Arial"/>
                <a:ea typeface="Arial"/>
                <a:cs typeface="Arial"/>
                <a:sym typeface="Arial"/>
              </a:defRPr>
            </a:lvl2pPr>
            <a:lvl3pPr lvl="2" marR="0" rtl="0" algn="l">
              <a:spcBef>
                <a:spcPts val="0"/>
              </a:spcBef>
              <a:spcAft>
                <a:spcPts val="0"/>
              </a:spcAft>
              <a:buSzPts val="1500"/>
              <a:buNone/>
              <a:defRPr b="0" i="0" sz="1900" u="none" cap="none" strike="noStrike">
                <a:solidFill>
                  <a:schemeClr val="dk1"/>
                </a:solidFill>
                <a:latin typeface="Arial"/>
                <a:ea typeface="Arial"/>
                <a:cs typeface="Arial"/>
                <a:sym typeface="Arial"/>
              </a:defRPr>
            </a:lvl3pPr>
            <a:lvl4pPr lvl="3" marR="0" rtl="0" algn="l">
              <a:spcBef>
                <a:spcPts val="0"/>
              </a:spcBef>
              <a:spcAft>
                <a:spcPts val="0"/>
              </a:spcAft>
              <a:buSzPts val="1500"/>
              <a:buNone/>
              <a:defRPr b="0" i="0" sz="1900" u="none" cap="none" strike="noStrike">
                <a:solidFill>
                  <a:schemeClr val="dk1"/>
                </a:solidFill>
                <a:latin typeface="Arial"/>
                <a:ea typeface="Arial"/>
                <a:cs typeface="Arial"/>
                <a:sym typeface="Arial"/>
              </a:defRPr>
            </a:lvl4pPr>
            <a:lvl5pPr lvl="4" marR="0" rtl="0" algn="l">
              <a:spcBef>
                <a:spcPts val="0"/>
              </a:spcBef>
              <a:spcAft>
                <a:spcPts val="0"/>
              </a:spcAft>
              <a:buSzPts val="1500"/>
              <a:buNone/>
              <a:defRPr b="0" i="0" sz="1900" u="none" cap="none" strike="noStrike">
                <a:solidFill>
                  <a:schemeClr val="dk1"/>
                </a:solidFill>
                <a:latin typeface="Arial"/>
                <a:ea typeface="Arial"/>
                <a:cs typeface="Arial"/>
                <a:sym typeface="Arial"/>
              </a:defRPr>
            </a:lvl5pPr>
            <a:lvl6pPr lvl="5" marR="0" rtl="0" algn="l">
              <a:spcBef>
                <a:spcPts val="0"/>
              </a:spcBef>
              <a:spcAft>
                <a:spcPts val="0"/>
              </a:spcAft>
              <a:buSzPts val="1500"/>
              <a:buNone/>
              <a:defRPr b="0" i="0" sz="1900" u="none" cap="none" strike="noStrike">
                <a:solidFill>
                  <a:schemeClr val="dk1"/>
                </a:solidFill>
                <a:latin typeface="Arial"/>
                <a:ea typeface="Arial"/>
                <a:cs typeface="Arial"/>
                <a:sym typeface="Arial"/>
              </a:defRPr>
            </a:lvl6pPr>
            <a:lvl7pPr lvl="6" marR="0" rtl="0" algn="l">
              <a:spcBef>
                <a:spcPts val="0"/>
              </a:spcBef>
              <a:spcAft>
                <a:spcPts val="0"/>
              </a:spcAft>
              <a:buSzPts val="1500"/>
              <a:buNone/>
              <a:defRPr b="0" i="0" sz="1900" u="none" cap="none" strike="noStrike">
                <a:solidFill>
                  <a:schemeClr val="dk1"/>
                </a:solidFill>
                <a:latin typeface="Arial"/>
                <a:ea typeface="Arial"/>
                <a:cs typeface="Arial"/>
                <a:sym typeface="Arial"/>
              </a:defRPr>
            </a:lvl7pPr>
            <a:lvl8pPr lvl="7" marR="0" rtl="0" algn="l">
              <a:spcBef>
                <a:spcPts val="0"/>
              </a:spcBef>
              <a:spcAft>
                <a:spcPts val="0"/>
              </a:spcAft>
              <a:buSzPts val="1500"/>
              <a:buNone/>
              <a:defRPr b="0" i="0" sz="1900" u="none" cap="none" strike="noStrike">
                <a:solidFill>
                  <a:schemeClr val="dk1"/>
                </a:solidFill>
                <a:latin typeface="Arial"/>
                <a:ea typeface="Arial"/>
                <a:cs typeface="Arial"/>
                <a:sym typeface="Arial"/>
              </a:defRPr>
            </a:lvl8pPr>
            <a:lvl9pPr lvl="8" marR="0" rtl="0" algn="l">
              <a:spcBef>
                <a:spcPts val="0"/>
              </a:spcBef>
              <a:spcAft>
                <a:spcPts val="0"/>
              </a:spcAft>
              <a:buSzPts val="1500"/>
              <a:buNone/>
              <a:defRPr b="0" i="0" sz="1900" u="none" cap="none" strike="noStrike">
                <a:solidFill>
                  <a:schemeClr val="dk1"/>
                </a:solidFill>
                <a:latin typeface="Arial"/>
                <a:ea typeface="Arial"/>
                <a:cs typeface="Arial"/>
                <a:sym typeface="Arial"/>
              </a:defRPr>
            </a:lvl9pPr>
          </a:lstStyle>
          <a:p/>
        </p:txBody>
      </p:sp>
      <p:sp>
        <p:nvSpPr>
          <p:cNvPr id="13" name="Google Shape;13;p1"/>
          <p:cNvSpPr txBox="1"/>
          <p:nvPr>
            <p:ph idx="11" type="ftr"/>
          </p:nvPr>
        </p:nvSpPr>
        <p:spPr>
          <a:xfrm>
            <a:off x="3653100" y="7007306"/>
            <a:ext cx="3385800" cy="402300"/>
          </a:xfrm>
          <a:prstGeom prst="rect">
            <a:avLst/>
          </a:prstGeom>
          <a:noFill/>
          <a:ln>
            <a:noFill/>
          </a:ln>
        </p:spPr>
        <p:txBody>
          <a:bodyPr anchorCtr="0" anchor="ctr" bIns="49450" lIns="98950" spcFirstLastPara="1" rIns="98950" wrap="square" tIns="49450">
            <a:noAutofit/>
          </a:bodyPr>
          <a:lstStyle>
            <a:lvl1pPr lvl="0" marR="0" rtl="0" algn="ctr">
              <a:spcBef>
                <a:spcPts val="0"/>
              </a:spcBef>
              <a:spcAft>
                <a:spcPts val="0"/>
              </a:spcAft>
              <a:buSzPts val="1500"/>
              <a:buNone/>
              <a:defRPr b="0" i="0" sz="1300" u="none" cap="none" strike="noStrike">
                <a:solidFill>
                  <a:srgbClr val="888888"/>
                </a:solidFill>
                <a:latin typeface="Calibri"/>
                <a:ea typeface="Calibri"/>
                <a:cs typeface="Calibri"/>
                <a:sym typeface="Calibri"/>
              </a:defRPr>
            </a:lvl1pPr>
            <a:lvl2pPr lvl="1" marR="0" rtl="0" algn="l">
              <a:spcBef>
                <a:spcPts val="0"/>
              </a:spcBef>
              <a:spcAft>
                <a:spcPts val="0"/>
              </a:spcAft>
              <a:buSzPts val="1500"/>
              <a:buNone/>
              <a:defRPr b="0" i="0" sz="1900" u="none" cap="none" strike="noStrike">
                <a:solidFill>
                  <a:schemeClr val="dk1"/>
                </a:solidFill>
                <a:latin typeface="Arial"/>
                <a:ea typeface="Arial"/>
                <a:cs typeface="Arial"/>
                <a:sym typeface="Arial"/>
              </a:defRPr>
            </a:lvl2pPr>
            <a:lvl3pPr lvl="2" marR="0" rtl="0" algn="l">
              <a:spcBef>
                <a:spcPts val="0"/>
              </a:spcBef>
              <a:spcAft>
                <a:spcPts val="0"/>
              </a:spcAft>
              <a:buSzPts val="1500"/>
              <a:buNone/>
              <a:defRPr b="0" i="0" sz="1900" u="none" cap="none" strike="noStrike">
                <a:solidFill>
                  <a:schemeClr val="dk1"/>
                </a:solidFill>
                <a:latin typeface="Arial"/>
                <a:ea typeface="Arial"/>
                <a:cs typeface="Arial"/>
                <a:sym typeface="Arial"/>
              </a:defRPr>
            </a:lvl3pPr>
            <a:lvl4pPr lvl="3" marR="0" rtl="0" algn="l">
              <a:spcBef>
                <a:spcPts val="0"/>
              </a:spcBef>
              <a:spcAft>
                <a:spcPts val="0"/>
              </a:spcAft>
              <a:buSzPts val="1500"/>
              <a:buNone/>
              <a:defRPr b="0" i="0" sz="1900" u="none" cap="none" strike="noStrike">
                <a:solidFill>
                  <a:schemeClr val="dk1"/>
                </a:solidFill>
                <a:latin typeface="Arial"/>
                <a:ea typeface="Arial"/>
                <a:cs typeface="Arial"/>
                <a:sym typeface="Arial"/>
              </a:defRPr>
            </a:lvl4pPr>
            <a:lvl5pPr lvl="4" marR="0" rtl="0" algn="l">
              <a:spcBef>
                <a:spcPts val="0"/>
              </a:spcBef>
              <a:spcAft>
                <a:spcPts val="0"/>
              </a:spcAft>
              <a:buSzPts val="1500"/>
              <a:buNone/>
              <a:defRPr b="0" i="0" sz="1900" u="none" cap="none" strike="noStrike">
                <a:solidFill>
                  <a:schemeClr val="dk1"/>
                </a:solidFill>
                <a:latin typeface="Arial"/>
                <a:ea typeface="Arial"/>
                <a:cs typeface="Arial"/>
                <a:sym typeface="Arial"/>
              </a:defRPr>
            </a:lvl5pPr>
            <a:lvl6pPr lvl="5" marR="0" rtl="0" algn="l">
              <a:spcBef>
                <a:spcPts val="0"/>
              </a:spcBef>
              <a:spcAft>
                <a:spcPts val="0"/>
              </a:spcAft>
              <a:buSzPts val="1500"/>
              <a:buNone/>
              <a:defRPr b="0" i="0" sz="1900" u="none" cap="none" strike="noStrike">
                <a:solidFill>
                  <a:schemeClr val="dk1"/>
                </a:solidFill>
                <a:latin typeface="Arial"/>
                <a:ea typeface="Arial"/>
                <a:cs typeface="Arial"/>
                <a:sym typeface="Arial"/>
              </a:defRPr>
            </a:lvl6pPr>
            <a:lvl7pPr lvl="6" marR="0" rtl="0" algn="l">
              <a:spcBef>
                <a:spcPts val="0"/>
              </a:spcBef>
              <a:spcAft>
                <a:spcPts val="0"/>
              </a:spcAft>
              <a:buSzPts val="1500"/>
              <a:buNone/>
              <a:defRPr b="0" i="0" sz="1900" u="none" cap="none" strike="noStrike">
                <a:solidFill>
                  <a:schemeClr val="dk1"/>
                </a:solidFill>
                <a:latin typeface="Arial"/>
                <a:ea typeface="Arial"/>
                <a:cs typeface="Arial"/>
                <a:sym typeface="Arial"/>
              </a:defRPr>
            </a:lvl7pPr>
            <a:lvl8pPr lvl="7" marR="0" rtl="0" algn="l">
              <a:spcBef>
                <a:spcPts val="0"/>
              </a:spcBef>
              <a:spcAft>
                <a:spcPts val="0"/>
              </a:spcAft>
              <a:buSzPts val="1500"/>
              <a:buNone/>
              <a:defRPr b="0" i="0" sz="1900" u="none" cap="none" strike="noStrike">
                <a:solidFill>
                  <a:schemeClr val="dk1"/>
                </a:solidFill>
                <a:latin typeface="Arial"/>
                <a:ea typeface="Arial"/>
                <a:cs typeface="Arial"/>
                <a:sym typeface="Arial"/>
              </a:defRPr>
            </a:lvl8pPr>
            <a:lvl9pPr lvl="8" marR="0" rtl="0" algn="l">
              <a:spcBef>
                <a:spcPts val="0"/>
              </a:spcBef>
              <a:spcAft>
                <a:spcPts val="0"/>
              </a:spcAft>
              <a:buSzPts val="1500"/>
              <a:buNone/>
              <a:defRPr b="0" i="0" sz="1900" u="none" cap="none" strike="noStrike">
                <a:solidFill>
                  <a:schemeClr val="dk1"/>
                </a:solidFill>
                <a:latin typeface="Arial"/>
                <a:ea typeface="Arial"/>
                <a:cs typeface="Arial"/>
                <a:sym typeface="Arial"/>
              </a:defRPr>
            </a:lvl9pPr>
          </a:lstStyle>
          <a:p/>
        </p:txBody>
      </p:sp>
      <p:sp>
        <p:nvSpPr>
          <p:cNvPr id="14" name="Google Shape;14;p1"/>
          <p:cNvSpPr txBox="1"/>
          <p:nvPr>
            <p:ph idx="12" type="sldNum"/>
          </p:nvPr>
        </p:nvSpPr>
        <p:spPr>
          <a:xfrm>
            <a:off x="7662600" y="7007306"/>
            <a:ext cx="2494800" cy="402300"/>
          </a:xfrm>
          <a:prstGeom prst="rect">
            <a:avLst/>
          </a:prstGeom>
          <a:noFill/>
          <a:ln>
            <a:noFill/>
          </a:ln>
        </p:spPr>
        <p:txBody>
          <a:bodyPr anchorCtr="0" anchor="ctr" bIns="49450" lIns="98950" spcFirstLastPara="1" rIns="98950" wrap="square" tIns="49450">
            <a:noAutofit/>
          </a:bodyPr>
          <a:lstStyle>
            <a:lvl1pPr indent="0" lvl="0" marL="0" marR="0" rtl="0" algn="r">
              <a:spcBef>
                <a:spcPts val="0"/>
              </a:spcBef>
              <a:spcAft>
                <a:spcPts val="0"/>
              </a:spcAft>
              <a:buNone/>
              <a:defRPr b="0" i="0" sz="1300" u="none" cap="none" strike="noStrike">
                <a:solidFill>
                  <a:srgbClr val="898989"/>
                </a:solidFill>
                <a:latin typeface="Calibri"/>
                <a:ea typeface="Calibri"/>
                <a:cs typeface="Calibri"/>
                <a:sym typeface="Calibri"/>
              </a:defRPr>
            </a:lvl1pPr>
            <a:lvl2pPr indent="0" lvl="1" marL="0" marR="0" rtl="0" algn="r">
              <a:spcBef>
                <a:spcPts val="0"/>
              </a:spcBef>
              <a:spcAft>
                <a:spcPts val="0"/>
              </a:spcAft>
              <a:buNone/>
              <a:defRPr b="0" i="0" sz="1300" u="none" cap="none" strike="noStrike">
                <a:solidFill>
                  <a:srgbClr val="898989"/>
                </a:solidFill>
                <a:latin typeface="Calibri"/>
                <a:ea typeface="Calibri"/>
                <a:cs typeface="Calibri"/>
                <a:sym typeface="Calibri"/>
              </a:defRPr>
            </a:lvl2pPr>
            <a:lvl3pPr indent="0" lvl="2" marL="0" marR="0" rtl="0" algn="r">
              <a:spcBef>
                <a:spcPts val="0"/>
              </a:spcBef>
              <a:spcAft>
                <a:spcPts val="0"/>
              </a:spcAft>
              <a:buNone/>
              <a:defRPr b="0" i="0" sz="1300" u="none" cap="none" strike="noStrike">
                <a:solidFill>
                  <a:srgbClr val="898989"/>
                </a:solidFill>
                <a:latin typeface="Calibri"/>
                <a:ea typeface="Calibri"/>
                <a:cs typeface="Calibri"/>
                <a:sym typeface="Calibri"/>
              </a:defRPr>
            </a:lvl3pPr>
            <a:lvl4pPr indent="0" lvl="3" marL="0" marR="0" rtl="0" algn="r">
              <a:spcBef>
                <a:spcPts val="0"/>
              </a:spcBef>
              <a:spcAft>
                <a:spcPts val="0"/>
              </a:spcAft>
              <a:buNone/>
              <a:defRPr b="0" i="0" sz="1300" u="none" cap="none" strike="noStrike">
                <a:solidFill>
                  <a:srgbClr val="898989"/>
                </a:solidFill>
                <a:latin typeface="Calibri"/>
                <a:ea typeface="Calibri"/>
                <a:cs typeface="Calibri"/>
                <a:sym typeface="Calibri"/>
              </a:defRPr>
            </a:lvl4pPr>
            <a:lvl5pPr indent="0" lvl="4" marL="0" marR="0" rtl="0" algn="r">
              <a:spcBef>
                <a:spcPts val="0"/>
              </a:spcBef>
              <a:spcAft>
                <a:spcPts val="0"/>
              </a:spcAft>
              <a:buNone/>
              <a:defRPr b="0" i="0" sz="1300" u="none" cap="none" strike="noStrike">
                <a:solidFill>
                  <a:srgbClr val="898989"/>
                </a:solidFill>
                <a:latin typeface="Calibri"/>
                <a:ea typeface="Calibri"/>
                <a:cs typeface="Calibri"/>
                <a:sym typeface="Calibri"/>
              </a:defRPr>
            </a:lvl5pPr>
            <a:lvl6pPr indent="0" lvl="5" marL="0" marR="0" rtl="0" algn="r">
              <a:spcBef>
                <a:spcPts val="0"/>
              </a:spcBef>
              <a:spcAft>
                <a:spcPts val="0"/>
              </a:spcAft>
              <a:buNone/>
              <a:defRPr b="0" i="0" sz="1300" u="none" cap="none" strike="noStrike">
                <a:solidFill>
                  <a:srgbClr val="898989"/>
                </a:solidFill>
                <a:latin typeface="Calibri"/>
                <a:ea typeface="Calibri"/>
                <a:cs typeface="Calibri"/>
                <a:sym typeface="Calibri"/>
              </a:defRPr>
            </a:lvl6pPr>
            <a:lvl7pPr indent="0" lvl="6" marL="0" marR="0" rtl="0" algn="r">
              <a:spcBef>
                <a:spcPts val="0"/>
              </a:spcBef>
              <a:spcAft>
                <a:spcPts val="0"/>
              </a:spcAft>
              <a:buNone/>
              <a:defRPr b="0" i="0" sz="1300" u="none" cap="none" strike="noStrike">
                <a:solidFill>
                  <a:srgbClr val="898989"/>
                </a:solidFill>
                <a:latin typeface="Calibri"/>
                <a:ea typeface="Calibri"/>
                <a:cs typeface="Calibri"/>
                <a:sym typeface="Calibri"/>
              </a:defRPr>
            </a:lvl7pPr>
            <a:lvl8pPr indent="0" lvl="7" marL="0" marR="0" rtl="0" algn="r">
              <a:spcBef>
                <a:spcPts val="0"/>
              </a:spcBef>
              <a:spcAft>
                <a:spcPts val="0"/>
              </a:spcAft>
              <a:buNone/>
              <a:defRPr b="0" i="0" sz="1300" u="none" cap="none" strike="noStrike">
                <a:solidFill>
                  <a:srgbClr val="898989"/>
                </a:solidFill>
                <a:latin typeface="Calibri"/>
                <a:ea typeface="Calibri"/>
                <a:cs typeface="Calibri"/>
                <a:sym typeface="Calibri"/>
              </a:defRPr>
            </a:lvl8pPr>
            <a:lvl9pPr indent="0" lvl="8" marL="0" marR="0" rtl="0" algn="r">
              <a:spcBef>
                <a:spcPts val="0"/>
              </a:spcBef>
              <a:spcAft>
                <a:spcPts val="0"/>
              </a:spcAft>
              <a:buNone/>
              <a:defRPr b="0" i="0" sz="13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88" name="Shape 88"/>
        <p:cNvGrpSpPr/>
        <p:nvPr/>
      </p:nvGrpSpPr>
      <p:grpSpPr>
        <a:xfrm>
          <a:off x="0" y="0"/>
          <a:ext cx="0" cy="0"/>
          <a:chOff x="0" y="0"/>
          <a:chExt cx="0" cy="0"/>
        </a:xfrm>
      </p:grpSpPr>
      <p:sp>
        <p:nvSpPr>
          <p:cNvPr id="89" name="Google Shape;89;p13"/>
          <p:cNvSpPr/>
          <p:nvPr/>
        </p:nvSpPr>
        <p:spPr>
          <a:xfrm>
            <a:off x="6045092" y="645978"/>
            <a:ext cx="4431000" cy="52491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90" name="Google Shape;90;p13"/>
          <p:cNvSpPr txBox="1"/>
          <p:nvPr/>
        </p:nvSpPr>
        <p:spPr>
          <a:xfrm>
            <a:off x="6201018" y="723703"/>
            <a:ext cx="4119300" cy="29190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p:txBody>
      </p:sp>
      <p:sp>
        <p:nvSpPr>
          <p:cNvPr id="91" name="Google Shape;91;p13"/>
          <p:cNvSpPr txBox="1"/>
          <p:nvPr/>
        </p:nvSpPr>
        <p:spPr>
          <a:xfrm>
            <a:off x="6123912" y="5967523"/>
            <a:ext cx="1943100" cy="1440600"/>
          </a:xfrm>
          <a:prstGeom prst="rect">
            <a:avLst/>
          </a:prstGeom>
          <a:noFill/>
          <a:ln>
            <a:noFill/>
          </a:ln>
        </p:spPr>
        <p:txBody>
          <a:bodyPr anchorCtr="0" anchor="t" bIns="49450" lIns="98950" spcFirstLastPara="1" rIns="98950" wrap="square" tIns="49450">
            <a:noAutofit/>
          </a:bodyPr>
          <a:lstStyle/>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KEY WORDS:</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Turnover</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Economy</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Variety</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Purchase</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Service</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Product</a:t>
            </a:r>
            <a:endParaRPr sz="1500"/>
          </a:p>
          <a:p>
            <a:pPr indent="0" lvl="0" marL="0" marR="0" rtl="0" algn="ctr">
              <a:spcBef>
                <a:spcPts val="0"/>
              </a:spcBef>
              <a:spcAft>
                <a:spcPts val="0"/>
              </a:spcAft>
              <a:buClr>
                <a:schemeClr val="dk1"/>
              </a:buClr>
              <a:buSzPts val="1100"/>
              <a:buFont typeface="Arial"/>
              <a:buNone/>
            </a:pPr>
            <a:r>
              <a:t/>
            </a:r>
            <a:endParaRPr b="1" i="0" sz="1100" u="none" cap="none" strike="noStrike">
              <a:solidFill>
                <a:schemeClr val="dk1"/>
              </a:solidFill>
              <a:latin typeface="Comic Sans MS"/>
              <a:ea typeface="Comic Sans MS"/>
              <a:cs typeface="Comic Sans MS"/>
              <a:sym typeface="Comic Sans MS"/>
            </a:endParaRPr>
          </a:p>
        </p:txBody>
      </p:sp>
      <p:sp>
        <p:nvSpPr>
          <p:cNvPr id="92" name="Google Shape;92;p13"/>
          <p:cNvSpPr/>
          <p:nvPr/>
        </p:nvSpPr>
        <p:spPr>
          <a:xfrm>
            <a:off x="6045092" y="5974432"/>
            <a:ext cx="2254800" cy="14145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300" u="none" cap="none" strike="noStrike">
              <a:solidFill>
                <a:srgbClr val="FFFFFF"/>
              </a:solidFill>
              <a:latin typeface="Calibri"/>
              <a:ea typeface="Calibri"/>
              <a:cs typeface="Calibri"/>
              <a:sym typeface="Calibri"/>
            </a:endParaRPr>
          </a:p>
        </p:txBody>
      </p:sp>
      <p:sp>
        <p:nvSpPr>
          <p:cNvPr id="93" name="Google Shape;93;p13"/>
          <p:cNvSpPr txBox="1"/>
          <p:nvPr/>
        </p:nvSpPr>
        <p:spPr>
          <a:xfrm>
            <a:off x="8377114" y="5967523"/>
            <a:ext cx="2099100" cy="1272900"/>
          </a:xfrm>
          <a:prstGeom prst="rect">
            <a:avLst/>
          </a:prstGeom>
          <a:noFill/>
          <a:ln>
            <a:noFill/>
          </a:ln>
        </p:spPr>
        <p:txBody>
          <a:bodyPr anchorCtr="0" anchor="t" bIns="49450" lIns="98950" spcFirstLastPara="1" rIns="98950" wrap="square" tIns="49450">
            <a:noAutofit/>
          </a:bodyPr>
          <a:lstStyle/>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ASSESSMENT:</a:t>
            </a:r>
            <a:endParaRPr sz="1500"/>
          </a:p>
          <a:p>
            <a:pPr indent="0" lvl="0" marL="0" marR="0" rtl="0" algn="ctr">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rPr b="0" i="0" lang="en-GB" sz="1100" u="none" cap="none" strike="noStrike">
                <a:solidFill>
                  <a:schemeClr val="dk1"/>
                </a:solidFill>
                <a:latin typeface="Comic Sans MS"/>
                <a:ea typeface="Comic Sans MS"/>
                <a:cs typeface="Comic Sans MS"/>
                <a:sym typeface="Comic Sans MS"/>
              </a:rPr>
              <a:t>How confident are you on this section?</a:t>
            </a:r>
            <a:endParaRPr sz="1500"/>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p:txBody>
      </p:sp>
      <p:sp>
        <p:nvSpPr>
          <p:cNvPr id="94" name="Google Shape;94;p13"/>
          <p:cNvSpPr/>
          <p:nvPr/>
        </p:nvSpPr>
        <p:spPr>
          <a:xfrm>
            <a:off x="8377114" y="5974432"/>
            <a:ext cx="2099100" cy="14094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95" name="Google Shape;95;p13"/>
          <p:cNvSpPr/>
          <p:nvPr/>
        </p:nvSpPr>
        <p:spPr>
          <a:xfrm>
            <a:off x="8533038" y="6836311"/>
            <a:ext cx="233100" cy="238500"/>
          </a:xfrm>
          <a:prstGeom prst="cloudCallout">
            <a:avLst>
              <a:gd fmla="val -52204" name="adj1"/>
              <a:gd fmla="val 76088" name="adj2"/>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Calibri"/>
              <a:ea typeface="Calibri"/>
              <a:cs typeface="Calibri"/>
              <a:sym typeface="Calibri"/>
            </a:endParaRPr>
          </a:p>
        </p:txBody>
      </p:sp>
      <p:sp>
        <p:nvSpPr>
          <p:cNvPr id="96" name="Google Shape;96;p13"/>
          <p:cNvSpPr/>
          <p:nvPr/>
        </p:nvSpPr>
        <p:spPr>
          <a:xfrm>
            <a:off x="215896" y="176176"/>
            <a:ext cx="10181400" cy="3489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97" name="Google Shape;97;p13"/>
          <p:cNvSpPr txBox="1"/>
          <p:nvPr/>
        </p:nvSpPr>
        <p:spPr>
          <a:xfrm>
            <a:off x="371822" y="723703"/>
            <a:ext cx="2020200" cy="3990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98" name="Google Shape;98;p13"/>
          <p:cNvSpPr/>
          <p:nvPr/>
        </p:nvSpPr>
        <p:spPr>
          <a:xfrm>
            <a:off x="4024922" y="3153892"/>
            <a:ext cx="1866000" cy="4230000"/>
          </a:xfrm>
          <a:prstGeom prst="roundRect">
            <a:avLst>
              <a:gd fmla="val 9181"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99" name="Google Shape;99;p13"/>
          <p:cNvSpPr/>
          <p:nvPr/>
        </p:nvSpPr>
        <p:spPr>
          <a:xfrm>
            <a:off x="215896" y="3153892"/>
            <a:ext cx="3732000" cy="4230000"/>
          </a:xfrm>
          <a:prstGeom prst="roundRect">
            <a:avLst>
              <a:gd fmla="val 509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100" name="Google Shape;100;p13"/>
          <p:cNvSpPr/>
          <p:nvPr/>
        </p:nvSpPr>
        <p:spPr>
          <a:xfrm>
            <a:off x="2625023" y="645978"/>
            <a:ext cx="3265800" cy="2428500"/>
          </a:xfrm>
          <a:prstGeom prst="roundRect">
            <a:avLst>
              <a:gd fmla="val 7421"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101" name="Google Shape;101;p13"/>
          <p:cNvSpPr txBox="1"/>
          <p:nvPr/>
        </p:nvSpPr>
        <p:spPr>
          <a:xfrm>
            <a:off x="2625023" y="645978"/>
            <a:ext cx="3186900" cy="4353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Describe each and list two services specific for each.</a:t>
            </a:r>
            <a:endParaRPr sz="1500"/>
          </a:p>
        </p:txBody>
      </p:sp>
      <p:sp>
        <p:nvSpPr>
          <p:cNvPr id="102" name="Google Shape;102;p13"/>
          <p:cNvSpPr txBox="1"/>
          <p:nvPr/>
        </p:nvSpPr>
        <p:spPr>
          <a:xfrm>
            <a:off x="8843176" y="0"/>
            <a:ext cx="1632900" cy="3990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103" name="Google Shape;103;p13"/>
          <p:cNvSpPr/>
          <p:nvPr/>
        </p:nvSpPr>
        <p:spPr>
          <a:xfrm>
            <a:off x="215896" y="645978"/>
            <a:ext cx="2331900" cy="2428500"/>
          </a:xfrm>
          <a:prstGeom prst="roundRect">
            <a:avLst>
              <a:gd fmla="val 609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104" name="Google Shape;104;p13"/>
          <p:cNvSpPr txBox="1"/>
          <p:nvPr/>
        </p:nvSpPr>
        <p:spPr>
          <a:xfrm>
            <a:off x="215896" y="645978"/>
            <a:ext cx="2409000" cy="4353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List the 6 different hair and beauty business</a:t>
            </a:r>
            <a:endParaRPr sz="1500"/>
          </a:p>
        </p:txBody>
      </p:sp>
      <p:sp>
        <p:nvSpPr>
          <p:cNvPr id="105" name="Google Shape;105;p13"/>
          <p:cNvSpPr txBox="1"/>
          <p:nvPr/>
        </p:nvSpPr>
        <p:spPr>
          <a:xfrm>
            <a:off x="1536976" y="176176"/>
            <a:ext cx="7695300" cy="402300"/>
          </a:xfrm>
          <a:prstGeom prst="rect">
            <a:avLst/>
          </a:prstGeom>
          <a:noFill/>
          <a:ln>
            <a:noFill/>
          </a:ln>
        </p:spPr>
        <p:txBody>
          <a:bodyPr anchorCtr="0" anchor="t" bIns="49450" lIns="98950" spcFirstLastPara="1" rIns="98950" wrap="square" tIns="49450">
            <a:noAutofit/>
          </a:bodyPr>
          <a:lstStyle/>
          <a:p>
            <a:pPr indent="0" lvl="0" marL="0" marR="0" rtl="0" algn="ctr">
              <a:spcBef>
                <a:spcPts val="0"/>
              </a:spcBef>
              <a:spcAft>
                <a:spcPts val="0"/>
              </a:spcAft>
              <a:buNone/>
            </a:pPr>
            <a:r>
              <a:rPr b="1" i="0" lang="en-GB" sz="1900" u="none" cap="none" strike="noStrike">
                <a:solidFill>
                  <a:schemeClr val="dk1"/>
                </a:solidFill>
                <a:latin typeface="Comic Sans MS"/>
                <a:ea typeface="Comic Sans MS"/>
                <a:cs typeface="Comic Sans MS"/>
                <a:sym typeface="Comic Sans MS"/>
              </a:rPr>
              <a:t> </a:t>
            </a:r>
            <a:r>
              <a:rPr b="1" i="0" lang="en-GB" sz="1500" u="none" cap="none" strike="noStrike">
                <a:solidFill>
                  <a:schemeClr val="dk1"/>
                </a:solidFill>
                <a:latin typeface="Comic Sans MS"/>
                <a:ea typeface="Comic Sans MS"/>
                <a:cs typeface="Comic Sans MS"/>
                <a:sym typeface="Comic Sans MS"/>
              </a:rPr>
              <a:t>Hair &amp; Beauty REVISION – Understanding the hair and beauty sector  </a:t>
            </a:r>
            <a:endParaRPr sz="1500"/>
          </a:p>
        </p:txBody>
      </p:sp>
      <p:sp>
        <p:nvSpPr>
          <p:cNvPr id="106" name="Google Shape;106;p13"/>
          <p:cNvSpPr txBox="1"/>
          <p:nvPr/>
        </p:nvSpPr>
        <p:spPr>
          <a:xfrm>
            <a:off x="294715" y="3309341"/>
            <a:ext cx="3264000" cy="14406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What does GDP stand for</a:t>
            </a:r>
            <a:endParaRPr sz="1500"/>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What does GDP actually mean?</a:t>
            </a:r>
            <a:endParaRPr sz="1500"/>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What does it measure?</a:t>
            </a:r>
            <a:endParaRPr sz="1500"/>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What does the hair and beauty provide to the general public that helps the UK economy?</a:t>
            </a:r>
            <a:endParaRPr sz="1500"/>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What would happen if GDP went down?</a:t>
            </a:r>
            <a:endParaRPr sz="1500"/>
          </a:p>
        </p:txBody>
      </p:sp>
      <p:sp>
        <p:nvSpPr>
          <p:cNvPr id="107" name="Google Shape;107;p13"/>
          <p:cNvSpPr txBox="1"/>
          <p:nvPr/>
        </p:nvSpPr>
        <p:spPr>
          <a:xfrm>
            <a:off x="4102027" y="3231617"/>
            <a:ext cx="1710000" cy="6027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What are holistic and complimentary therapies.</a:t>
            </a:r>
            <a:endParaRPr sz="1500"/>
          </a:p>
        </p:txBody>
      </p:sp>
      <p:sp>
        <p:nvSpPr>
          <p:cNvPr id="108" name="Google Shape;108;p13"/>
          <p:cNvSpPr txBox="1"/>
          <p:nvPr/>
        </p:nvSpPr>
        <p:spPr>
          <a:xfrm>
            <a:off x="6123912" y="723703"/>
            <a:ext cx="4196400" cy="4353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List the businesses that link to hair and beauty and explain how they link.</a:t>
            </a:r>
            <a:endParaRPr sz="1500"/>
          </a:p>
        </p:txBody>
      </p:sp>
      <p:sp>
        <p:nvSpPr>
          <p:cNvPr id="109" name="Google Shape;109;p13"/>
          <p:cNvSpPr txBox="1"/>
          <p:nvPr/>
        </p:nvSpPr>
        <p:spPr>
          <a:xfrm>
            <a:off x="6201018" y="2839539"/>
            <a:ext cx="4196400" cy="7704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Arial"/>
              <a:ea typeface="Arial"/>
              <a:cs typeface="Arial"/>
              <a:sym typeface="Arial"/>
            </a:endParaRPr>
          </a:p>
          <a:p>
            <a:pPr indent="0" lvl="0" marL="0" marR="0" rtl="0" algn="l">
              <a:spcBef>
                <a:spcPts val="500"/>
              </a:spcBef>
              <a:spcAft>
                <a:spcPts val="0"/>
              </a:spcAft>
              <a:buNone/>
            </a:pPr>
            <a:r>
              <a:t/>
            </a:r>
            <a:endParaRPr b="0" i="0" sz="1100" u="none" cap="none" strike="noStrik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14" name="Shape 114"/>
        <p:cNvGrpSpPr/>
        <p:nvPr/>
      </p:nvGrpSpPr>
      <p:grpSpPr>
        <a:xfrm>
          <a:off x="0" y="0"/>
          <a:ext cx="0" cy="0"/>
          <a:chOff x="0" y="0"/>
          <a:chExt cx="0" cy="0"/>
        </a:xfrm>
      </p:grpSpPr>
      <p:sp>
        <p:nvSpPr>
          <p:cNvPr id="115" name="Google Shape;115;p14"/>
          <p:cNvSpPr/>
          <p:nvPr/>
        </p:nvSpPr>
        <p:spPr>
          <a:xfrm>
            <a:off x="6045092" y="645978"/>
            <a:ext cx="4431000" cy="52491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116" name="Google Shape;116;p14"/>
          <p:cNvSpPr txBox="1"/>
          <p:nvPr/>
        </p:nvSpPr>
        <p:spPr>
          <a:xfrm>
            <a:off x="6201018" y="723703"/>
            <a:ext cx="4119300" cy="29190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p:txBody>
      </p:sp>
      <p:sp>
        <p:nvSpPr>
          <p:cNvPr id="117" name="Google Shape;117;p14"/>
          <p:cNvSpPr txBox="1"/>
          <p:nvPr/>
        </p:nvSpPr>
        <p:spPr>
          <a:xfrm>
            <a:off x="6123912" y="5967523"/>
            <a:ext cx="1943100" cy="1774800"/>
          </a:xfrm>
          <a:prstGeom prst="rect">
            <a:avLst/>
          </a:prstGeom>
          <a:noFill/>
          <a:ln>
            <a:noFill/>
          </a:ln>
        </p:spPr>
        <p:txBody>
          <a:bodyPr anchorCtr="0" anchor="t" bIns="49450" lIns="98950" spcFirstLastPara="1" rIns="98950" wrap="square" tIns="49450">
            <a:noAutofit/>
          </a:bodyPr>
          <a:lstStyle/>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KEY WORDS:</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Related</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Linked</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Industries</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Training</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Education</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Complementary</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Manufacturing</a:t>
            </a:r>
            <a:endParaRPr sz="1500"/>
          </a:p>
          <a:p>
            <a:pPr indent="0" lvl="0" marL="0" marR="0" rtl="0" algn="ctr">
              <a:spcBef>
                <a:spcPts val="0"/>
              </a:spcBef>
              <a:spcAft>
                <a:spcPts val="0"/>
              </a:spcAft>
              <a:buClr>
                <a:schemeClr val="dk1"/>
              </a:buClr>
              <a:buSzPts val="1100"/>
              <a:buFont typeface="Arial"/>
              <a:buNone/>
            </a:pPr>
            <a:r>
              <a:t/>
            </a:r>
            <a:endParaRPr b="1" i="0" sz="1100" u="none" cap="none" strike="noStrike">
              <a:solidFill>
                <a:schemeClr val="dk1"/>
              </a:solidFill>
              <a:latin typeface="Comic Sans MS"/>
              <a:ea typeface="Comic Sans MS"/>
              <a:cs typeface="Comic Sans MS"/>
              <a:sym typeface="Comic Sans MS"/>
            </a:endParaRPr>
          </a:p>
          <a:p>
            <a:pPr indent="0" lvl="0" marL="0" marR="0" rtl="0" algn="ctr">
              <a:spcBef>
                <a:spcPts val="0"/>
              </a:spcBef>
              <a:spcAft>
                <a:spcPts val="0"/>
              </a:spcAft>
              <a:buClr>
                <a:schemeClr val="dk1"/>
              </a:buClr>
              <a:buSzPts val="1100"/>
              <a:buFont typeface="Arial"/>
              <a:buNone/>
            </a:pPr>
            <a:r>
              <a:t/>
            </a:r>
            <a:endParaRPr b="1" i="0" sz="1100" u="none" cap="none" strike="noStrike">
              <a:solidFill>
                <a:schemeClr val="dk1"/>
              </a:solidFill>
              <a:latin typeface="Comic Sans MS"/>
              <a:ea typeface="Comic Sans MS"/>
              <a:cs typeface="Comic Sans MS"/>
              <a:sym typeface="Comic Sans MS"/>
            </a:endParaRPr>
          </a:p>
        </p:txBody>
      </p:sp>
      <p:sp>
        <p:nvSpPr>
          <p:cNvPr id="118" name="Google Shape;118;p14"/>
          <p:cNvSpPr/>
          <p:nvPr/>
        </p:nvSpPr>
        <p:spPr>
          <a:xfrm>
            <a:off x="6045092" y="5974432"/>
            <a:ext cx="2254800" cy="14145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300" u="none" cap="none" strike="noStrike">
              <a:solidFill>
                <a:srgbClr val="FFFFFF"/>
              </a:solidFill>
              <a:latin typeface="Calibri"/>
              <a:ea typeface="Calibri"/>
              <a:cs typeface="Calibri"/>
              <a:sym typeface="Calibri"/>
            </a:endParaRPr>
          </a:p>
        </p:txBody>
      </p:sp>
      <p:sp>
        <p:nvSpPr>
          <p:cNvPr id="119" name="Google Shape;119;p14"/>
          <p:cNvSpPr txBox="1"/>
          <p:nvPr/>
        </p:nvSpPr>
        <p:spPr>
          <a:xfrm>
            <a:off x="8377114" y="5967523"/>
            <a:ext cx="2099100" cy="1272900"/>
          </a:xfrm>
          <a:prstGeom prst="rect">
            <a:avLst/>
          </a:prstGeom>
          <a:noFill/>
          <a:ln>
            <a:noFill/>
          </a:ln>
        </p:spPr>
        <p:txBody>
          <a:bodyPr anchorCtr="0" anchor="t" bIns="49450" lIns="98950" spcFirstLastPara="1" rIns="98950" wrap="square" tIns="49450">
            <a:noAutofit/>
          </a:bodyPr>
          <a:lstStyle/>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ASSESSMENT:</a:t>
            </a:r>
            <a:endParaRPr sz="1500"/>
          </a:p>
          <a:p>
            <a:pPr indent="0" lvl="0" marL="0" marR="0" rtl="0" algn="ctr">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rPr b="0" i="0" lang="en-GB" sz="1100" u="none" cap="none" strike="noStrike">
                <a:solidFill>
                  <a:schemeClr val="dk1"/>
                </a:solidFill>
                <a:latin typeface="Comic Sans MS"/>
                <a:ea typeface="Comic Sans MS"/>
                <a:cs typeface="Comic Sans MS"/>
                <a:sym typeface="Comic Sans MS"/>
              </a:rPr>
              <a:t>How confident are you on this section?</a:t>
            </a:r>
            <a:endParaRPr sz="1500"/>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p:txBody>
      </p:sp>
      <p:sp>
        <p:nvSpPr>
          <p:cNvPr id="120" name="Google Shape;120;p14"/>
          <p:cNvSpPr/>
          <p:nvPr/>
        </p:nvSpPr>
        <p:spPr>
          <a:xfrm>
            <a:off x="8377114" y="5974432"/>
            <a:ext cx="2099100" cy="14094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121" name="Google Shape;121;p14"/>
          <p:cNvSpPr/>
          <p:nvPr/>
        </p:nvSpPr>
        <p:spPr>
          <a:xfrm>
            <a:off x="8533038" y="6836311"/>
            <a:ext cx="233100" cy="238500"/>
          </a:xfrm>
          <a:prstGeom prst="cloudCallout">
            <a:avLst>
              <a:gd fmla="val -52204" name="adj1"/>
              <a:gd fmla="val 76088" name="adj2"/>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Calibri"/>
              <a:ea typeface="Calibri"/>
              <a:cs typeface="Calibri"/>
              <a:sym typeface="Calibri"/>
            </a:endParaRPr>
          </a:p>
        </p:txBody>
      </p:sp>
      <p:sp>
        <p:nvSpPr>
          <p:cNvPr id="122" name="Google Shape;122;p14"/>
          <p:cNvSpPr/>
          <p:nvPr/>
        </p:nvSpPr>
        <p:spPr>
          <a:xfrm>
            <a:off x="215896" y="176176"/>
            <a:ext cx="10181400" cy="3489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123" name="Google Shape;123;p14"/>
          <p:cNvSpPr txBox="1"/>
          <p:nvPr/>
        </p:nvSpPr>
        <p:spPr>
          <a:xfrm>
            <a:off x="371822" y="723703"/>
            <a:ext cx="2020200" cy="3990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124" name="Google Shape;124;p14"/>
          <p:cNvSpPr/>
          <p:nvPr/>
        </p:nvSpPr>
        <p:spPr>
          <a:xfrm>
            <a:off x="215896" y="3153892"/>
            <a:ext cx="5675100" cy="4230000"/>
          </a:xfrm>
          <a:prstGeom prst="roundRect">
            <a:avLst>
              <a:gd fmla="val 509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125" name="Google Shape;125;p14"/>
          <p:cNvSpPr txBox="1"/>
          <p:nvPr/>
        </p:nvSpPr>
        <p:spPr>
          <a:xfrm>
            <a:off x="8843176" y="0"/>
            <a:ext cx="1632900" cy="3990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126" name="Google Shape;126;p14"/>
          <p:cNvSpPr/>
          <p:nvPr/>
        </p:nvSpPr>
        <p:spPr>
          <a:xfrm>
            <a:off x="215896" y="645978"/>
            <a:ext cx="5675100" cy="2428500"/>
          </a:xfrm>
          <a:prstGeom prst="roundRect">
            <a:avLst>
              <a:gd fmla="val 609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127" name="Google Shape;127;p14"/>
          <p:cNvSpPr txBox="1"/>
          <p:nvPr/>
        </p:nvSpPr>
        <p:spPr>
          <a:xfrm>
            <a:off x="215896" y="645978"/>
            <a:ext cx="5596200" cy="2679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List the related industries</a:t>
            </a:r>
            <a:endParaRPr b="0" i="0" sz="1100" u="none" cap="none" strike="noStrike">
              <a:solidFill>
                <a:schemeClr val="dk1"/>
              </a:solidFill>
              <a:latin typeface="Comic Sans MS"/>
              <a:ea typeface="Comic Sans MS"/>
              <a:cs typeface="Comic Sans MS"/>
              <a:sym typeface="Comic Sans MS"/>
            </a:endParaRPr>
          </a:p>
        </p:txBody>
      </p:sp>
      <p:sp>
        <p:nvSpPr>
          <p:cNvPr id="128" name="Google Shape;128;p14"/>
          <p:cNvSpPr txBox="1"/>
          <p:nvPr/>
        </p:nvSpPr>
        <p:spPr>
          <a:xfrm>
            <a:off x="1536976" y="176176"/>
            <a:ext cx="7695300" cy="402300"/>
          </a:xfrm>
          <a:prstGeom prst="rect">
            <a:avLst/>
          </a:prstGeom>
          <a:noFill/>
          <a:ln>
            <a:noFill/>
          </a:ln>
        </p:spPr>
        <p:txBody>
          <a:bodyPr anchorCtr="0" anchor="t" bIns="49450" lIns="98950" spcFirstLastPara="1" rIns="98950" wrap="square" tIns="49450">
            <a:noAutofit/>
          </a:bodyPr>
          <a:lstStyle/>
          <a:p>
            <a:pPr indent="0" lvl="0" marL="0" marR="0" rtl="0" algn="ctr">
              <a:spcBef>
                <a:spcPts val="0"/>
              </a:spcBef>
              <a:spcAft>
                <a:spcPts val="0"/>
              </a:spcAft>
              <a:buNone/>
            </a:pPr>
            <a:r>
              <a:rPr b="1" i="0" lang="en-GB" sz="1900" u="none" cap="none" strike="noStrike">
                <a:solidFill>
                  <a:schemeClr val="dk1"/>
                </a:solidFill>
                <a:latin typeface="Comic Sans MS"/>
                <a:ea typeface="Comic Sans MS"/>
                <a:cs typeface="Comic Sans MS"/>
                <a:sym typeface="Comic Sans MS"/>
              </a:rPr>
              <a:t> </a:t>
            </a:r>
            <a:r>
              <a:rPr b="1" i="0" lang="en-GB" sz="1500" u="none" cap="none" strike="noStrike">
                <a:solidFill>
                  <a:schemeClr val="dk1"/>
                </a:solidFill>
                <a:latin typeface="Comic Sans MS"/>
                <a:ea typeface="Comic Sans MS"/>
                <a:cs typeface="Comic Sans MS"/>
                <a:sym typeface="Comic Sans MS"/>
              </a:rPr>
              <a:t>Hair &amp; Beauty REVISION – Related and linked industries</a:t>
            </a:r>
            <a:endParaRPr b="1" i="0" sz="1500" u="none" cap="none" strike="noStrike">
              <a:solidFill>
                <a:schemeClr val="dk1"/>
              </a:solidFill>
              <a:latin typeface="Comic Sans MS"/>
              <a:ea typeface="Comic Sans MS"/>
              <a:cs typeface="Comic Sans MS"/>
              <a:sym typeface="Comic Sans MS"/>
            </a:endParaRPr>
          </a:p>
        </p:txBody>
      </p:sp>
      <p:sp>
        <p:nvSpPr>
          <p:cNvPr id="129" name="Google Shape;129;p14"/>
          <p:cNvSpPr txBox="1"/>
          <p:nvPr/>
        </p:nvSpPr>
        <p:spPr>
          <a:xfrm>
            <a:off x="294715" y="3309341"/>
            <a:ext cx="5517300" cy="2679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List the link industries and describe how they link to the hair and beauty sector</a:t>
            </a:r>
            <a:endParaRPr b="0" i="0" sz="1100" u="none" cap="none" strike="noStrike">
              <a:solidFill>
                <a:schemeClr val="dk1"/>
              </a:solidFill>
              <a:latin typeface="Comic Sans MS"/>
              <a:ea typeface="Comic Sans MS"/>
              <a:cs typeface="Comic Sans MS"/>
              <a:sym typeface="Comic Sans MS"/>
            </a:endParaRPr>
          </a:p>
        </p:txBody>
      </p:sp>
      <p:sp>
        <p:nvSpPr>
          <p:cNvPr id="130" name="Google Shape;130;p14"/>
          <p:cNvSpPr txBox="1"/>
          <p:nvPr/>
        </p:nvSpPr>
        <p:spPr>
          <a:xfrm>
            <a:off x="6123912" y="723703"/>
            <a:ext cx="4196400" cy="4353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Describe how the related industries relate to the hair and beauty sector</a:t>
            </a:r>
            <a:endParaRPr b="0" i="0" sz="1100" u="none" cap="none" strike="noStrike">
              <a:solidFill>
                <a:schemeClr val="dk1"/>
              </a:solidFill>
              <a:latin typeface="Comic Sans MS"/>
              <a:ea typeface="Comic Sans MS"/>
              <a:cs typeface="Comic Sans MS"/>
              <a:sym typeface="Comic Sans MS"/>
            </a:endParaRPr>
          </a:p>
        </p:txBody>
      </p:sp>
      <p:sp>
        <p:nvSpPr>
          <p:cNvPr id="131" name="Google Shape;131;p14"/>
          <p:cNvSpPr txBox="1"/>
          <p:nvPr/>
        </p:nvSpPr>
        <p:spPr>
          <a:xfrm>
            <a:off x="6201018" y="2839539"/>
            <a:ext cx="4196400" cy="7704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Arial"/>
              <a:ea typeface="Arial"/>
              <a:cs typeface="Arial"/>
              <a:sym typeface="Arial"/>
            </a:endParaRPr>
          </a:p>
          <a:p>
            <a:pPr indent="0" lvl="0" marL="0" marR="0" rtl="0" algn="l">
              <a:spcBef>
                <a:spcPts val="500"/>
              </a:spcBef>
              <a:spcAft>
                <a:spcPts val="0"/>
              </a:spcAft>
              <a:buNone/>
            </a:pPr>
            <a:r>
              <a:t/>
            </a:r>
            <a:endParaRPr b="0" i="0" sz="1100" u="none" cap="none" strike="noStrik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36" name="Shape 136"/>
        <p:cNvGrpSpPr/>
        <p:nvPr/>
      </p:nvGrpSpPr>
      <p:grpSpPr>
        <a:xfrm>
          <a:off x="0" y="0"/>
          <a:ext cx="0" cy="0"/>
          <a:chOff x="0" y="0"/>
          <a:chExt cx="0" cy="0"/>
        </a:xfrm>
      </p:grpSpPr>
      <p:sp>
        <p:nvSpPr>
          <p:cNvPr id="137" name="Google Shape;137;p15"/>
          <p:cNvSpPr/>
          <p:nvPr/>
        </p:nvSpPr>
        <p:spPr>
          <a:xfrm>
            <a:off x="6045092" y="645978"/>
            <a:ext cx="4431000" cy="52491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138" name="Google Shape;138;p15"/>
          <p:cNvSpPr txBox="1"/>
          <p:nvPr/>
        </p:nvSpPr>
        <p:spPr>
          <a:xfrm>
            <a:off x="6201018" y="723703"/>
            <a:ext cx="4119300" cy="29190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p:txBody>
      </p:sp>
      <p:sp>
        <p:nvSpPr>
          <p:cNvPr id="139" name="Google Shape;139;p15"/>
          <p:cNvSpPr txBox="1"/>
          <p:nvPr/>
        </p:nvSpPr>
        <p:spPr>
          <a:xfrm>
            <a:off x="6123912" y="5967523"/>
            <a:ext cx="2097300" cy="1440600"/>
          </a:xfrm>
          <a:prstGeom prst="rect">
            <a:avLst/>
          </a:prstGeom>
          <a:noFill/>
          <a:ln>
            <a:noFill/>
          </a:ln>
        </p:spPr>
        <p:txBody>
          <a:bodyPr anchorCtr="0" anchor="t" bIns="49450" lIns="98950" spcFirstLastPara="1" rIns="98950" wrap="square" tIns="49450">
            <a:noAutofit/>
          </a:bodyPr>
          <a:lstStyle/>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KEY WORDS:</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Sue</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Capital</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Silent partner</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Debt</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Financed</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Contract</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Liability</a:t>
            </a:r>
            <a:endParaRPr sz="1500"/>
          </a:p>
        </p:txBody>
      </p:sp>
      <p:sp>
        <p:nvSpPr>
          <p:cNvPr id="140" name="Google Shape;140;p15"/>
          <p:cNvSpPr/>
          <p:nvPr/>
        </p:nvSpPr>
        <p:spPr>
          <a:xfrm>
            <a:off x="6045092" y="5974432"/>
            <a:ext cx="2254800" cy="14145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300" u="none" cap="none" strike="noStrike">
              <a:solidFill>
                <a:srgbClr val="FFFFFF"/>
              </a:solidFill>
              <a:latin typeface="Calibri"/>
              <a:ea typeface="Calibri"/>
              <a:cs typeface="Calibri"/>
              <a:sym typeface="Calibri"/>
            </a:endParaRPr>
          </a:p>
        </p:txBody>
      </p:sp>
      <p:sp>
        <p:nvSpPr>
          <p:cNvPr id="141" name="Google Shape;141;p15"/>
          <p:cNvSpPr txBox="1"/>
          <p:nvPr/>
        </p:nvSpPr>
        <p:spPr>
          <a:xfrm>
            <a:off x="8377114" y="5967523"/>
            <a:ext cx="2099100" cy="1608000"/>
          </a:xfrm>
          <a:prstGeom prst="rect">
            <a:avLst/>
          </a:prstGeom>
          <a:noFill/>
          <a:ln>
            <a:noFill/>
          </a:ln>
        </p:spPr>
        <p:txBody>
          <a:bodyPr anchorCtr="0" anchor="t" bIns="49450" lIns="98950" spcFirstLastPara="1" rIns="98950" wrap="square" tIns="49450">
            <a:noAutofit/>
          </a:bodyPr>
          <a:lstStyle/>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ASSESSMENT:</a:t>
            </a:r>
            <a:endParaRPr sz="1500"/>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rPr b="0" i="0" lang="en-GB" sz="1100" u="none" cap="none" strike="noStrike">
                <a:solidFill>
                  <a:schemeClr val="dk1"/>
                </a:solidFill>
                <a:latin typeface="Comic Sans MS"/>
                <a:ea typeface="Comic Sans MS"/>
                <a:cs typeface="Comic Sans MS"/>
                <a:sym typeface="Comic Sans MS"/>
              </a:rPr>
              <a:t>How confident are you in this section?</a:t>
            </a:r>
            <a:endParaRPr sz="1500"/>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p:txBody>
      </p:sp>
      <p:sp>
        <p:nvSpPr>
          <p:cNvPr id="142" name="Google Shape;142;p15"/>
          <p:cNvSpPr/>
          <p:nvPr/>
        </p:nvSpPr>
        <p:spPr>
          <a:xfrm>
            <a:off x="8377114" y="5974432"/>
            <a:ext cx="2099100" cy="14094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143" name="Google Shape;143;p15"/>
          <p:cNvSpPr/>
          <p:nvPr/>
        </p:nvSpPr>
        <p:spPr>
          <a:xfrm>
            <a:off x="8533038" y="6836311"/>
            <a:ext cx="233100" cy="238500"/>
          </a:xfrm>
          <a:prstGeom prst="cloudCallout">
            <a:avLst>
              <a:gd fmla="val -52204" name="adj1"/>
              <a:gd fmla="val 76088" name="adj2"/>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Calibri"/>
              <a:ea typeface="Calibri"/>
              <a:cs typeface="Calibri"/>
              <a:sym typeface="Calibri"/>
            </a:endParaRPr>
          </a:p>
        </p:txBody>
      </p:sp>
      <p:sp>
        <p:nvSpPr>
          <p:cNvPr id="144" name="Google Shape;144;p15"/>
          <p:cNvSpPr/>
          <p:nvPr/>
        </p:nvSpPr>
        <p:spPr>
          <a:xfrm>
            <a:off x="215896" y="176176"/>
            <a:ext cx="10181400" cy="3489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145" name="Google Shape;145;p15"/>
          <p:cNvSpPr txBox="1"/>
          <p:nvPr/>
        </p:nvSpPr>
        <p:spPr>
          <a:xfrm>
            <a:off x="294715" y="675341"/>
            <a:ext cx="2020200" cy="2850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0" i="0" lang="en-GB" sz="1200" u="none" cap="none" strike="noStrike">
                <a:solidFill>
                  <a:schemeClr val="dk1"/>
                </a:solidFill>
                <a:latin typeface="Arial"/>
                <a:ea typeface="Arial"/>
                <a:cs typeface="Arial"/>
                <a:sym typeface="Arial"/>
              </a:rPr>
              <a:t>What is a sole-trader?</a:t>
            </a:r>
            <a:endParaRPr sz="1500"/>
          </a:p>
        </p:txBody>
      </p:sp>
      <p:sp>
        <p:nvSpPr>
          <p:cNvPr id="146" name="Google Shape;146;p15"/>
          <p:cNvSpPr/>
          <p:nvPr/>
        </p:nvSpPr>
        <p:spPr>
          <a:xfrm>
            <a:off x="215896" y="3153892"/>
            <a:ext cx="5675100" cy="4230000"/>
          </a:xfrm>
          <a:prstGeom prst="roundRect">
            <a:avLst>
              <a:gd fmla="val 509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147" name="Google Shape;147;p15"/>
          <p:cNvSpPr/>
          <p:nvPr/>
        </p:nvSpPr>
        <p:spPr>
          <a:xfrm>
            <a:off x="2625023" y="645978"/>
            <a:ext cx="3265800" cy="2428500"/>
          </a:xfrm>
          <a:prstGeom prst="roundRect">
            <a:avLst>
              <a:gd fmla="val 7421"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148" name="Google Shape;148;p15"/>
          <p:cNvSpPr txBox="1"/>
          <p:nvPr/>
        </p:nvSpPr>
        <p:spPr>
          <a:xfrm>
            <a:off x="2625023" y="645978"/>
            <a:ext cx="3186900" cy="16080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What are the advantages and disadvantages of sole trader?</a:t>
            </a:r>
            <a:endParaRPr sz="1500"/>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What are the advantages and disadvantages of a partnership? </a:t>
            </a:r>
            <a:endParaRPr sz="1500"/>
          </a:p>
        </p:txBody>
      </p:sp>
      <p:sp>
        <p:nvSpPr>
          <p:cNvPr id="149" name="Google Shape;149;p15"/>
          <p:cNvSpPr txBox="1"/>
          <p:nvPr/>
        </p:nvSpPr>
        <p:spPr>
          <a:xfrm>
            <a:off x="8843176" y="0"/>
            <a:ext cx="1632900" cy="3990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150" name="Google Shape;150;p15"/>
          <p:cNvSpPr/>
          <p:nvPr/>
        </p:nvSpPr>
        <p:spPr>
          <a:xfrm>
            <a:off x="215896" y="645978"/>
            <a:ext cx="2331900" cy="1096800"/>
          </a:xfrm>
          <a:prstGeom prst="roundRect">
            <a:avLst>
              <a:gd fmla="val 609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151" name="Google Shape;151;p15"/>
          <p:cNvSpPr txBox="1"/>
          <p:nvPr/>
        </p:nvSpPr>
        <p:spPr>
          <a:xfrm>
            <a:off x="916702" y="176176"/>
            <a:ext cx="8858700" cy="335100"/>
          </a:xfrm>
          <a:prstGeom prst="rect">
            <a:avLst/>
          </a:prstGeom>
          <a:noFill/>
          <a:ln>
            <a:noFill/>
          </a:ln>
        </p:spPr>
        <p:txBody>
          <a:bodyPr anchorCtr="0" anchor="t" bIns="49450" lIns="98950" spcFirstLastPara="1" rIns="98950" wrap="square" tIns="49450">
            <a:noAutofit/>
          </a:bodyPr>
          <a:lstStyle/>
          <a:p>
            <a:pPr indent="0" lvl="0" marL="0" marR="0" rtl="0" algn="ctr">
              <a:spcBef>
                <a:spcPts val="0"/>
              </a:spcBef>
              <a:spcAft>
                <a:spcPts val="0"/>
              </a:spcAft>
              <a:buNone/>
            </a:pPr>
            <a:r>
              <a:rPr b="1" i="0" lang="en-GB" sz="1500" u="none" cap="none" strike="noStrike">
                <a:solidFill>
                  <a:srgbClr val="000000"/>
                </a:solidFill>
                <a:latin typeface="Comic Sans MS"/>
                <a:ea typeface="Comic Sans MS"/>
                <a:cs typeface="Comic Sans MS"/>
                <a:sym typeface="Comic Sans MS"/>
              </a:rPr>
              <a:t>Hair &amp; Beauty REVISION – Business ownerships</a:t>
            </a:r>
            <a:endParaRPr b="1" i="0" sz="1900" u="none" cap="none" strike="noStrike">
              <a:solidFill>
                <a:schemeClr val="dk1"/>
              </a:solidFill>
              <a:latin typeface="Comic Sans MS"/>
              <a:ea typeface="Comic Sans MS"/>
              <a:cs typeface="Comic Sans MS"/>
              <a:sym typeface="Comic Sans MS"/>
            </a:endParaRPr>
          </a:p>
        </p:txBody>
      </p:sp>
      <p:sp>
        <p:nvSpPr>
          <p:cNvPr id="152" name="Google Shape;152;p15"/>
          <p:cNvSpPr txBox="1"/>
          <p:nvPr/>
        </p:nvSpPr>
        <p:spPr>
          <a:xfrm>
            <a:off x="294715" y="3231617"/>
            <a:ext cx="3264000" cy="2661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a:t>
            </a:r>
            <a:endParaRPr sz="1500"/>
          </a:p>
        </p:txBody>
      </p:sp>
      <p:sp>
        <p:nvSpPr>
          <p:cNvPr id="153" name="Google Shape;153;p15"/>
          <p:cNvSpPr txBox="1"/>
          <p:nvPr/>
        </p:nvSpPr>
        <p:spPr>
          <a:xfrm>
            <a:off x="6123912" y="732339"/>
            <a:ext cx="4196400" cy="15234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What is a  Private limited company LTD</a:t>
            </a:r>
            <a:endParaRPr sz="1500"/>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What is a Public limited company PLC</a:t>
            </a:r>
            <a:endParaRPr sz="1500"/>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What are the differences between the two?</a:t>
            </a:r>
            <a:endParaRPr sz="1500"/>
          </a:p>
        </p:txBody>
      </p:sp>
      <p:sp>
        <p:nvSpPr>
          <p:cNvPr id="154" name="Google Shape;154;p15"/>
          <p:cNvSpPr/>
          <p:nvPr/>
        </p:nvSpPr>
        <p:spPr>
          <a:xfrm>
            <a:off x="215896" y="1822211"/>
            <a:ext cx="2331900" cy="1252200"/>
          </a:xfrm>
          <a:prstGeom prst="roundRect">
            <a:avLst>
              <a:gd fmla="val 609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155" name="Google Shape;155;p15"/>
          <p:cNvSpPr txBox="1"/>
          <p:nvPr/>
        </p:nvSpPr>
        <p:spPr>
          <a:xfrm>
            <a:off x="215896" y="1865391"/>
            <a:ext cx="2254800" cy="2676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What is a partnership?</a:t>
            </a:r>
            <a:endParaRPr sz="1500"/>
          </a:p>
        </p:txBody>
      </p:sp>
      <p:graphicFrame>
        <p:nvGraphicFramePr>
          <p:cNvPr id="156" name="Google Shape;156;p15"/>
          <p:cNvGraphicFramePr/>
          <p:nvPr/>
        </p:nvGraphicFramePr>
        <p:xfrm>
          <a:off x="6278123" y="2604638"/>
          <a:ext cx="3000000" cy="3000000"/>
        </p:xfrm>
        <a:graphic>
          <a:graphicData uri="http://schemas.openxmlformats.org/drawingml/2006/table">
            <a:tbl>
              <a:tblPr>
                <a:noFill/>
                <a:tableStyleId>{82D19793-0DAC-4A64-A34E-973C42C3793B}</a:tableStyleId>
              </a:tblPr>
              <a:tblGrid>
                <a:gridCol w="2021875"/>
                <a:gridCol w="2020175"/>
              </a:tblGrid>
              <a:tr h="390350">
                <a:tc>
                  <a:txBody>
                    <a:bodyPr/>
                    <a:lstStyle/>
                    <a:p>
                      <a:pPr indent="0" lvl="0" marL="0" marR="0" rtl="0" algn="l">
                        <a:lnSpc>
                          <a:spcPct val="100000"/>
                        </a:lnSpc>
                        <a:spcBef>
                          <a:spcPts val="0"/>
                        </a:spcBef>
                        <a:spcAft>
                          <a:spcPts val="0"/>
                        </a:spcAft>
                        <a:buClr>
                          <a:schemeClr val="dk1"/>
                        </a:buClr>
                        <a:buSzPts val="1100"/>
                        <a:buFont typeface="Arial"/>
                        <a:buNone/>
                      </a:pPr>
                      <a:r>
                        <a:rPr b="0" i="0" lang="en-GB" sz="1100" u="none" cap="none" strike="noStrike">
                          <a:solidFill>
                            <a:schemeClr val="dk1"/>
                          </a:solidFill>
                          <a:latin typeface="Comic Sans MS"/>
                          <a:ea typeface="Comic Sans MS"/>
                          <a:cs typeface="Comic Sans MS"/>
                          <a:sym typeface="Comic Sans MS"/>
                        </a:rPr>
                        <a:t>Public</a:t>
                      </a:r>
                      <a:endParaRPr sz="1500"/>
                    </a:p>
                  </a:txBody>
                  <a:tcPr marT="49750" marB="49750" marR="98700" marL="9870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DADA"/>
                    </a:solidFill>
                  </a:tcPr>
                </a:tc>
                <a:tc>
                  <a:txBody>
                    <a:bodyPr/>
                    <a:lstStyle/>
                    <a:p>
                      <a:pPr indent="0" lvl="0" marL="0" marR="0" rtl="0" algn="l">
                        <a:lnSpc>
                          <a:spcPct val="100000"/>
                        </a:lnSpc>
                        <a:spcBef>
                          <a:spcPts val="0"/>
                        </a:spcBef>
                        <a:spcAft>
                          <a:spcPts val="0"/>
                        </a:spcAft>
                        <a:buClr>
                          <a:schemeClr val="dk1"/>
                        </a:buClr>
                        <a:buSzPts val="1100"/>
                        <a:buFont typeface="Arial"/>
                        <a:buNone/>
                      </a:pPr>
                      <a:r>
                        <a:rPr b="0" i="0" lang="en-GB" sz="1100" u="none" cap="none" strike="noStrike">
                          <a:solidFill>
                            <a:schemeClr val="dk1"/>
                          </a:solidFill>
                          <a:latin typeface="Comic Sans MS"/>
                          <a:ea typeface="Comic Sans MS"/>
                          <a:cs typeface="Comic Sans MS"/>
                          <a:sym typeface="Comic Sans MS"/>
                        </a:rPr>
                        <a:t>Private</a:t>
                      </a:r>
                      <a:endParaRPr sz="1500"/>
                    </a:p>
                  </a:txBody>
                  <a:tcPr marT="49750" marB="49750" marR="98700" marL="9870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r>
              <a:tr h="2742825">
                <a:tc>
                  <a:txBody>
                    <a:bodyPr/>
                    <a:lstStyle/>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txBody>
                  <a:tcPr marT="49750" marB="49750" marR="98700" marL="9870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2DADA"/>
                    </a:solidFill>
                  </a:tcPr>
                </a:tc>
                <a:tc>
                  <a:txBody>
                    <a:bodyPr/>
                    <a:lstStyle/>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txBody>
                  <a:tcPr marT="49750" marB="49750" marR="98700" marL="9870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2F2F2"/>
                    </a:solidFill>
                  </a:tcPr>
                </a:tc>
              </a:tr>
            </a:tbl>
          </a:graphicData>
        </a:graphic>
      </p:graphicFrame>
      <p:sp>
        <p:nvSpPr>
          <p:cNvPr id="157" name="Google Shape;157;p15"/>
          <p:cNvSpPr/>
          <p:nvPr/>
        </p:nvSpPr>
        <p:spPr>
          <a:xfrm>
            <a:off x="2314887" y="3780871"/>
            <a:ext cx="1787100" cy="390300"/>
          </a:xfrm>
          <a:prstGeom prst="rect">
            <a:avLst/>
          </a:prstGeom>
          <a:noFill/>
          <a:ln cap="flat" cmpd="sng" w="9525">
            <a:solidFill>
              <a:schemeClr val="dk1"/>
            </a:solidFill>
            <a:prstDash val="solid"/>
            <a:miter lim="800000"/>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How do these operate?</a:t>
            </a:r>
            <a:endParaRPr sz="1500"/>
          </a:p>
        </p:txBody>
      </p:sp>
      <p:sp>
        <p:nvSpPr>
          <p:cNvPr id="158" name="Google Shape;158;p15"/>
          <p:cNvSpPr/>
          <p:nvPr/>
        </p:nvSpPr>
        <p:spPr>
          <a:xfrm>
            <a:off x="4413877" y="4877651"/>
            <a:ext cx="1321200" cy="390300"/>
          </a:xfrm>
          <a:prstGeom prst="rect">
            <a:avLst/>
          </a:prstGeom>
          <a:noFill/>
          <a:ln cap="flat" cmpd="sng" w="9525">
            <a:solidFill>
              <a:schemeClr val="dk1"/>
            </a:solidFill>
            <a:prstDash val="solid"/>
            <a:miter lim="800000"/>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Franchise</a:t>
            </a:r>
            <a:endParaRPr sz="1500"/>
          </a:p>
        </p:txBody>
      </p:sp>
      <p:sp>
        <p:nvSpPr>
          <p:cNvPr id="159" name="Google Shape;159;p15"/>
          <p:cNvSpPr/>
          <p:nvPr/>
        </p:nvSpPr>
        <p:spPr>
          <a:xfrm>
            <a:off x="2391992" y="6364782"/>
            <a:ext cx="1321200" cy="390300"/>
          </a:xfrm>
          <a:prstGeom prst="rect">
            <a:avLst/>
          </a:prstGeom>
          <a:noFill/>
          <a:ln cap="flat" cmpd="sng" w="9525">
            <a:solidFill>
              <a:schemeClr val="dk1"/>
            </a:solidFill>
            <a:prstDash val="solid"/>
            <a:miter lim="800000"/>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Freelamce</a:t>
            </a:r>
            <a:endParaRPr sz="1500"/>
          </a:p>
        </p:txBody>
      </p:sp>
      <p:sp>
        <p:nvSpPr>
          <p:cNvPr id="160" name="Google Shape;160;p15"/>
          <p:cNvSpPr/>
          <p:nvPr/>
        </p:nvSpPr>
        <p:spPr>
          <a:xfrm>
            <a:off x="448927" y="4877651"/>
            <a:ext cx="1321200" cy="390300"/>
          </a:xfrm>
          <a:prstGeom prst="rect">
            <a:avLst/>
          </a:prstGeom>
          <a:noFill/>
          <a:ln cap="flat" cmpd="sng" w="9525">
            <a:solidFill>
              <a:schemeClr val="dk1"/>
            </a:solidFill>
            <a:prstDash val="solid"/>
            <a:miter lim="800000"/>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Concession</a:t>
            </a:r>
            <a:endParaRPr sz="15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65" name="Shape 165"/>
        <p:cNvGrpSpPr/>
        <p:nvPr/>
      </p:nvGrpSpPr>
      <p:grpSpPr>
        <a:xfrm>
          <a:off x="0" y="0"/>
          <a:ext cx="0" cy="0"/>
          <a:chOff x="0" y="0"/>
          <a:chExt cx="0" cy="0"/>
        </a:xfrm>
      </p:grpSpPr>
      <p:sp>
        <p:nvSpPr>
          <p:cNvPr id="166" name="Google Shape;166;p16"/>
          <p:cNvSpPr/>
          <p:nvPr/>
        </p:nvSpPr>
        <p:spPr>
          <a:xfrm>
            <a:off x="6045092" y="645978"/>
            <a:ext cx="4431000" cy="52491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167" name="Google Shape;167;p16"/>
          <p:cNvSpPr txBox="1"/>
          <p:nvPr/>
        </p:nvSpPr>
        <p:spPr>
          <a:xfrm>
            <a:off x="6201018" y="723703"/>
            <a:ext cx="4119300" cy="29190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p:txBody>
      </p:sp>
      <p:sp>
        <p:nvSpPr>
          <p:cNvPr id="168" name="Google Shape;168;p16"/>
          <p:cNvSpPr txBox="1"/>
          <p:nvPr/>
        </p:nvSpPr>
        <p:spPr>
          <a:xfrm>
            <a:off x="6123912" y="5967523"/>
            <a:ext cx="2097300" cy="1440600"/>
          </a:xfrm>
          <a:prstGeom prst="rect">
            <a:avLst/>
          </a:prstGeom>
          <a:noFill/>
          <a:ln>
            <a:noFill/>
          </a:ln>
        </p:spPr>
        <p:txBody>
          <a:bodyPr anchorCtr="0" anchor="t" bIns="49450" lIns="98950" spcFirstLastPara="1" rIns="98950" wrap="square" tIns="49450">
            <a:noAutofit/>
          </a:bodyPr>
          <a:lstStyle/>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KEY WORDS:</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Learner</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Educator</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Employer</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Codes of practice</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National Occupational Standards</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CPD</a:t>
            </a:r>
            <a:endParaRPr sz="1500"/>
          </a:p>
        </p:txBody>
      </p:sp>
      <p:sp>
        <p:nvSpPr>
          <p:cNvPr id="169" name="Google Shape;169;p16"/>
          <p:cNvSpPr/>
          <p:nvPr/>
        </p:nvSpPr>
        <p:spPr>
          <a:xfrm>
            <a:off x="6045092" y="5974432"/>
            <a:ext cx="2254800" cy="14145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300" u="none" cap="none" strike="noStrike">
              <a:solidFill>
                <a:srgbClr val="FFFFFF"/>
              </a:solidFill>
              <a:latin typeface="Calibri"/>
              <a:ea typeface="Calibri"/>
              <a:cs typeface="Calibri"/>
              <a:sym typeface="Calibri"/>
            </a:endParaRPr>
          </a:p>
        </p:txBody>
      </p:sp>
      <p:sp>
        <p:nvSpPr>
          <p:cNvPr id="170" name="Google Shape;170;p16"/>
          <p:cNvSpPr txBox="1"/>
          <p:nvPr/>
        </p:nvSpPr>
        <p:spPr>
          <a:xfrm>
            <a:off x="8377114" y="5967523"/>
            <a:ext cx="2099100" cy="1941300"/>
          </a:xfrm>
          <a:prstGeom prst="rect">
            <a:avLst/>
          </a:prstGeom>
          <a:noFill/>
          <a:ln>
            <a:noFill/>
          </a:ln>
        </p:spPr>
        <p:txBody>
          <a:bodyPr anchorCtr="0" anchor="t" bIns="49450" lIns="98950" spcFirstLastPara="1" rIns="98950" wrap="square" tIns="49450">
            <a:noAutofit/>
          </a:bodyPr>
          <a:lstStyle/>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ASSESSMENT:</a:t>
            </a:r>
            <a:endParaRPr sz="1500"/>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rgbClr val="000000"/>
              </a:buClr>
              <a:buSzPts val="1100"/>
              <a:buFont typeface="Arial"/>
              <a:buNone/>
            </a:pPr>
            <a:r>
              <a:rPr b="0" i="0" lang="en-GB" sz="1100" u="none" cap="none" strike="noStrike">
                <a:solidFill>
                  <a:srgbClr val="000000"/>
                </a:solidFill>
                <a:latin typeface="Comic Sans MS"/>
                <a:ea typeface="Comic Sans MS"/>
                <a:cs typeface="Comic Sans MS"/>
                <a:sym typeface="Comic Sans MS"/>
              </a:rPr>
              <a:t>How confident are you in this section?</a:t>
            </a:r>
            <a:endParaRPr sz="1500"/>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p:txBody>
      </p:sp>
      <p:sp>
        <p:nvSpPr>
          <p:cNvPr id="171" name="Google Shape;171;p16"/>
          <p:cNvSpPr/>
          <p:nvPr/>
        </p:nvSpPr>
        <p:spPr>
          <a:xfrm>
            <a:off x="8377114" y="5974432"/>
            <a:ext cx="2099100" cy="14094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172" name="Google Shape;172;p16"/>
          <p:cNvSpPr/>
          <p:nvPr/>
        </p:nvSpPr>
        <p:spPr>
          <a:xfrm>
            <a:off x="8533038" y="6836311"/>
            <a:ext cx="233100" cy="238500"/>
          </a:xfrm>
          <a:prstGeom prst="cloudCallout">
            <a:avLst>
              <a:gd fmla="val -52204" name="adj1"/>
              <a:gd fmla="val 76088" name="adj2"/>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Calibri"/>
              <a:ea typeface="Calibri"/>
              <a:cs typeface="Calibri"/>
              <a:sym typeface="Calibri"/>
            </a:endParaRPr>
          </a:p>
        </p:txBody>
      </p:sp>
      <p:sp>
        <p:nvSpPr>
          <p:cNvPr id="173" name="Google Shape;173;p16"/>
          <p:cNvSpPr/>
          <p:nvPr/>
        </p:nvSpPr>
        <p:spPr>
          <a:xfrm>
            <a:off x="215896" y="176176"/>
            <a:ext cx="10181400" cy="3489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174" name="Google Shape;174;p16"/>
          <p:cNvSpPr txBox="1"/>
          <p:nvPr/>
        </p:nvSpPr>
        <p:spPr>
          <a:xfrm>
            <a:off x="371822" y="723703"/>
            <a:ext cx="2020200" cy="3990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175" name="Google Shape;175;p16"/>
          <p:cNvSpPr/>
          <p:nvPr/>
        </p:nvSpPr>
        <p:spPr>
          <a:xfrm>
            <a:off x="215896" y="3074440"/>
            <a:ext cx="2877000" cy="4309500"/>
          </a:xfrm>
          <a:prstGeom prst="roundRect">
            <a:avLst>
              <a:gd fmla="val 509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176" name="Google Shape;176;p16"/>
          <p:cNvSpPr txBox="1"/>
          <p:nvPr/>
        </p:nvSpPr>
        <p:spPr>
          <a:xfrm>
            <a:off x="8843176" y="0"/>
            <a:ext cx="1632900" cy="3990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177" name="Google Shape;177;p16"/>
          <p:cNvSpPr/>
          <p:nvPr/>
        </p:nvSpPr>
        <p:spPr>
          <a:xfrm>
            <a:off x="215896" y="645978"/>
            <a:ext cx="5752200" cy="2273100"/>
          </a:xfrm>
          <a:prstGeom prst="roundRect">
            <a:avLst>
              <a:gd fmla="val 609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178" name="Google Shape;178;p16"/>
          <p:cNvSpPr txBox="1"/>
          <p:nvPr/>
        </p:nvSpPr>
        <p:spPr>
          <a:xfrm>
            <a:off x="215896" y="645978"/>
            <a:ext cx="5596200" cy="7704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What does HABIA stand for?</a:t>
            </a:r>
            <a:endParaRPr sz="1500"/>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What are the 6 industries Habia represents?</a:t>
            </a:r>
            <a:endParaRPr sz="1500"/>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p:txBody>
      </p:sp>
      <p:sp>
        <p:nvSpPr>
          <p:cNvPr id="179" name="Google Shape;179;p16"/>
          <p:cNvSpPr txBox="1"/>
          <p:nvPr/>
        </p:nvSpPr>
        <p:spPr>
          <a:xfrm>
            <a:off x="916702" y="176176"/>
            <a:ext cx="8858700" cy="335100"/>
          </a:xfrm>
          <a:prstGeom prst="rect">
            <a:avLst/>
          </a:prstGeom>
          <a:noFill/>
          <a:ln>
            <a:noFill/>
          </a:ln>
        </p:spPr>
        <p:txBody>
          <a:bodyPr anchorCtr="0" anchor="t" bIns="49450" lIns="98950" spcFirstLastPara="1" rIns="98950" wrap="square" tIns="49450">
            <a:noAutofit/>
          </a:bodyPr>
          <a:lstStyle/>
          <a:p>
            <a:pPr indent="0" lvl="0" marL="0" marR="0" rtl="0" algn="ctr">
              <a:spcBef>
                <a:spcPts val="0"/>
              </a:spcBef>
              <a:spcAft>
                <a:spcPts val="0"/>
              </a:spcAft>
              <a:buNone/>
            </a:pPr>
            <a:r>
              <a:rPr b="1" i="0" lang="en-GB" sz="1500" u="none" cap="none" strike="noStrike">
                <a:solidFill>
                  <a:srgbClr val="000000"/>
                </a:solidFill>
                <a:latin typeface="Comic Sans MS"/>
                <a:ea typeface="Comic Sans MS"/>
                <a:cs typeface="Comic Sans MS"/>
                <a:sym typeface="Comic Sans MS"/>
              </a:rPr>
              <a:t>Hair &amp; Beauty REVISION – Trade professional Organisations</a:t>
            </a:r>
            <a:endParaRPr b="1" i="0" sz="1900" u="none" cap="none" strike="noStrike">
              <a:solidFill>
                <a:schemeClr val="dk1"/>
              </a:solidFill>
              <a:latin typeface="Comic Sans MS"/>
              <a:ea typeface="Comic Sans MS"/>
              <a:cs typeface="Comic Sans MS"/>
              <a:sym typeface="Comic Sans MS"/>
            </a:endParaRPr>
          </a:p>
        </p:txBody>
      </p:sp>
      <p:sp>
        <p:nvSpPr>
          <p:cNvPr id="180" name="Google Shape;180;p16"/>
          <p:cNvSpPr txBox="1"/>
          <p:nvPr/>
        </p:nvSpPr>
        <p:spPr>
          <a:xfrm>
            <a:off x="294715" y="3074440"/>
            <a:ext cx="2873400" cy="26961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Identify 3 ways that Habia helps learners</a:t>
            </a:r>
            <a:endParaRPr sz="1500"/>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p:txBody>
      </p:sp>
      <p:sp>
        <p:nvSpPr>
          <p:cNvPr id="181" name="Google Shape;181;p16"/>
          <p:cNvSpPr txBox="1"/>
          <p:nvPr/>
        </p:nvSpPr>
        <p:spPr>
          <a:xfrm>
            <a:off x="6123912" y="723703"/>
            <a:ext cx="4196400" cy="47877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Identify the full name of the organisation</a:t>
            </a:r>
            <a:endParaRPr sz="1500"/>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Describe the purpose</a:t>
            </a:r>
            <a:endParaRPr sz="1500"/>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Who do they represent?</a:t>
            </a:r>
            <a:endParaRPr sz="1500"/>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CTPA</a:t>
            </a:r>
            <a:endParaRPr sz="1500"/>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NHF</a:t>
            </a:r>
            <a:endParaRPr sz="1500"/>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FHT</a:t>
            </a:r>
            <a:endParaRPr sz="1500"/>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HC</a:t>
            </a:r>
            <a:endParaRPr sz="1500"/>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BABTAC</a:t>
            </a:r>
            <a:endParaRPr sz="1500"/>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BACN</a:t>
            </a:r>
            <a:endParaRPr sz="1500"/>
          </a:p>
        </p:txBody>
      </p:sp>
      <p:sp>
        <p:nvSpPr>
          <p:cNvPr id="182" name="Google Shape;182;p16"/>
          <p:cNvSpPr/>
          <p:nvPr/>
        </p:nvSpPr>
        <p:spPr>
          <a:xfrm>
            <a:off x="3169904" y="3074440"/>
            <a:ext cx="2799900" cy="4309500"/>
          </a:xfrm>
          <a:prstGeom prst="roundRect">
            <a:avLst>
              <a:gd fmla="val 509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183" name="Google Shape;183;p16"/>
          <p:cNvSpPr txBox="1"/>
          <p:nvPr/>
        </p:nvSpPr>
        <p:spPr>
          <a:xfrm>
            <a:off x="3325829" y="3129711"/>
            <a:ext cx="2369700" cy="4353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Identify 3 things Habia does to support employees</a:t>
            </a:r>
            <a:endParaRPr sz="15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88" name="Shape 188"/>
        <p:cNvGrpSpPr/>
        <p:nvPr/>
      </p:nvGrpSpPr>
      <p:grpSpPr>
        <a:xfrm>
          <a:off x="0" y="0"/>
          <a:ext cx="0" cy="0"/>
          <a:chOff x="0" y="0"/>
          <a:chExt cx="0" cy="0"/>
        </a:xfrm>
      </p:grpSpPr>
      <p:sp>
        <p:nvSpPr>
          <p:cNvPr id="189" name="Google Shape;189;p17"/>
          <p:cNvSpPr/>
          <p:nvPr/>
        </p:nvSpPr>
        <p:spPr>
          <a:xfrm>
            <a:off x="6045092" y="645978"/>
            <a:ext cx="4431000" cy="52491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190" name="Google Shape;190;p17"/>
          <p:cNvSpPr txBox="1"/>
          <p:nvPr/>
        </p:nvSpPr>
        <p:spPr>
          <a:xfrm>
            <a:off x="6201018" y="723703"/>
            <a:ext cx="4119300" cy="29190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p:txBody>
      </p:sp>
      <p:sp>
        <p:nvSpPr>
          <p:cNvPr id="191" name="Google Shape;191;p17"/>
          <p:cNvSpPr txBox="1"/>
          <p:nvPr/>
        </p:nvSpPr>
        <p:spPr>
          <a:xfrm>
            <a:off x="6123912" y="5967523"/>
            <a:ext cx="2097300" cy="1440600"/>
          </a:xfrm>
          <a:prstGeom prst="rect">
            <a:avLst/>
          </a:prstGeom>
          <a:noFill/>
          <a:ln>
            <a:noFill/>
          </a:ln>
        </p:spPr>
        <p:txBody>
          <a:bodyPr anchorCtr="0" anchor="t" bIns="49450" lIns="98950" spcFirstLastPara="1" rIns="98950" wrap="square" tIns="49450">
            <a:noAutofit/>
          </a:bodyPr>
          <a:lstStyle/>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KEY WORDS:</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Service</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Treatment</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Product</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Function</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Purpose</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Features </a:t>
            </a:r>
            <a:endParaRPr sz="1500"/>
          </a:p>
          <a:p>
            <a:pPr indent="0" lvl="0" marL="0" marR="0" rtl="0" algn="ctr">
              <a:spcBef>
                <a:spcPts val="0"/>
              </a:spcBef>
              <a:spcAft>
                <a:spcPts val="0"/>
              </a:spcAft>
              <a:buClr>
                <a:schemeClr val="dk1"/>
              </a:buClr>
              <a:buSzPts val="1100"/>
              <a:buFont typeface="Arial"/>
              <a:buNone/>
            </a:pPr>
            <a:r>
              <a:t/>
            </a:r>
            <a:endParaRPr b="1" i="0" sz="1100" u="none" cap="none" strike="noStrike">
              <a:solidFill>
                <a:schemeClr val="dk1"/>
              </a:solidFill>
              <a:latin typeface="Comic Sans MS"/>
              <a:ea typeface="Comic Sans MS"/>
              <a:cs typeface="Comic Sans MS"/>
              <a:sym typeface="Comic Sans MS"/>
            </a:endParaRPr>
          </a:p>
        </p:txBody>
      </p:sp>
      <p:sp>
        <p:nvSpPr>
          <p:cNvPr id="192" name="Google Shape;192;p17"/>
          <p:cNvSpPr/>
          <p:nvPr/>
        </p:nvSpPr>
        <p:spPr>
          <a:xfrm>
            <a:off x="6045092" y="5974432"/>
            <a:ext cx="2254800" cy="14145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300" u="none" cap="none" strike="noStrike">
              <a:solidFill>
                <a:srgbClr val="FFFFFF"/>
              </a:solidFill>
              <a:latin typeface="Calibri"/>
              <a:ea typeface="Calibri"/>
              <a:cs typeface="Calibri"/>
              <a:sym typeface="Calibri"/>
            </a:endParaRPr>
          </a:p>
        </p:txBody>
      </p:sp>
      <p:sp>
        <p:nvSpPr>
          <p:cNvPr id="193" name="Google Shape;193;p17"/>
          <p:cNvSpPr txBox="1"/>
          <p:nvPr/>
        </p:nvSpPr>
        <p:spPr>
          <a:xfrm>
            <a:off x="8377114" y="5967523"/>
            <a:ext cx="2099100" cy="1941300"/>
          </a:xfrm>
          <a:prstGeom prst="rect">
            <a:avLst/>
          </a:prstGeom>
          <a:noFill/>
          <a:ln>
            <a:noFill/>
          </a:ln>
        </p:spPr>
        <p:txBody>
          <a:bodyPr anchorCtr="0" anchor="t" bIns="49450" lIns="98950" spcFirstLastPara="1" rIns="98950" wrap="square" tIns="49450">
            <a:noAutofit/>
          </a:bodyPr>
          <a:lstStyle/>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ASSESSMENT:</a:t>
            </a:r>
            <a:endParaRPr sz="1500"/>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rgbClr val="000000"/>
              </a:buClr>
              <a:buSzPts val="1100"/>
              <a:buFont typeface="Arial"/>
              <a:buNone/>
            </a:pPr>
            <a:r>
              <a:rPr b="0" i="0" lang="en-GB" sz="1100" u="none" cap="none" strike="noStrike">
                <a:solidFill>
                  <a:srgbClr val="000000"/>
                </a:solidFill>
                <a:latin typeface="Comic Sans MS"/>
                <a:ea typeface="Comic Sans MS"/>
                <a:cs typeface="Comic Sans MS"/>
                <a:sym typeface="Comic Sans MS"/>
              </a:rPr>
              <a:t>How confident are you in this section?</a:t>
            </a:r>
            <a:endParaRPr sz="1500"/>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p:txBody>
      </p:sp>
      <p:sp>
        <p:nvSpPr>
          <p:cNvPr id="194" name="Google Shape;194;p17"/>
          <p:cNvSpPr/>
          <p:nvPr/>
        </p:nvSpPr>
        <p:spPr>
          <a:xfrm>
            <a:off x="8377114" y="5974432"/>
            <a:ext cx="2099100" cy="14094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195" name="Google Shape;195;p17"/>
          <p:cNvSpPr/>
          <p:nvPr/>
        </p:nvSpPr>
        <p:spPr>
          <a:xfrm>
            <a:off x="8533038" y="6836311"/>
            <a:ext cx="233100" cy="238500"/>
          </a:xfrm>
          <a:prstGeom prst="cloudCallout">
            <a:avLst>
              <a:gd fmla="val -52204" name="adj1"/>
              <a:gd fmla="val 76088" name="adj2"/>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Calibri"/>
              <a:ea typeface="Calibri"/>
              <a:cs typeface="Calibri"/>
              <a:sym typeface="Calibri"/>
            </a:endParaRPr>
          </a:p>
        </p:txBody>
      </p:sp>
      <p:sp>
        <p:nvSpPr>
          <p:cNvPr id="196" name="Google Shape;196;p17"/>
          <p:cNvSpPr/>
          <p:nvPr/>
        </p:nvSpPr>
        <p:spPr>
          <a:xfrm>
            <a:off x="215896" y="176176"/>
            <a:ext cx="10181400" cy="3489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197" name="Google Shape;197;p17"/>
          <p:cNvSpPr txBox="1"/>
          <p:nvPr/>
        </p:nvSpPr>
        <p:spPr>
          <a:xfrm>
            <a:off x="371822" y="723703"/>
            <a:ext cx="2020200" cy="3990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198" name="Google Shape;198;p17"/>
          <p:cNvSpPr txBox="1"/>
          <p:nvPr/>
        </p:nvSpPr>
        <p:spPr>
          <a:xfrm>
            <a:off x="8843176" y="0"/>
            <a:ext cx="1632900" cy="3990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199" name="Google Shape;199;p17"/>
          <p:cNvSpPr/>
          <p:nvPr/>
        </p:nvSpPr>
        <p:spPr>
          <a:xfrm>
            <a:off x="215896" y="645978"/>
            <a:ext cx="2409000" cy="2898300"/>
          </a:xfrm>
          <a:prstGeom prst="roundRect">
            <a:avLst>
              <a:gd fmla="val 609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200" name="Google Shape;200;p17"/>
          <p:cNvSpPr txBox="1"/>
          <p:nvPr/>
        </p:nvSpPr>
        <p:spPr>
          <a:xfrm>
            <a:off x="215896" y="645978"/>
            <a:ext cx="2409000" cy="6858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What is the difference between:</a:t>
            </a:r>
            <a:endParaRPr sz="1500"/>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Hairdressers, barbers and African Caribbean hairdressers?</a:t>
            </a:r>
            <a:endParaRPr sz="1500"/>
          </a:p>
        </p:txBody>
      </p:sp>
      <p:sp>
        <p:nvSpPr>
          <p:cNvPr id="201" name="Google Shape;201;p17"/>
          <p:cNvSpPr txBox="1"/>
          <p:nvPr/>
        </p:nvSpPr>
        <p:spPr>
          <a:xfrm>
            <a:off x="916702" y="176176"/>
            <a:ext cx="8858700" cy="335100"/>
          </a:xfrm>
          <a:prstGeom prst="rect">
            <a:avLst/>
          </a:prstGeom>
          <a:noFill/>
          <a:ln>
            <a:noFill/>
          </a:ln>
        </p:spPr>
        <p:txBody>
          <a:bodyPr anchorCtr="0" anchor="t" bIns="49450" lIns="98950" spcFirstLastPara="1" rIns="98950" wrap="square" tIns="49450">
            <a:noAutofit/>
          </a:bodyPr>
          <a:lstStyle/>
          <a:p>
            <a:pPr indent="0" lvl="0" marL="0" marR="0" rtl="0" algn="ctr">
              <a:spcBef>
                <a:spcPts val="0"/>
              </a:spcBef>
              <a:spcAft>
                <a:spcPts val="0"/>
              </a:spcAft>
              <a:buNone/>
            </a:pPr>
            <a:r>
              <a:rPr b="1" i="0" lang="en-GB" sz="1500" u="none" cap="none" strike="noStrike">
                <a:solidFill>
                  <a:srgbClr val="000000"/>
                </a:solidFill>
                <a:latin typeface="Comic Sans MS"/>
                <a:ea typeface="Comic Sans MS"/>
                <a:cs typeface="Comic Sans MS"/>
                <a:sym typeface="Comic Sans MS"/>
              </a:rPr>
              <a:t>Hair &amp; Beauty REVISION – Hair and Beauty products, services and treatments </a:t>
            </a:r>
            <a:endParaRPr b="1" i="0" sz="1900" u="none" cap="none" strike="noStrike">
              <a:solidFill>
                <a:schemeClr val="dk1"/>
              </a:solidFill>
              <a:latin typeface="Comic Sans MS"/>
              <a:ea typeface="Comic Sans MS"/>
              <a:cs typeface="Comic Sans MS"/>
              <a:sym typeface="Comic Sans MS"/>
            </a:endParaRPr>
          </a:p>
        </p:txBody>
      </p:sp>
      <p:sp>
        <p:nvSpPr>
          <p:cNvPr id="202" name="Google Shape;202;p17"/>
          <p:cNvSpPr txBox="1"/>
          <p:nvPr/>
        </p:nvSpPr>
        <p:spPr>
          <a:xfrm>
            <a:off x="6123912" y="723703"/>
            <a:ext cx="4196400" cy="266100"/>
          </a:xfrm>
          <a:prstGeom prst="rect">
            <a:avLst/>
          </a:prstGeom>
          <a:noFill/>
          <a:ln>
            <a:noFill/>
          </a:ln>
        </p:spPr>
        <p:txBody>
          <a:bodyPr anchorCtr="0" anchor="t" bIns="49450" lIns="98950" spcFirstLastPara="1" rIns="98950" wrap="square" tIns="49450">
            <a:noAutofit/>
          </a:bodyPr>
          <a:lstStyle/>
          <a:p>
            <a:pPr indent="-368300" lvl="0" marL="368300" marR="0" rtl="0" algn="l">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Describe the job and give the services they offer</a:t>
            </a:r>
            <a:endParaRPr sz="1500"/>
          </a:p>
        </p:txBody>
      </p:sp>
      <p:sp>
        <p:nvSpPr>
          <p:cNvPr id="203" name="Google Shape;203;p17"/>
          <p:cNvSpPr/>
          <p:nvPr/>
        </p:nvSpPr>
        <p:spPr>
          <a:xfrm>
            <a:off x="215896" y="3623694"/>
            <a:ext cx="5675100" cy="3760200"/>
          </a:xfrm>
          <a:prstGeom prst="roundRect">
            <a:avLst>
              <a:gd fmla="val 609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204" name="Google Shape;204;p17"/>
          <p:cNvSpPr txBox="1"/>
          <p:nvPr/>
        </p:nvSpPr>
        <p:spPr>
          <a:xfrm>
            <a:off x="294715" y="3701419"/>
            <a:ext cx="5363100" cy="4353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Complete the table to identify treatments and services offered by each business:</a:t>
            </a:r>
            <a:endParaRPr sz="1500"/>
          </a:p>
        </p:txBody>
      </p:sp>
      <p:graphicFrame>
        <p:nvGraphicFramePr>
          <p:cNvPr id="205" name="Google Shape;205;p17"/>
          <p:cNvGraphicFramePr/>
          <p:nvPr/>
        </p:nvGraphicFramePr>
        <p:xfrm>
          <a:off x="294715" y="4250673"/>
          <a:ext cx="3000000" cy="3000000"/>
        </p:xfrm>
        <a:graphic>
          <a:graphicData uri="http://schemas.openxmlformats.org/drawingml/2006/table">
            <a:tbl>
              <a:tblPr>
                <a:noFill/>
                <a:tableStyleId>{82D19793-0DAC-4A64-A34E-973C42C3793B}</a:tableStyleId>
              </a:tblPr>
              <a:tblGrid>
                <a:gridCol w="2641925"/>
                <a:gridCol w="2719500"/>
              </a:tblGrid>
              <a:tr h="2823975">
                <a:tc>
                  <a:txBody>
                    <a:bodyPr/>
                    <a:lstStyle/>
                    <a:p>
                      <a:pPr indent="0" lvl="0" marL="0" marR="0" rtl="0" algn="ctr">
                        <a:lnSpc>
                          <a:spcPct val="100000"/>
                        </a:lnSpc>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BEAUTY SALON</a:t>
                      </a:r>
                      <a:endParaRPr sz="1500"/>
                    </a:p>
                    <a:p>
                      <a:pPr indent="0" lvl="0" marL="0" marR="0" rtl="0" algn="l">
                        <a:lnSpc>
                          <a:spcPct val="100000"/>
                        </a:lnSpc>
                        <a:spcBef>
                          <a:spcPts val="20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lnSpc>
                          <a:spcPct val="100000"/>
                        </a:lnSpc>
                        <a:spcBef>
                          <a:spcPts val="20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lnSpc>
                          <a:spcPct val="100000"/>
                        </a:lnSpc>
                        <a:spcBef>
                          <a:spcPts val="20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lnSpc>
                          <a:spcPct val="100000"/>
                        </a:lnSpc>
                        <a:spcBef>
                          <a:spcPts val="20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lnSpc>
                          <a:spcPct val="100000"/>
                        </a:lnSpc>
                        <a:spcBef>
                          <a:spcPts val="20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txBody>
                  <a:tcPr marT="49750" marB="49750" marR="98700" marL="9870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SPA</a:t>
                      </a:r>
                      <a:endParaRPr sz="1500"/>
                    </a:p>
                  </a:txBody>
                  <a:tcPr marT="49750" marB="49750" marR="98700" marL="9870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206" name="Google Shape;206;p17"/>
          <p:cNvSpPr/>
          <p:nvPr/>
        </p:nvSpPr>
        <p:spPr>
          <a:xfrm>
            <a:off x="2703842" y="645978"/>
            <a:ext cx="3186900" cy="2898300"/>
          </a:xfrm>
          <a:prstGeom prst="roundRect">
            <a:avLst>
              <a:gd fmla="val 609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graphicFrame>
        <p:nvGraphicFramePr>
          <p:cNvPr id="207" name="Google Shape;207;p17"/>
          <p:cNvGraphicFramePr/>
          <p:nvPr/>
        </p:nvGraphicFramePr>
        <p:xfrm>
          <a:off x="6201018" y="1115780"/>
          <a:ext cx="3000000" cy="3000000"/>
        </p:xfrm>
        <a:graphic>
          <a:graphicData uri="http://schemas.openxmlformats.org/drawingml/2006/table">
            <a:tbl>
              <a:tblPr>
                <a:noFill/>
                <a:tableStyleId>{82D19793-0DAC-4A64-A34E-973C42C3793B}</a:tableStyleId>
              </a:tblPr>
              <a:tblGrid>
                <a:gridCol w="1243450"/>
                <a:gridCol w="1399000"/>
                <a:gridCol w="1553825"/>
              </a:tblGrid>
              <a:tr h="431050">
                <a:tc>
                  <a:txBody>
                    <a:bodyPr/>
                    <a:lstStyle/>
                    <a:p>
                      <a:pPr indent="0" lvl="0" marL="0" marR="0" rtl="0" algn="l">
                        <a:lnSpc>
                          <a:spcPct val="100000"/>
                        </a:lnSpc>
                        <a:spcBef>
                          <a:spcPts val="0"/>
                        </a:spcBef>
                        <a:spcAft>
                          <a:spcPts val="0"/>
                        </a:spcAft>
                        <a:buClr>
                          <a:schemeClr val="dk1"/>
                        </a:buClr>
                        <a:buSzPts val="1100"/>
                        <a:buFont typeface="Arial"/>
                        <a:buNone/>
                      </a:pPr>
                      <a:r>
                        <a:rPr b="0" i="0" lang="en-GB" sz="1100" u="none" cap="none" strike="noStrike">
                          <a:solidFill>
                            <a:schemeClr val="dk1"/>
                          </a:solidFill>
                          <a:latin typeface="Comic Sans MS"/>
                          <a:ea typeface="Comic Sans MS"/>
                          <a:cs typeface="Comic Sans MS"/>
                          <a:sym typeface="Comic Sans MS"/>
                        </a:rPr>
                        <a:t>Job Title </a:t>
                      </a:r>
                      <a:endParaRPr sz="1500"/>
                    </a:p>
                  </a:txBody>
                  <a:tcPr marT="49750" marB="49750" marR="98700" marL="9870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00"/>
                        <a:buFont typeface="Arial"/>
                        <a:buNone/>
                      </a:pPr>
                      <a:r>
                        <a:rPr b="0" i="0" lang="en-GB" sz="1100" u="none" cap="none" strike="noStrike">
                          <a:solidFill>
                            <a:schemeClr val="dk1"/>
                          </a:solidFill>
                          <a:latin typeface="Comic Sans MS"/>
                          <a:ea typeface="Comic Sans MS"/>
                          <a:cs typeface="Comic Sans MS"/>
                          <a:sym typeface="Comic Sans MS"/>
                        </a:rPr>
                        <a:t>Description</a:t>
                      </a:r>
                      <a:endParaRPr sz="1500"/>
                    </a:p>
                  </a:txBody>
                  <a:tcPr marT="49750" marB="49750" marR="98700" marL="987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DADA"/>
                    </a:solidFill>
                  </a:tcPr>
                </a:tc>
                <a:tc>
                  <a:txBody>
                    <a:bodyPr/>
                    <a:lstStyle/>
                    <a:p>
                      <a:pPr indent="0" lvl="0" marL="0" marR="0" rtl="0" algn="ctr">
                        <a:lnSpc>
                          <a:spcPct val="100000"/>
                        </a:lnSpc>
                        <a:spcBef>
                          <a:spcPts val="0"/>
                        </a:spcBef>
                        <a:spcAft>
                          <a:spcPts val="0"/>
                        </a:spcAft>
                        <a:buClr>
                          <a:schemeClr val="dk1"/>
                        </a:buClr>
                        <a:buSzPts val="1100"/>
                        <a:buFont typeface="Arial"/>
                        <a:buNone/>
                      </a:pPr>
                      <a:r>
                        <a:rPr b="0" i="0" lang="en-GB" sz="1100" u="none" cap="none" strike="noStrike">
                          <a:solidFill>
                            <a:schemeClr val="dk1"/>
                          </a:solidFill>
                          <a:latin typeface="Comic Sans MS"/>
                          <a:ea typeface="Comic Sans MS"/>
                          <a:cs typeface="Comic Sans MS"/>
                          <a:sym typeface="Comic Sans MS"/>
                        </a:rPr>
                        <a:t>Services/treatments offered</a:t>
                      </a:r>
                      <a:endParaRPr sz="1500"/>
                    </a:p>
                  </a:txBody>
                  <a:tcPr marT="49750" marB="49750" marR="98700" marL="9870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r>
              <a:tr h="1371100">
                <a:tc>
                  <a:txBody>
                    <a:bodyPr/>
                    <a:lstStyle/>
                    <a:p>
                      <a:pPr indent="0" lvl="0" marL="0" marR="0" rtl="0" algn="l">
                        <a:lnSpc>
                          <a:spcPct val="100000"/>
                        </a:lnSpc>
                        <a:spcBef>
                          <a:spcPts val="0"/>
                        </a:spcBef>
                        <a:spcAft>
                          <a:spcPts val="0"/>
                        </a:spcAft>
                        <a:buClr>
                          <a:schemeClr val="dk1"/>
                        </a:buClr>
                        <a:buSzPts val="1100"/>
                        <a:buFont typeface="Arial"/>
                        <a:buNone/>
                      </a:pPr>
                      <a:r>
                        <a:rPr b="0" i="0" lang="en-GB" sz="1100" u="none" cap="none" strike="noStrike">
                          <a:solidFill>
                            <a:schemeClr val="dk1"/>
                          </a:solidFill>
                          <a:latin typeface="Comic Sans MS"/>
                          <a:ea typeface="Comic Sans MS"/>
                          <a:cs typeface="Comic Sans MS"/>
                          <a:sym typeface="Comic Sans MS"/>
                        </a:rPr>
                        <a:t>Make-up</a:t>
                      </a:r>
                      <a:endParaRPr sz="1500"/>
                    </a:p>
                    <a:p>
                      <a:pPr indent="0" lvl="0" marL="0" marR="0" rtl="0" algn="l">
                        <a:lnSpc>
                          <a:spcPct val="100000"/>
                        </a:lnSpc>
                        <a:spcBef>
                          <a:spcPts val="200"/>
                        </a:spcBef>
                        <a:spcAft>
                          <a:spcPts val="0"/>
                        </a:spcAft>
                        <a:buClr>
                          <a:schemeClr val="dk1"/>
                        </a:buClr>
                        <a:buSzPts val="1100"/>
                        <a:buFont typeface="Arial"/>
                        <a:buNone/>
                      </a:pPr>
                      <a:r>
                        <a:rPr b="0" i="0" lang="en-GB" sz="1100" u="none" cap="none" strike="noStrike">
                          <a:solidFill>
                            <a:schemeClr val="dk1"/>
                          </a:solidFill>
                          <a:latin typeface="Comic Sans MS"/>
                          <a:ea typeface="Comic Sans MS"/>
                          <a:cs typeface="Comic Sans MS"/>
                          <a:sym typeface="Comic Sans MS"/>
                        </a:rPr>
                        <a:t>artist</a:t>
                      </a:r>
                      <a:endParaRPr sz="1500"/>
                    </a:p>
                  </a:txBody>
                  <a:tcPr marT="49750" marB="49750" marR="98700" marL="9870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ctr">
                        <a:lnSpc>
                          <a:spcPct val="100000"/>
                        </a:lnSpc>
                        <a:spcBef>
                          <a:spcPts val="20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ctr">
                        <a:lnSpc>
                          <a:spcPct val="100000"/>
                        </a:lnSpc>
                        <a:spcBef>
                          <a:spcPts val="20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txBody>
                  <a:tcPr marT="49750" marB="49750" marR="98700" marL="987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DADA"/>
                    </a:solidFill>
                  </a:tcPr>
                </a:tc>
                <a:tc>
                  <a:txBody>
                    <a:bodyPr/>
                    <a:lstStyle/>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txBody>
                  <a:tcPr marT="49750" marB="49750" marR="98700" marL="9870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r>
              <a:tr h="1061025">
                <a:tc>
                  <a:txBody>
                    <a:bodyPr/>
                    <a:lstStyle/>
                    <a:p>
                      <a:pPr indent="0" lvl="0" marL="0" marR="0" rtl="0" algn="l">
                        <a:lnSpc>
                          <a:spcPct val="100000"/>
                        </a:lnSpc>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Nail technician</a:t>
                      </a:r>
                      <a:endParaRPr sz="1500"/>
                    </a:p>
                  </a:txBody>
                  <a:tcPr marT="49750" marB="49750" marR="98700" marL="9870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ctr">
                        <a:lnSpc>
                          <a:spcPct val="100000"/>
                        </a:lnSpc>
                        <a:spcBef>
                          <a:spcPts val="20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ctr">
                        <a:lnSpc>
                          <a:spcPct val="100000"/>
                        </a:lnSpc>
                        <a:spcBef>
                          <a:spcPts val="20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ctr">
                        <a:lnSpc>
                          <a:spcPct val="100000"/>
                        </a:lnSpc>
                        <a:spcBef>
                          <a:spcPts val="20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ctr">
                        <a:lnSpc>
                          <a:spcPct val="100000"/>
                        </a:lnSpc>
                        <a:spcBef>
                          <a:spcPts val="20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txBody>
                  <a:tcPr marT="49750" marB="49750" marR="98700" marL="987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DADA"/>
                    </a:solidFill>
                  </a:tcPr>
                </a:tc>
                <a:tc>
                  <a:txBody>
                    <a:bodyPr/>
                    <a:lstStyle/>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txBody>
                  <a:tcPr marT="49750" marB="49750" marR="98700" marL="9870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r>
              <a:tr h="1061025">
                <a:tc>
                  <a:txBody>
                    <a:bodyPr/>
                    <a:lstStyle/>
                    <a:p>
                      <a:pPr indent="0" lvl="0" marL="0" marR="0" rtl="0" algn="l">
                        <a:lnSpc>
                          <a:spcPct val="100000"/>
                        </a:lnSpc>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Cosmetologist </a:t>
                      </a:r>
                      <a:endParaRPr sz="1500"/>
                    </a:p>
                  </a:txBody>
                  <a:tcPr marT="49750" marB="49750" marR="98700" marL="9870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ctr">
                        <a:lnSpc>
                          <a:spcPct val="100000"/>
                        </a:lnSpc>
                        <a:spcBef>
                          <a:spcPts val="20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ctr">
                        <a:lnSpc>
                          <a:spcPct val="100000"/>
                        </a:lnSpc>
                        <a:spcBef>
                          <a:spcPts val="20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ctr">
                        <a:lnSpc>
                          <a:spcPct val="100000"/>
                        </a:lnSpc>
                        <a:spcBef>
                          <a:spcPts val="20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ctr">
                        <a:lnSpc>
                          <a:spcPct val="100000"/>
                        </a:lnSpc>
                        <a:spcBef>
                          <a:spcPts val="20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txBody>
                  <a:tcPr marT="49750" marB="49750" marR="98700" marL="987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2DADA"/>
                    </a:solidFill>
                  </a:tcPr>
                </a:tc>
                <a:tc>
                  <a:txBody>
                    <a:bodyPr/>
                    <a:lstStyle/>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txBody>
                  <a:tcPr marT="49750" marB="49750" marR="98700" marL="9870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2F2F2"/>
                    </a:solidFill>
                  </a:tcPr>
                </a:tc>
              </a:tr>
            </a:tbl>
          </a:graphicData>
        </a:graphic>
      </p:graphicFrame>
      <p:sp>
        <p:nvSpPr>
          <p:cNvPr id="208" name="Google Shape;208;p17"/>
          <p:cNvSpPr txBox="1"/>
          <p:nvPr/>
        </p:nvSpPr>
        <p:spPr>
          <a:xfrm>
            <a:off x="3007126" y="758247"/>
            <a:ext cx="2642100" cy="4353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List two treatments specific to each different hairdressing business</a:t>
            </a:r>
            <a:endParaRPr sz="15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13" name="Shape 213"/>
        <p:cNvGrpSpPr/>
        <p:nvPr/>
      </p:nvGrpSpPr>
      <p:grpSpPr>
        <a:xfrm>
          <a:off x="0" y="0"/>
          <a:ext cx="0" cy="0"/>
          <a:chOff x="0" y="0"/>
          <a:chExt cx="0" cy="0"/>
        </a:xfrm>
      </p:grpSpPr>
      <p:sp>
        <p:nvSpPr>
          <p:cNvPr id="214" name="Google Shape;214;p18"/>
          <p:cNvSpPr/>
          <p:nvPr/>
        </p:nvSpPr>
        <p:spPr>
          <a:xfrm>
            <a:off x="6045092" y="645978"/>
            <a:ext cx="4431000" cy="52491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215" name="Google Shape;215;p18"/>
          <p:cNvSpPr txBox="1"/>
          <p:nvPr/>
        </p:nvSpPr>
        <p:spPr>
          <a:xfrm>
            <a:off x="6201018" y="723703"/>
            <a:ext cx="4119300" cy="29190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p:txBody>
      </p:sp>
      <p:sp>
        <p:nvSpPr>
          <p:cNvPr id="216" name="Google Shape;216;p18"/>
          <p:cNvSpPr txBox="1"/>
          <p:nvPr/>
        </p:nvSpPr>
        <p:spPr>
          <a:xfrm>
            <a:off x="6123912" y="5967523"/>
            <a:ext cx="2097300" cy="1272900"/>
          </a:xfrm>
          <a:prstGeom prst="rect">
            <a:avLst/>
          </a:prstGeom>
          <a:noFill/>
          <a:ln>
            <a:noFill/>
          </a:ln>
        </p:spPr>
        <p:txBody>
          <a:bodyPr anchorCtr="0" anchor="t" bIns="49450" lIns="98950" spcFirstLastPara="1" rIns="98950" wrap="square" tIns="49450">
            <a:noAutofit/>
          </a:bodyPr>
          <a:lstStyle/>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KEY WORDS:</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Dandruff</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Chemically treated</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Oily</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Dry</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Damaged</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Normal </a:t>
            </a:r>
            <a:endParaRPr sz="1500"/>
          </a:p>
        </p:txBody>
      </p:sp>
      <p:sp>
        <p:nvSpPr>
          <p:cNvPr id="217" name="Google Shape;217;p18"/>
          <p:cNvSpPr/>
          <p:nvPr/>
        </p:nvSpPr>
        <p:spPr>
          <a:xfrm>
            <a:off x="6045092" y="5974432"/>
            <a:ext cx="2254800" cy="14145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300" u="none" cap="none" strike="noStrike">
              <a:solidFill>
                <a:srgbClr val="FFFFFF"/>
              </a:solidFill>
              <a:latin typeface="Calibri"/>
              <a:ea typeface="Calibri"/>
              <a:cs typeface="Calibri"/>
              <a:sym typeface="Calibri"/>
            </a:endParaRPr>
          </a:p>
        </p:txBody>
      </p:sp>
      <p:sp>
        <p:nvSpPr>
          <p:cNvPr id="218" name="Google Shape;218;p18"/>
          <p:cNvSpPr txBox="1"/>
          <p:nvPr/>
        </p:nvSpPr>
        <p:spPr>
          <a:xfrm>
            <a:off x="8377114" y="5967523"/>
            <a:ext cx="2099100" cy="1941300"/>
          </a:xfrm>
          <a:prstGeom prst="rect">
            <a:avLst/>
          </a:prstGeom>
          <a:noFill/>
          <a:ln>
            <a:noFill/>
          </a:ln>
        </p:spPr>
        <p:txBody>
          <a:bodyPr anchorCtr="0" anchor="t" bIns="49450" lIns="98950" spcFirstLastPara="1" rIns="98950" wrap="square" tIns="49450">
            <a:noAutofit/>
          </a:bodyPr>
          <a:lstStyle/>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ASSESSMENT:</a:t>
            </a:r>
            <a:endParaRPr sz="1500"/>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rgbClr val="000000"/>
              </a:buClr>
              <a:buSzPts val="1100"/>
              <a:buFont typeface="Arial"/>
              <a:buNone/>
            </a:pPr>
            <a:r>
              <a:rPr b="0" i="0" lang="en-GB" sz="1100" u="none" cap="none" strike="noStrike">
                <a:solidFill>
                  <a:srgbClr val="000000"/>
                </a:solidFill>
                <a:latin typeface="Comic Sans MS"/>
                <a:ea typeface="Comic Sans MS"/>
                <a:cs typeface="Comic Sans MS"/>
                <a:sym typeface="Comic Sans MS"/>
              </a:rPr>
              <a:t>How confident are you in this section?</a:t>
            </a:r>
            <a:endParaRPr sz="1500"/>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p:txBody>
      </p:sp>
      <p:sp>
        <p:nvSpPr>
          <p:cNvPr id="219" name="Google Shape;219;p18"/>
          <p:cNvSpPr/>
          <p:nvPr/>
        </p:nvSpPr>
        <p:spPr>
          <a:xfrm>
            <a:off x="8377114" y="5974432"/>
            <a:ext cx="2099100" cy="14094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220" name="Google Shape;220;p18"/>
          <p:cNvSpPr/>
          <p:nvPr/>
        </p:nvSpPr>
        <p:spPr>
          <a:xfrm>
            <a:off x="8533038" y="6836311"/>
            <a:ext cx="233100" cy="238500"/>
          </a:xfrm>
          <a:prstGeom prst="cloudCallout">
            <a:avLst>
              <a:gd fmla="val -52204" name="adj1"/>
              <a:gd fmla="val 76088" name="adj2"/>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Calibri"/>
              <a:ea typeface="Calibri"/>
              <a:cs typeface="Calibri"/>
              <a:sym typeface="Calibri"/>
            </a:endParaRPr>
          </a:p>
        </p:txBody>
      </p:sp>
      <p:sp>
        <p:nvSpPr>
          <p:cNvPr id="221" name="Google Shape;221;p18"/>
          <p:cNvSpPr/>
          <p:nvPr/>
        </p:nvSpPr>
        <p:spPr>
          <a:xfrm>
            <a:off x="215896" y="176176"/>
            <a:ext cx="10181400" cy="3489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222" name="Google Shape;222;p18"/>
          <p:cNvSpPr txBox="1"/>
          <p:nvPr/>
        </p:nvSpPr>
        <p:spPr>
          <a:xfrm>
            <a:off x="371822" y="723703"/>
            <a:ext cx="2020200" cy="3990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223" name="Google Shape;223;p18"/>
          <p:cNvSpPr txBox="1"/>
          <p:nvPr/>
        </p:nvSpPr>
        <p:spPr>
          <a:xfrm>
            <a:off x="8843176" y="0"/>
            <a:ext cx="1632900" cy="3990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224" name="Google Shape;224;p18"/>
          <p:cNvSpPr/>
          <p:nvPr/>
        </p:nvSpPr>
        <p:spPr>
          <a:xfrm>
            <a:off x="215896" y="645978"/>
            <a:ext cx="2798100" cy="2898300"/>
          </a:xfrm>
          <a:prstGeom prst="roundRect">
            <a:avLst>
              <a:gd fmla="val 609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225" name="Google Shape;225;p18"/>
          <p:cNvSpPr txBox="1"/>
          <p:nvPr/>
        </p:nvSpPr>
        <p:spPr>
          <a:xfrm>
            <a:off x="215896" y="645978"/>
            <a:ext cx="2254800" cy="21936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What is the main purpose of a shampoo?</a:t>
            </a:r>
            <a:endParaRPr sz="1500"/>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What is the main purpose of conditioner?:</a:t>
            </a:r>
            <a:br>
              <a:rPr b="0" i="0" lang="en-GB" sz="1100" u="none" cap="none" strike="noStrike">
                <a:solidFill>
                  <a:schemeClr val="dk1"/>
                </a:solidFill>
                <a:latin typeface="Comic Sans MS"/>
                <a:ea typeface="Comic Sans MS"/>
                <a:cs typeface="Comic Sans MS"/>
                <a:sym typeface="Comic Sans MS"/>
              </a:rPr>
            </a:br>
            <a:br>
              <a:rPr b="0" i="0" lang="en-GB" sz="1100" u="none" cap="none" strike="noStrike">
                <a:solidFill>
                  <a:schemeClr val="dk1"/>
                </a:solidFill>
                <a:latin typeface="Comic Sans MS"/>
                <a:ea typeface="Comic Sans MS"/>
                <a:cs typeface="Comic Sans MS"/>
                <a:sym typeface="Comic Sans MS"/>
              </a:rPr>
            </a:br>
            <a:endParaRPr b="0" i="0" sz="1100" u="none" cap="none" strike="noStrike">
              <a:solidFill>
                <a:schemeClr val="dk1"/>
              </a:solidFill>
              <a:latin typeface="Comic Sans MS"/>
              <a:ea typeface="Comic Sans MS"/>
              <a:cs typeface="Comic Sans MS"/>
              <a:sym typeface="Comic Sans MS"/>
            </a:endParaRPr>
          </a:p>
        </p:txBody>
      </p:sp>
      <p:sp>
        <p:nvSpPr>
          <p:cNvPr id="226" name="Google Shape;226;p18"/>
          <p:cNvSpPr txBox="1"/>
          <p:nvPr/>
        </p:nvSpPr>
        <p:spPr>
          <a:xfrm>
            <a:off x="916702" y="176176"/>
            <a:ext cx="8858700" cy="335100"/>
          </a:xfrm>
          <a:prstGeom prst="rect">
            <a:avLst/>
          </a:prstGeom>
          <a:noFill/>
          <a:ln>
            <a:noFill/>
          </a:ln>
        </p:spPr>
        <p:txBody>
          <a:bodyPr anchorCtr="0" anchor="t" bIns="49450" lIns="98950" spcFirstLastPara="1" rIns="98950" wrap="square" tIns="49450">
            <a:noAutofit/>
          </a:bodyPr>
          <a:lstStyle/>
          <a:p>
            <a:pPr indent="0" lvl="0" marL="0" marR="0" rtl="0" algn="ctr">
              <a:spcBef>
                <a:spcPts val="0"/>
              </a:spcBef>
              <a:spcAft>
                <a:spcPts val="0"/>
              </a:spcAft>
              <a:buNone/>
            </a:pPr>
            <a:r>
              <a:rPr b="1" i="0" lang="en-GB" sz="1500" u="none" cap="none" strike="noStrike">
                <a:solidFill>
                  <a:srgbClr val="000000"/>
                </a:solidFill>
                <a:latin typeface="Comic Sans MS"/>
                <a:ea typeface="Comic Sans MS"/>
                <a:cs typeface="Comic Sans MS"/>
                <a:sym typeface="Comic Sans MS"/>
              </a:rPr>
              <a:t>Hair &amp; Beauty REVISION – Hair products, services and treatments </a:t>
            </a:r>
            <a:endParaRPr b="1" i="0" sz="1900" u="none" cap="none" strike="noStrike">
              <a:solidFill>
                <a:srgbClr val="000000"/>
              </a:solidFill>
              <a:latin typeface="Comic Sans MS"/>
              <a:ea typeface="Comic Sans MS"/>
              <a:cs typeface="Comic Sans MS"/>
              <a:sym typeface="Comic Sans MS"/>
            </a:endParaRPr>
          </a:p>
        </p:txBody>
      </p:sp>
      <p:sp>
        <p:nvSpPr>
          <p:cNvPr id="227" name="Google Shape;227;p18"/>
          <p:cNvSpPr txBox="1"/>
          <p:nvPr/>
        </p:nvSpPr>
        <p:spPr>
          <a:xfrm>
            <a:off x="6123912" y="723703"/>
            <a:ext cx="4196400" cy="4537500"/>
          </a:xfrm>
          <a:prstGeom prst="rect">
            <a:avLst/>
          </a:prstGeom>
          <a:noFill/>
          <a:ln>
            <a:noFill/>
          </a:ln>
        </p:spPr>
        <p:txBody>
          <a:bodyPr anchorCtr="0" anchor="t" bIns="49450" lIns="98950" spcFirstLastPara="1" rIns="98950" wrap="square" tIns="49450">
            <a:noAutofit/>
          </a:bodyPr>
          <a:lstStyle/>
          <a:p>
            <a:pPr indent="-368300" lvl="0" marL="368300" marR="0" rtl="0" algn="l">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Draw how the different colours effect the hair structure</a:t>
            </a:r>
            <a:endParaRPr sz="1500"/>
          </a:p>
          <a:p>
            <a:pPr indent="-368300" lvl="0" marL="36830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Temporary</a:t>
            </a:r>
            <a:endParaRPr sz="1500"/>
          </a:p>
          <a:p>
            <a:pPr indent="-368300" lvl="0" marL="36830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Semi-colour</a:t>
            </a:r>
            <a:endParaRPr sz="1500"/>
          </a:p>
          <a:p>
            <a:pPr indent="-368300" lvl="0" marL="36830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Quasi-colour</a:t>
            </a:r>
            <a:endParaRPr sz="1500"/>
          </a:p>
          <a:p>
            <a:pPr indent="-368300" lvl="0" marL="36830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Permanent</a:t>
            </a:r>
            <a:endParaRPr sz="1500"/>
          </a:p>
          <a:p>
            <a:pPr indent="-368300" lvl="0" marL="36830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Lighteners</a:t>
            </a:r>
            <a:endParaRPr sz="1500"/>
          </a:p>
          <a:p>
            <a:pPr indent="-368300" lvl="0" marL="36830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368300" lvl="0" marL="36830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368300" lvl="0" marL="36830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368300" lvl="0" marL="36830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368300" lvl="0" marL="36830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368300" lvl="0" marL="36830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368300" lvl="0" marL="36830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368300" lvl="0" marL="36830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368300" lvl="0" marL="36830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368300" lvl="0" marL="36830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368300" lvl="0" marL="36830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368300" lvl="0" marL="36830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p:txBody>
      </p:sp>
      <p:sp>
        <p:nvSpPr>
          <p:cNvPr id="228" name="Google Shape;228;p18"/>
          <p:cNvSpPr/>
          <p:nvPr/>
        </p:nvSpPr>
        <p:spPr>
          <a:xfrm>
            <a:off x="215896" y="3623694"/>
            <a:ext cx="2798100" cy="3760200"/>
          </a:xfrm>
          <a:prstGeom prst="roundRect">
            <a:avLst>
              <a:gd fmla="val 609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229" name="Google Shape;229;p18"/>
          <p:cNvSpPr txBox="1"/>
          <p:nvPr/>
        </p:nvSpPr>
        <p:spPr>
          <a:xfrm>
            <a:off x="3169904" y="645978"/>
            <a:ext cx="2642100" cy="41193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List the 6 different hair types</a:t>
            </a:r>
            <a:endParaRPr sz="1500"/>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What are the  4 different conditioning products available. </a:t>
            </a:r>
            <a:endParaRPr sz="1500"/>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1.Surface</a:t>
            </a:r>
            <a:endParaRPr sz="1500"/>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2.</a:t>
            </a:r>
            <a:endParaRPr sz="1500"/>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3.</a:t>
            </a:r>
            <a:endParaRPr sz="1500"/>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4.</a:t>
            </a:r>
            <a:endParaRPr sz="1500"/>
          </a:p>
          <a:p>
            <a:pPr indent="0" lvl="0" marL="0" marR="0" rtl="0" algn="l">
              <a:spcBef>
                <a:spcPts val="500"/>
              </a:spcBef>
              <a:spcAft>
                <a:spcPts val="0"/>
              </a:spcAft>
              <a:buNone/>
            </a:pPr>
            <a:r>
              <a:t/>
            </a:r>
            <a:endParaRPr b="0" i="1"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1"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How long does each colour last on the hair?</a:t>
            </a:r>
            <a:endParaRPr sz="1500"/>
          </a:p>
          <a:p>
            <a:pPr indent="0" lvl="0" marL="0" marR="0" rtl="0" algn="l">
              <a:spcBef>
                <a:spcPts val="500"/>
              </a:spcBef>
              <a:spcAft>
                <a:spcPts val="0"/>
              </a:spcAft>
              <a:buNone/>
            </a:pPr>
            <a:r>
              <a:t/>
            </a:r>
            <a:endParaRPr b="0" i="1"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1" sz="1100" u="none" cap="none" strike="noStrike">
              <a:solidFill>
                <a:schemeClr val="dk1"/>
              </a:solidFill>
              <a:latin typeface="Comic Sans MS"/>
              <a:ea typeface="Comic Sans MS"/>
              <a:cs typeface="Comic Sans MS"/>
              <a:sym typeface="Comic Sans MS"/>
            </a:endParaRPr>
          </a:p>
        </p:txBody>
      </p:sp>
      <p:sp>
        <p:nvSpPr>
          <p:cNvPr id="230" name="Google Shape;230;p18"/>
          <p:cNvSpPr/>
          <p:nvPr/>
        </p:nvSpPr>
        <p:spPr>
          <a:xfrm>
            <a:off x="3092799" y="645978"/>
            <a:ext cx="2798100" cy="2898300"/>
          </a:xfrm>
          <a:prstGeom prst="roundRect">
            <a:avLst>
              <a:gd fmla="val 609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231" name="Google Shape;231;p18"/>
          <p:cNvSpPr/>
          <p:nvPr/>
        </p:nvSpPr>
        <p:spPr>
          <a:xfrm>
            <a:off x="3092799" y="3623694"/>
            <a:ext cx="2798100" cy="3760200"/>
          </a:xfrm>
          <a:prstGeom prst="roundRect">
            <a:avLst>
              <a:gd fmla="val 609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graphicFrame>
        <p:nvGraphicFramePr>
          <p:cNvPr id="232" name="Google Shape;232;p18"/>
          <p:cNvGraphicFramePr/>
          <p:nvPr/>
        </p:nvGraphicFramePr>
        <p:xfrm>
          <a:off x="371822" y="4250673"/>
          <a:ext cx="3000000" cy="3000000"/>
        </p:xfrm>
        <a:graphic>
          <a:graphicData uri="http://schemas.openxmlformats.org/drawingml/2006/table">
            <a:tbl>
              <a:tblPr bandRow="1" firstRow="1">
                <a:noFill/>
                <a:tableStyleId>{408BB8E4-9507-4164-9848-2ADFDE555D8F}</a:tableStyleId>
              </a:tblPr>
              <a:tblGrid>
                <a:gridCol w="1239675"/>
                <a:gridCol w="1239675"/>
              </a:tblGrid>
              <a:tr h="2823975">
                <a:tc>
                  <a:txBody>
                    <a:bodyPr/>
                    <a:lstStyle/>
                    <a:p>
                      <a:pPr indent="0" lvl="0" marL="0" marR="0" rtl="0" algn="l">
                        <a:spcBef>
                          <a:spcPts val="0"/>
                        </a:spcBef>
                        <a:spcAft>
                          <a:spcPts val="0"/>
                        </a:spcAft>
                        <a:buNone/>
                      </a:pPr>
                      <a:r>
                        <a:rPr lang="en-GB" sz="2000" u="none" cap="none" strike="noStrike">
                          <a:solidFill>
                            <a:srgbClr val="953734"/>
                          </a:solidFill>
                        </a:rPr>
                        <a:t>Perming</a:t>
                      </a:r>
                      <a:endParaRPr sz="1500"/>
                    </a:p>
                  </a:txBody>
                  <a:tcPr marT="49725" marB="49725" marR="98675" marL="98675">
                    <a:solidFill>
                      <a:srgbClr val="E5B8B7"/>
                    </a:solidFill>
                  </a:tcPr>
                </a:tc>
                <a:tc>
                  <a:txBody>
                    <a:bodyPr/>
                    <a:lstStyle/>
                    <a:p>
                      <a:pPr indent="0" lvl="0" marL="0" marR="0" rtl="0" algn="l">
                        <a:spcBef>
                          <a:spcPts val="0"/>
                        </a:spcBef>
                        <a:spcAft>
                          <a:spcPts val="0"/>
                        </a:spcAft>
                        <a:buNone/>
                      </a:pPr>
                      <a:r>
                        <a:rPr lang="en-GB" sz="2000">
                          <a:solidFill>
                            <a:srgbClr val="8CB3E3"/>
                          </a:solidFill>
                        </a:rPr>
                        <a:t>Relaxing</a:t>
                      </a:r>
                      <a:endParaRPr sz="1500"/>
                    </a:p>
                  </a:txBody>
                  <a:tcPr marT="49725" marB="49725" marR="98675" marL="98675">
                    <a:solidFill>
                      <a:schemeClr val="lt2"/>
                    </a:solidFill>
                  </a:tcPr>
                </a:tc>
              </a:tr>
            </a:tbl>
          </a:graphicData>
        </a:graphic>
      </p:graphicFrame>
      <p:sp>
        <p:nvSpPr>
          <p:cNvPr id="233" name="Google Shape;233;p18"/>
          <p:cNvSpPr txBox="1"/>
          <p:nvPr/>
        </p:nvSpPr>
        <p:spPr>
          <a:xfrm>
            <a:off x="371822" y="3768780"/>
            <a:ext cx="2331900" cy="502500"/>
          </a:xfrm>
          <a:prstGeom prst="rect">
            <a:avLst/>
          </a:prstGeom>
          <a:noFill/>
          <a:ln>
            <a:noFill/>
          </a:ln>
        </p:spPr>
        <p:txBody>
          <a:bodyPr anchorCtr="0" anchor="t" bIns="49450" lIns="98950" spcFirstLastPara="1" rIns="98950" wrap="square" tIns="49450">
            <a:noAutofit/>
          </a:bodyPr>
          <a:lstStyle/>
          <a:p>
            <a:pPr indent="0" lvl="0" marL="0" marR="0" rtl="0" algn="ctr">
              <a:spcBef>
                <a:spcPts val="0"/>
              </a:spcBef>
              <a:spcAft>
                <a:spcPts val="0"/>
              </a:spcAft>
              <a:buNone/>
            </a:pPr>
            <a:r>
              <a:rPr b="0" i="0" lang="en-GB" sz="1300" u="none" cap="none" strike="noStrike">
                <a:solidFill>
                  <a:schemeClr val="dk1"/>
                </a:solidFill>
                <a:latin typeface="Arial"/>
                <a:ea typeface="Arial"/>
                <a:cs typeface="Arial"/>
                <a:sym typeface="Arial"/>
              </a:rPr>
              <a:t>List the differences between perming and relaxing</a:t>
            </a:r>
            <a:endParaRPr sz="15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38" name="Shape 238"/>
        <p:cNvGrpSpPr/>
        <p:nvPr/>
      </p:nvGrpSpPr>
      <p:grpSpPr>
        <a:xfrm>
          <a:off x="0" y="0"/>
          <a:ext cx="0" cy="0"/>
          <a:chOff x="0" y="0"/>
          <a:chExt cx="0" cy="0"/>
        </a:xfrm>
      </p:grpSpPr>
      <p:sp>
        <p:nvSpPr>
          <p:cNvPr id="239" name="Google Shape;239;p19"/>
          <p:cNvSpPr/>
          <p:nvPr/>
        </p:nvSpPr>
        <p:spPr>
          <a:xfrm>
            <a:off x="6045092" y="645978"/>
            <a:ext cx="4431000" cy="52491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240" name="Google Shape;240;p19"/>
          <p:cNvSpPr txBox="1"/>
          <p:nvPr/>
        </p:nvSpPr>
        <p:spPr>
          <a:xfrm>
            <a:off x="6201018" y="723703"/>
            <a:ext cx="4119300" cy="42870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Clr>
                <a:schemeClr val="dk1"/>
              </a:buClr>
              <a:buSzPts val="1100"/>
              <a:buFont typeface="Arial"/>
              <a:buNone/>
            </a:pPr>
            <a:r>
              <a:rPr b="0" i="0" lang="en-GB" sz="1100" u="none" cap="none" strike="noStrike">
                <a:solidFill>
                  <a:schemeClr val="dk1"/>
                </a:solidFill>
                <a:latin typeface="Comic Sans MS"/>
                <a:ea typeface="Comic Sans MS"/>
                <a:cs typeface="Comic Sans MS"/>
                <a:sym typeface="Comic Sans MS"/>
              </a:rPr>
              <a:t>What is skin care?</a:t>
            </a:r>
            <a:endParaRPr sz="1500"/>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rPr b="0" i="0" lang="en-GB" sz="1100" u="none" cap="none" strike="noStrike">
                <a:solidFill>
                  <a:schemeClr val="dk1"/>
                </a:solidFill>
                <a:latin typeface="Comic Sans MS"/>
                <a:ea typeface="Comic Sans MS"/>
                <a:cs typeface="Comic Sans MS"/>
                <a:sym typeface="Comic Sans MS"/>
              </a:rPr>
              <a:t>Explain what each of these products do</a:t>
            </a:r>
            <a:endParaRPr sz="1500"/>
          </a:p>
          <a:p>
            <a:pPr indent="0" lvl="0" marL="0" marR="0" rtl="0" algn="l">
              <a:spcBef>
                <a:spcPts val="0"/>
              </a:spcBef>
              <a:spcAft>
                <a:spcPts val="0"/>
              </a:spcAft>
              <a:buClr>
                <a:schemeClr val="dk1"/>
              </a:buClr>
              <a:buSzPts val="1100"/>
              <a:buFont typeface="Arial"/>
              <a:buNone/>
            </a:pPr>
            <a:r>
              <a:rPr b="0" i="0" lang="en-GB" sz="1100" u="none" cap="none" strike="noStrike">
                <a:solidFill>
                  <a:schemeClr val="dk1"/>
                </a:solidFill>
                <a:latin typeface="Comic Sans MS"/>
                <a:ea typeface="Comic Sans MS"/>
                <a:cs typeface="Comic Sans MS"/>
                <a:sym typeface="Comic Sans MS"/>
              </a:rPr>
              <a:t>Cleanser</a:t>
            </a:r>
            <a:endParaRPr sz="1500"/>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rPr b="0" i="0" lang="en-GB" sz="1100" u="none" cap="none" strike="noStrike">
                <a:solidFill>
                  <a:schemeClr val="dk1"/>
                </a:solidFill>
                <a:latin typeface="Comic Sans MS"/>
                <a:ea typeface="Comic Sans MS"/>
                <a:cs typeface="Comic Sans MS"/>
                <a:sym typeface="Comic Sans MS"/>
              </a:rPr>
              <a:t>Toner</a:t>
            </a:r>
            <a:endParaRPr sz="1500"/>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rPr b="0" i="0" lang="en-GB" sz="1100" u="none" cap="none" strike="noStrike">
                <a:solidFill>
                  <a:schemeClr val="dk1"/>
                </a:solidFill>
                <a:latin typeface="Comic Sans MS"/>
                <a:ea typeface="Comic Sans MS"/>
                <a:cs typeface="Comic Sans MS"/>
                <a:sym typeface="Comic Sans MS"/>
              </a:rPr>
              <a:t>Moisturiser</a:t>
            </a:r>
            <a:endParaRPr sz="1500"/>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rPr b="0" i="0" lang="en-GB" sz="1100" u="none" cap="none" strike="noStrike">
                <a:solidFill>
                  <a:schemeClr val="dk1"/>
                </a:solidFill>
                <a:latin typeface="Comic Sans MS"/>
                <a:ea typeface="Comic Sans MS"/>
                <a:cs typeface="Comic Sans MS"/>
                <a:sym typeface="Comic Sans MS"/>
              </a:rPr>
              <a:t>Exfoliator</a:t>
            </a:r>
            <a:endParaRPr sz="1500"/>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rPr b="0" i="0" lang="en-GB" sz="1100" u="none" cap="none" strike="noStrike">
                <a:solidFill>
                  <a:schemeClr val="dk1"/>
                </a:solidFill>
                <a:latin typeface="Comic Sans MS"/>
                <a:ea typeface="Comic Sans MS"/>
                <a:cs typeface="Comic Sans MS"/>
                <a:sym typeface="Comic Sans MS"/>
              </a:rPr>
              <a:t>Serums</a:t>
            </a:r>
            <a:endParaRPr sz="1500"/>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rPr b="0" i="0" lang="en-GB" sz="1100" u="none" cap="none" strike="noStrike">
                <a:solidFill>
                  <a:schemeClr val="dk1"/>
                </a:solidFill>
                <a:latin typeface="Comic Sans MS"/>
                <a:ea typeface="Comic Sans MS"/>
                <a:cs typeface="Comic Sans MS"/>
                <a:sym typeface="Comic Sans MS"/>
              </a:rPr>
              <a:t>Masks</a:t>
            </a:r>
            <a:endParaRPr sz="1500"/>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rPr b="0" i="0" lang="en-GB" sz="1100" u="none" cap="none" strike="noStrike">
                <a:solidFill>
                  <a:schemeClr val="dk1"/>
                </a:solidFill>
                <a:latin typeface="Comic Sans MS"/>
                <a:ea typeface="Comic Sans MS"/>
                <a:cs typeface="Comic Sans MS"/>
                <a:sym typeface="Comic Sans MS"/>
              </a:rPr>
              <a:t>Compare a moisturiser with an exfoliator</a:t>
            </a:r>
            <a:endParaRPr sz="1500"/>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p:txBody>
      </p:sp>
      <p:sp>
        <p:nvSpPr>
          <p:cNvPr id="241" name="Google Shape;241;p19"/>
          <p:cNvSpPr txBox="1"/>
          <p:nvPr/>
        </p:nvSpPr>
        <p:spPr>
          <a:xfrm>
            <a:off x="6123912" y="5967523"/>
            <a:ext cx="2097300" cy="1440600"/>
          </a:xfrm>
          <a:prstGeom prst="rect">
            <a:avLst/>
          </a:prstGeom>
          <a:noFill/>
          <a:ln>
            <a:noFill/>
          </a:ln>
        </p:spPr>
        <p:txBody>
          <a:bodyPr anchorCtr="0" anchor="t" bIns="49450" lIns="98950" spcFirstLastPara="1" rIns="98950" wrap="square" tIns="49450">
            <a:noAutofit/>
          </a:bodyPr>
          <a:lstStyle/>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KEY WORDS:</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Function</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Purpose</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Consistency</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Varity</a:t>
            </a:r>
            <a:endParaRPr sz="1500"/>
          </a:p>
          <a:p>
            <a:pPr indent="0" lvl="0" marL="0" marR="0" rtl="0" algn="ctr">
              <a:spcBef>
                <a:spcPts val="0"/>
              </a:spcBef>
              <a:spcAft>
                <a:spcPts val="0"/>
              </a:spcAft>
              <a:buClr>
                <a:schemeClr val="dk1"/>
              </a:buClr>
              <a:buSzPts val="1100"/>
              <a:buFont typeface="Arial"/>
              <a:buNone/>
            </a:pPr>
            <a:r>
              <a:t/>
            </a:r>
            <a:endParaRPr b="1" i="0" sz="1100" u="none" cap="none" strike="noStrike">
              <a:solidFill>
                <a:schemeClr val="dk1"/>
              </a:solidFill>
              <a:latin typeface="Comic Sans MS"/>
              <a:ea typeface="Comic Sans MS"/>
              <a:cs typeface="Comic Sans MS"/>
              <a:sym typeface="Comic Sans MS"/>
            </a:endParaRPr>
          </a:p>
          <a:p>
            <a:pPr indent="0" lvl="0" marL="0" marR="0" rtl="0" algn="ctr">
              <a:spcBef>
                <a:spcPts val="0"/>
              </a:spcBef>
              <a:spcAft>
                <a:spcPts val="0"/>
              </a:spcAft>
              <a:buClr>
                <a:schemeClr val="dk1"/>
              </a:buClr>
              <a:buSzPts val="1100"/>
              <a:buFont typeface="Arial"/>
              <a:buNone/>
            </a:pPr>
            <a:r>
              <a:t/>
            </a:r>
            <a:endParaRPr b="1" i="0" sz="1100" u="none" cap="none" strike="noStrike">
              <a:solidFill>
                <a:schemeClr val="dk1"/>
              </a:solidFill>
              <a:latin typeface="Comic Sans MS"/>
              <a:ea typeface="Comic Sans MS"/>
              <a:cs typeface="Comic Sans MS"/>
              <a:sym typeface="Comic Sans MS"/>
            </a:endParaRPr>
          </a:p>
          <a:p>
            <a:pPr indent="0" lvl="0" marL="0" marR="0" rtl="0" algn="ctr">
              <a:spcBef>
                <a:spcPts val="0"/>
              </a:spcBef>
              <a:spcAft>
                <a:spcPts val="0"/>
              </a:spcAft>
              <a:buClr>
                <a:schemeClr val="dk1"/>
              </a:buClr>
              <a:buSzPts val="1100"/>
              <a:buFont typeface="Arial"/>
              <a:buNone/>
            </a:pPr>
            <a:r>
              <a:t/>
            </a:r>
            <a:endParaRPr b="1" i="0" sz="1100" u="none" cap="none" strike="noStrike">
              <a:solidFill>
                <a:schemeClr val="dk1"/>
              </a:solidFill>
              <a:latin typeface="Comic Sans MS"/>
              <a:ea typeface="Comic Sans MS"/>
              <a:cs typeface="Comic Sans MS"/>
              <a:sym typeface="Comic Sans MS"/>
            </a:endParaRPr>
          </a:p>
        </p:txBody>
      </p:sp>
      <p:sp>
        <p:nvSpPr>
          <p:cNvPr id="242" name="Google Shape;242;p19"/>
          <p:cNvSpPr/>
          <p:nvPr/>
        </p:nvSpPr>
        <p:spPr>
          <a:xfrm>
            <a:off x="6045092" y="5974432"/>
            <a:ext cx="2254800" cy="14145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300" u="none" cap="none" strike="noStrike">
              <a:solidFill>
                <a:srgbClr val="FFFFFF"/>
              </a:solidFill>
              <a:latin typeface="Calibri"/>
              <a:ea typeface="Calibri"/>
              <a:cs typeface="Calibri"/>
              <a:sym typeface="Calibri"/>
            </a:endParaRPr>
          </a:p>
        </p:txBody>
      </p:sp>
      <p:sp>
        <p:nvSpPr>
          <p:cNvPr id="243" name="Google Shape;243;p19"/>
          <p:cNvSpPr txBox="1"/>
          <p:nvPr/>
        </p:nvSpPr>
        <p:spPr>
          <a:xfrm>
            <a:off x="8377114" y="5967523"/>
            <a:ext cx="2099100" cy="1941300"/>
          </a:xfrm>
          <a:prstGeom prst="rect">
            <a:avLst/>
          </a:prstGeom>
          <a:noFill/>
          <a:ln>
            <a:noFill/>
          </a:ln>
        </p:spPr>
        <p:txBody>
          <a:bodyPr anchorCtr="0" anchor="t" bIns="49450" lIns="98950" spcFirstLastPara="1" rIns="98950" wrap="square" tIns="49450">
            <a:noAutofit/>
          </a:bodyPr>
          <a:lstStyle/>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ASSESSMENT:</a:t>
            </a:r>
            <a:endParaRPr sz="1500"/>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rgbClr val="000000"/>
              </a:buClr>
              <a:buSzPts val="1100"/>
              <a:buFont typeface="Arial"/>
              <a:buNone/>
            </a:pPr>
            <a:r>
              <a:rPr b="0" i="0" lang="en-GB" sz="1100" u="none" cap="none" strike="noStrike">
                <a:solidFill>
                  <a:srgbClr val="000000"/>
                </a:solidFill>
                <a:latin typeface="Comic Sans MS"/>
                <a:ea typeface="Comic Sans MS"/>
                <a:cs typeface="Comic Sans MS"/>
                <a:sym typeface="Comic Sans MS"/>
              </a:rPr>
              <a:t>How confident are you in this section?</a:t>
            </a:r>
            <a:endParaRPr sz="1500"/>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p:txBody>
      </p:sp>
      <p:sp>
        <p:nvSpPr>
          <p:cNvPr id="244" name="Google Shape;244;p19"/>
          <p:cNvSpPr/>
          <p:nvPr/>
        </p:nvSpPr>
        <p:spPr>
          <a:xfrm>
            <a:off x="8377114" y="5974432"/>
            <a:ext cx="2099100" cy="14094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245" name="Google Shape;245;p19"/>
          <p:cNvSpPr/>
          <p:nvPr/>
        </p:nvSpPr>
        <p:spPr>
          <a:xfrm>
            <a:off x="8533038" y="6836311"/>
            <a:ext cx="233100" cy="238500"/>
          </a:xfrm>
          <a:prstGeom prst="cloudCallout">
            <a:avLst>
              <a:gd fmla="val -52204" name="adj1"/>
              <a:gd fmla="val 76088" name="adj2"/>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Calibri"/>
              <a:ea typeface="Calibri"/>
              <a:cs typeface="Calibri"/>
              <a:sym typeface="Calibri"/>
            </a:endParaRPr>
          </a:p>
        </p:txBody>
      </p:sp>
      <p:sp>
        <p:nvSpPr>
          <p:cNvPr id="246" name="Google Shape;246;p19"/>
          <p:cNvSpPr/>
          <p:nvPr/>
        </p:nvSpPr>
        <p:spPr>
          <a:xfrm>
            <a:off x="215896" y="176176"/>
            <a:ext cx="10181400" cy="3489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247" name="Google Shape;247;p19"/>
          <p:cNvSpPr txBox="1"/>
          <p:nvPr/>
        </p:nvSpPr>
        <p:spPr>
          <a:xfrm>
            <a:off x="371822" y="723703"/>
            <a:ext cx="2020200" cy="3990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248" name="Google Shape;248;p19"/>
          <p:cNvSpPr txBox="1"/>
          <p:nvPr/>
        </p:nvSpPr>
        <p:spPr>
          <a:xfrm>
            <a:off x="8843176" y="0"/>
            <a:ext cx="1632900" cy="3990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249" name="Google Shape;249;p19"/>
          <p:cNvSpPr/>
          <p:nvPr/>
        </p:nvSpPr>
        <p:spPr>
          <a:xfrm>
            <a:off x="215896" y="645978"/>
            <a:ext cx="5675100" cy="3212700"/>
          </a:xfrm>
          <a:prstGeom prst="roundRect">
            <a:avLst>
              <a:gd fmla="val 609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250" name="Google Shape;250;p19"/>
          <p:cNvSpPr txBox="1"/>
          <p:nvPr/>
        </p:nvSpPr>
        <p:spPr>
          <a:xfrm>
            <a:off x="215896" y="645978"/>
            <a:ext cx="5519100" cy="15234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What does a styling product do?</a:t>
            </a:r>
            <a:endParaRPr sz="1500"/>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List as many styling products as you can</a:t>
            </a:r>
            <a:endParaRPr sz="1500"/>
          </a:p>
        </p:txBody>
      </p:sp>
      <p:sp>
        <p:nvSpPr>
          <p:cNvPr id="251" name="Google Shape;251;p19"/>
          <p:cNvSpPr txBox="1"/>
          <p:nvPr/>
        </p:nvSpPr>
        <p:spPr>
          <a:xfrm>
            <a:off x="916702" y="176176"/>
            <a:ext cx="8858700" cy="787500"/>
          </a:xfrm>
          <a:prstGeom prst="rect">
            <a:avLst/>
          </a:prstGeom>
          <a:noFill/>
          <a:ln>
            <a:noFill/>
          </a:ln>
        </p:spPr>
        <p:txBody>
          <a:bodyPr anchorCtr="0" anchor="t" bIns="49450" lIns="98950" spcFirstLastPara="1" rIns="98950" wrap="square" tIns="49450">
            <a:noAutofit/>
          </a:bodyPr>
          <a:lstStyle/>
          <a:p>
            <a:pPr indent="0" lvl="0" marL="0" marR="0" rtl="0" algn="ctr">
              <a:spcBef>
                <a:spcPts val="0"/>
              </a:spcBef>
              <a:spcAft>
                <a:spcPts val="0"/>
              </a:spcAft>
              <a:buNone/>
            </a:pPr>
            <a:r>
              <a:rPr b="1" i="0" lang="en-GB" sz="1500" u="none" cap="none" strike="noStrike">
                <a:solidFill>
                  <a:srgbClr val="000000"/>
                </a:solidFill>
                <a:latin typeface="Comic Sans MS"/>
                <a:ea typeface="Comic Sans MS"/>
                <a:cs typeface="Comic Sans MS"/>
                <a:sym typeface="Comic Sans MS"/>
              </a:rPr>
              <a:t>Hair &amp; Beauty REVISION – Hair and Beauty products, services and treatments </a:t>
            </a:r>
            <a:endParaRPr b="1" i="0" sz="1900" u="none" cap="none" strike="noStrike">
              <a:solidFill>
                <a:srgbClr val="000000"/>
              </a:solidFill>
              <a:latin typeface="Comic Sans MS"/>
              <a:ea typeface="Comic Sans MS"/>
              <a:cs typeface="Comic Sans MS"/>
              <a:sym typeface="Comic Sans MS"/>
            </a:endParaRPr>
          </a:p>
          <a:p>
            <a:pPr indent="0" lvl="0" marL="0" marR="0" rtl="0" algn="ctr">
              <a:spcBef>
                <a:spcPts val="1000"/>
              </a:spcBef>
              <a:spcAft>
                <a:spcPts val="0"/>
              </a:spcAft>
              <a:buNone/>
            </a:pPr>
            <a:r>
              <a:t/>
            </a:r>
            <a:endParaRPr b="1" i="0" sz="1900" u="none" cap="none" strike="noStrike">
              <a:solidFill>
                <a:schemeClr val="dk1"/>
              </a:solidFill>
              <a:latin typeface="Comic Sans MS"/>
              <a:ea typeface="Comic Sans MS"/>
              <a:cs typeface="Comic Sans MS"/>
              <a:sym typeface="Comic Sans MS"/>
            </a:endParaRPr>
          </a:p>
        </p:txBody>
      </p:sp>
      <p:sp>
        <p:nvSpPr>
          <p:cNvPr id="252" name="Google Shape;252;p19"/>
          <p:cNvSpPr/>
          <p:nvPr/>
        </p:nvSpPr>
        <p:spPr>
          <a:xfrm>
            <a:off x="215896" y="3951865"/>
            <a:ext cx="5675100" cy="3432000"/>
          </a:xfrm>
          <a:prstGeom prst="roundRect">
            <a:avLst>
              <a:gd fmla="val 609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253" name="Google Shape;253;p19"/>
          <p:cNvSpPr txBox="1"/>
          <p:nvPr/>
        </p:nvSpPr>
        <p:spPr>
          <a:xfrm>
            <a:off x="294715" y="4077952"/>
            <a:ext cx="5440200" cy="22764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What does a finishing product do?</a:t>
            </a:r>
            <a:endParaRPr sz="1500"/>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List as many finishing products as you can</a:t>
            </a:r>
            <a:endParaRPr sz="1500"/>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58" name="Shape 258"/>
        <p:cNvGrpSpPr/>
        <p:nvPr/>
      </p:nvGrpSpPr>
      <p:grpSpPr>
        <a:xfrm>
          <a:off x="0" y="0"/>
          <a:ext cx="0" cy="0"/>
          <a:chOff x="0" y="0"/>
          <a:chExt cx="0" cy="0"/>
        </a:xfrm>
      </p:grpSpPr>
      <p:sp>
        <p:nvSpPr>
          <p:cNvPr id="259" name="Google Shape;259;p20"/>
          <p:cNvSpPr/>
          <p:nvPr/>
        </p:nvSpPr>
        <p:spPr>
          <a:xfrm>
            <a:off x="6045092" y="599344"/>
            <a:ext cx="4431000" cy="53544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260" name="Google Shape;260;p20"/>
          <p:cNvSpPr txBox="1"/>
          <p:nvPr/>
        </p:nvSpPr>
        <p:spPr>
          <a:xfrm>
            <a:off x="6201018" y="723703"/>
            <a:ext cx="4119300" cy="29190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p:txBody>
      </p:sp>
      <p:sp>
        <p:nvSpPr>
          <p:cNvPr id="261" name="Google Shape;261;p20"/>
          <p:cNvSpPr txBox="1"/>
          <p:nvPr/>
        </p:nvSpPr>
        <p:spPr>
          <a:xfrm>
            <a:off x="6123912" y="5967523"/>
            <a:ext cx="2097300" cy="1105500"/>
          </a:xfrm>
          <a:prstGeom prst="rect">
            <a:avLst/>
          </a:prstGeom>
          <a:noFill/>
          <a:ln>
            <a:noFill/>
          </a:ln>
        </p:spPr>
        <p:txBody>
          <a:bodyPr anchorCtr="0" anchor="t" bIns="49450" lIns="98950" spcFirstLastPara="1" rIns="98950" wrap="square" tIns="49450">
            <a:noAutofit/>
          </a:bodyPr>
          <a:lstStyle/>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KEY WORDS:</a:t>
            </a:r>
            <a:endParaRPr sz="1500"/>
          </a:p>
          <a:p>
            <a:pPr indent="0" lvl="0" marL="0" marR="0" rtl="0" algn="ctr">
              <a:spcBef>
                <a:spcPts val="0"/>
              </a:spcBef>
              <a:spcAft>
                <a:spcPts val="0"/>
              </a:spcAft>
              <a:buClr>
                <a:schemeClr val="dk1"/>
              </a:buClr>
              <a:buSzPts val="1100"/>
              <a:buFont typeface="Arial"/>
              <a:buNone/>
            </a:pPr>
            <a:r>
              <a:t/>
            </a:r>
            <a:endParaRPr b="1" i="0" sz="1100" u="none" cap="none" strike="noStrike">
              <a:solidFill>
                <a:schemeClr val="dk1"/>
              </a:solidFill>
              <a:latin typeface="Comic Sans MS"/>
              <a:ea typeface="Comic Sans MS"/>
              <a:cs typeface="Comic Sans MS"/>
              <a:sym typeface="Comic Sans MS"/>
            </a:endParaRPr>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Skin care</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Dipilitory</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Serums</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Exfoliate</a:t>
            </a:r>
            <a:endParaRPr sz="1500"/>
          </a:p>
        </p:txBody>
      </p:sp>
      <p:sp>
        <p:nvSpPr>
          <p:cNvPr id="262" name="Google Shape;262;p20"/>
          <p:cNvSpPr/>
          <p:nvPr/>
        </p:nvSpPr>
        <p:spPr>
          <a:xfrm>
            <a:off x="6045092" y="5974432"/>
            <a:ext cx="2254800" cy="14145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300" u="none" cap="none" strike="noStrike">
              <a:solidFill>
                <a:srgbClr val="FFFFFF"/>
              </a:solidFill>
              <a:latin typeface="Calibri"/>
              <a:ea typeface="Calibri"/>
              <a:cs typeface="Calibri"/>
              <a:sym typeface="Calibri"/>
            </a:endParaRPr>
          </a:p>
        </p:txBody>
      </p:sp>
      <p:sp>
        <p:nvSpPr>
          <p:cNvPr id="263" name="Google Shape;263;p20"/>
          <p:cNvSpPr txBox="1"/>
          <p:nvPr/>
        </p:nvSpPr>
        <p:spPr>
          <a:xfrm>
            <a:off x="8377114" y="5967523"/>
            <a:ext cx="2099100" cy="1592400"/>
          </a:xfrm>
          <a:prstGeom prst="rect">
            <a:avLst/>
          </a:prstGeom>
          <a:noFill/>
          <a:ln>
            <a:noFill/>
          </a:ln>
        </p:spPr>
        <p:txBody>
          <a:bodyPr anchorCtr="0" anchor="t" bIns="49450" lIns="98950" spcFirstLastPara="1" rIns="98950" wrap="square" tIns="49450">
            <a:noAutofit/>
          </a:bodyPr>
          <a:lstStyle/>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ASSESSMENT:</a:t>
            </a:r>
            <a:endParaRPr sz="1500"/>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p:txBody>
      </p:sp>
      <p:sp>
        <p:nvSpPr>
          <p:cNvPr id="264" name="Google Shape;264;p20"/>
          <p:cNvSpPr/>
          <p:nvPr/>
        </p:nvSpPr>
        <p:spPr>
          <a:xfrm>
            <a:off x="8377114" y="5974432"/>
            <a:ext cx="2099100" cy="14094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265" name="Google Shape;265;p20"/>
          <p:cNvSpPr/>
          <p:nvPr/>
        </p:nvSpPr>
        <p:spPr>
          <a:xfrm>
            <a:off x="8533038" y="6836311"/>
            <a:ext cx="233100" cy="238500"/>
          </a:xfrm>
          <a:prstGeom prst="cloudCallout">
            <a:avLst>
              <a:gd fmla="val -52204" name="adj1"/>
              <a:gd fmla="val 76088" name="adj2"/>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Calibri"/>
              <a:ea typeface="Calibri"/>
              <a:cs typeface="Calibri"/>
              <a:sym typeface="Calibri"/>
            </a:endParaRPr>
          </a:p>
        </p:txBody>
      </p:sp>
      <p:sp>
        <p:nvSpPr>
          <p:cNvPr id="266" name="Google Shape;266;p20"/>
          <p:cNvSpPr/>
          <p:nvPr/>
        </p:nvSpPr>
        <p:spPr>
          <a:xfrm>
            <a:off x="215896" y="176176"/>
            <a:ext cx="10181400" cy="3489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267" name="Google Shape;267;p20"/>
          <p:cNvSpPr txBox="1"/>
          <p:nvPr/>
        </p:nvSpPr>
        <p:spPr>
          <a:xfrm>
            <a:off x="371822" y="723703"/>
            <a:ext cx="2020200" cy="26790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What does a depilatory product do?</a:t>
            </a:r>
            <a:endParaRPr sz="1500"/>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List three different products and describe how they work</a:t>
            </a:r>
            <a:endParaRPr sz="1500"/>
          </a:p>
          <a:p>
            <a:pPr indent="0" lvl="0" marL="0" marR="0" rtl="0" algn="l">
              <a:spcBef>
                <a:spcPts val="1000"/>
              </a:spcBef>
              <a:spcAft>
                <a:spcPts val="0"/>
              </a:spcAft>
              <a:buNone/>
            </a:pPr>
            <a:r>
              <a:t/>
            </a:r>
            <a:endParaRPr b="0" i="0" sz="1900" u="none" cap="none" strike="noStrike">
              <a:solidFill>
                <a:schemeClr val="dk1"/>
              </a:solidFill>
              <a:latin typeface="Arial"/>
              <a:ea typeface="Arial"/>
              <a:cs typeface="Arial"/>
              <a:sym typeface="Arial"/>
            </a:endParaRPr>
          </a:p>
          <a:p>
            <a:pPr indent="0" lvl="0" marL="0" marR="0" rtl="0" algn="l">
              <a:spcBef>
                <a:spcPts val="1000"/>
              </a:spcBef>
              <a:spcAft>
                <a:spcPts val="0"/>
              </a:spcAft>
              <a:buNone/>
            </a:pPr>
            <a:r>
              <a:t/>
            </a:r>
            <a:endParaRPr b="0" i="0" sz="1900" u="none" cap="none" strike="noStrike">
              <a:solidFill>
                <a:schemeClr val="dk1"/>
              </a:solidFill>
              <a:latin typeface="Arial"/>
              <a:ea typeface="Arial"/>
              <a:cs typeface="Arial"/>
              <a:sym typeface="Arial"/>
            </a:endParaRPr>
          </a:p>
        </p:txBody>
      </p:sp>
      <p:sp>
        <p:nvSpPr>
          <p:cNvPr id="268" name="Google Shape;268;p20"/>
          <p:cNvSpPr txBox="1"/>
          <p:nvPr/>
        </p:nvSpPr>
        <p:spPr>
          <a:xfrm>
            <a:off x="8843176" y="0"/>
            <a:ext cx="1632900" cy="3990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269" name="Google Shape;269;p20"/>
          <p:cNvSpPr/>
          <p:nvPr/>
        </p:nvSpPr>
        <p:spPr>
          <a:xfrm>
            <a:off x="215896" y="645978"/>
            <a:ext cx="2798100" cy="2898300"/>
          </a:xfrm>
          <a:prstGeom prst="roundRect">
            <a:avLst>
              <a:gd fmla="val 609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270" name="Google Shape;270;p20"/>
          <p:cNvSpPr txBox="1"/>
          <p:nvPr/>
        </p:nvSpPr>
        <p:spPr>
          <a:xfrm>
            <a:off x="916702" y="176176"/>
            <a:ext cx="8858700" cy="335100"/>
          </a:xfrm>
          <a:prstGeom prst="rect">
            <a:avLst/>
          </a:prstGeom>
          <a:noFill/>
          <a:ln>
            <a:noFill/>
          </a:ln>
        </p:spPr>
        <p:txBody>
          <a:bodyPr anchorCtr="0" anchor="t" bIns="49450" lIns="98950" spcFirstLastPara="1" rIns="98950" wrap="square" tIns="49450">
            <a:noAutofit/>
          </a:bodyPr>
          <a:lstStyle/>
          <a:p>
            <a:pPr indent="0" lvl="0" marL="0" marR="0" rtl="0" algn="ctr">
              <a:spcBef>
                <a:spcPts val="0"/>
              </a:spcBef>
              <a:spcAft>
                <a:spcPts val="0"/>
              </a:spcAft>
              <a:buNone/>
            </a:pPr>
            <a:r>
              <a:rPr b="1" i="0" lang="en-GB" sz="1500" u="none" cap="none" strike="noStrike">
                <a:solidFill>
                  <a:srgbClr val="000000"/>
                </a:solidFill>
                <a:latin typeface="Comic Sans MS"/>
                <a:ea typeface="Comic Sans MS"/>
                <a:cs typeface="Comic Sans MS"/>
                <a:sym typeface="Comic Sans MS"/>
              </a:rPr>
              <a:t>Hair &amp; Beauty REVISION – Beauty products, services and treatments </a:t>
            </a:r>
            <a:endParaRPr b="1" i="0" sz="1900" u="none" cap="none" strike="noStrike">
              <a:solidFill>
                <a:srgbClr val="000000"/>
              </a:solidFill>
              <a:latin typeface="Comic Sans MS"/>
              <a:ea typeface="Comic Sans MS"/>
              <a:cs typeface="Comic Sans MS"/>
              <a:sym typeface="Comic Sans MS"/>
            </a:endParaRPr>
          </a:p>
        </p:txBody>
      </p:sp>
      <p:sp>
        <p:nvSpPr>
          <p:cNvPr id="271" name="Google Shape;271;p20"/>
          <p:cNvSpPr txBox="1"/>
          <p:nvPr/>
        </p:nvSpPr>
        <p:spPr>
          <a:xfrm>
            <a:off x="6123912" y="723703"/>
            <a:ext cx="4196400" cy="65460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Consider the functions and main features of the following:</a:t>
            </a:r>
            <a:endParaRPr sz="1500"/>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Foundation</a:t>
            </a:r>
            <a:endParaRPr sz="1500"/>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Mascara</a:t>
            </a:r>
            <a:endParaRPr sz="1500"/>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Eyeshadow</a:t>
            </a:r>
            <a:endParaRPr sz="1500"/>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Eyeliner</a:t>
            </a:r>
            <a:endParaRPr sz="1500"/>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Lip gloss</a:t>
            </a:r>
            <a:endParaRPr sz="1500"/>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Lipstick</a:t>
            </a:r>
            <a:endParaRPr sz="1500"/>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Lip balm</a:t>
            </a:r>
            <a:endParaRPr sz="1500"/>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Blusher</a:t>
            </a:r>
            <a:endParaRPr sz="1500"/>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Bronzer</a:t>
            </a:r>
            <a:endParaRPr sz="1500"/>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Face powder</a:t>
            </a:r>
            <a:endParaRPr sz="1500"/>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Self tan</a:t>
            </a:r>
            <a:endParaRPr sz="1500"/>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 </a:t>
            </a:r>
            <a:endParaRPr sz="1500"/>
          </a:p>
        </p:txBody>
      </p:sp>
      <p:sp>
        <p:nvSpPr>
          <p:cNvPr id="272" name="Google Shape;272;p20"/>
          <p:cNvSpPr/>
          <p:nvPr/>
        </p:nvSpPr>
        <p:spPr>
          <a:xfrm>
            <a:off x="215896" y="3623694"/>
            <a:ext cx="2798100" cy="3760200"/>
          </a:xfrm>
          <a:prstGeom prst="roundRect">
            <a:avLst>
              <a:gd fmla="val 609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273" name="Google Shape;273;p20"/>
          <p:cNvSpPr txBox="1"/>
          <p:nvPr/>
        </p:nvSpPr>
        <p:spPr>
          <a:xfrm>
            <a:off x="294715" y="3701419"/>
            <a:ext cx="2486100" cy="2676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Why should be moisturise our skin?</a:t>
            </a:r>
            <a:endParaRPr sz="1500"/>
          </a:p>
        </p:txBody>
      </p:sp>
      <p:sp>
        <p:nvSpPr>
          <p:cNvPr id="274" name="Google Shape;274;p20"/>
          <p:cNvSpPr txBox="1"/>
          <p:nvPr/>
        </p:nvSpPr>
        <p:spPr>
          <a:xfrm>
            <a:off x="3247010" y="3701419"/>
            <a:ext cx="2176200" cy="36168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What is nail enamel also known as?</a:t>
            </a:r>
            <a:endParaRPr sz="1500"/>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rPr b="0" i="0" lang="en-GB" sz="1100" u="none" cap="none" strike="noStrike">
                <a:solidFill>
                  <a:srgbClr val="000000"/>
                </a:solidFill>
                <a:latin typeface="Comic Sans MS"/>
                <a:ea typeface="Comic Sans MS"/>
                <a:cs typeface="Comic Sans MS"/>
                <a:sym typeface="Comic Sans MS"/>
              </a:rPr>
              <a:t>Consider the functions and main features of the following </a:t>
            </a:r>
            <a:endParaRPr sz="1500"/>
          </a:p>
          <a:p>
            <a:pPr indent="0" lvl="0" marL="0" marR="0" rtl="0" algn="l">
              <a:spcBef>
                <a:spcPts val="500"/>
              </a:spcBef>
              <a:spcAft>
                <a:spcPts val="0"/>
              </a:spcAft>
              <a:buNone/>
            </a:pPr>
            <a:r>
              <a:rPr b="0" i="0" lang="en-GB" sz="1100" u="none" cap="none" strike="noStrike">
                <a:solidFill>
                  <a:srgbClr val="000000"/>
                </a:solidFill>
                <a:latin typeface="Comic Sans MS"/>
                <a:ea typeface="Comic Sans MS"/>
                <a:cs typeface="Comic Sans MS"/>
                <a:sym typeface="Comic Sans MS"/>
              </a:rPr>
              <a:t>Nail enamel</a:t>
            </a:r>
            <a:endParaRPr sz="1500"/>
          </a:p>
          <a:p>
            <a:pPr indent="0" lvl="0" marL="0" marR="0" rtl="0" algn="l">
              <a:spcBef>
                <a:spcPts val="500"/>
              </a:spcBef>
              <a:spcAft>
                <a:spcPts val="0"/>
              </a:spcAft>
              <a:buNone/>
            </a:pPr>
            <a:r>
              <a:rPr b="0" i="0" lang="en-GB" sz="1100" u="none" cap="none" strike="noStrike">
                <a:solidFill>
                  <a:srgbClr val="000000"/>
                </a:solidFill>
                <a:latin typeface="Comic Sans MS"/>
                <a:ea typeface="Comic Sans MS"/>
                <a:cs typeface="Comic Sans MS"/>
                <a:sym typeface="Comic Sans MS"/>
              </a:rPr>
              <a:t>Nail polish remover</a:t>
            </a:r>
            <a:endParaRPr sz="1500"/>
          </a:p>
          <a:p>
            <a:pPr indent="0" lvl="0" marL="0" marR="0" rtl="0" algn="l">
              <a:spcBef>
                <a:spcPts val="500"/>
              </a:spcBef>
              <a:spcAft>
                <a:spcPts val="0"/>
              </a:spcAft>
              <a:buNone/>
            </a:pPr>
            <a:r>
              <a:rPr b="0" i="0" lang="en-GB" sz="1100" u="none" cap="none" strike="noStrike">
                <a:solidFill>
                  <a:srgbClr val="000000"/>
                </a:solidFill>
                <a:latin typeface="Comic Sans MS"/>
                <a:ea typeface="Comic Sans MS"/>
                <a:cs typeface="Comic Sans MS"/>
                <a:sym typeface="Comic Sans MS"/>
              </a:rPr>
              <a:t>Cuticle remover</a:t>
            </a:r>
            <a:endParaRPr sz="1500"/>
          </a:p>
          <a:p>
            <a:pPr indent="0" lvl="0" marL="0" marR="0" rtl="0" algn="l">
              <a:spcBef>
                <a:spcPts val="500"/>
              </a:spcBef>
              <a:spcAft>
                <a:spcPts val="0"/>
              </a:spcAft>
              <a:buNone/>
            </a:pPr>
            <a:r>
              <a:rPr b="0" i="0" lang="en-GB" sz="1100" u="none" cap="none" strike="noStrike">
                <a:solidFill>
                  <a:srgbClr val="000000"/>
                </a:solidFill>
                <a:latin typeface="Comic Sans MS"/>
                <a:ea typeface="Comic Sans MS"/>
                <a:cs typeface="Comic Sans MS"/>
                <a:sym typeface="Comic Sans MS"/>
              </a:rPr>
              <a:t>Nail straightener</a:t>
            </a:r>
            <a:endParaRPr sz="1500"/>
          </a:p>
          <a:p>
            <a:pPr indent="0" lvl="0" marL="0" marR="0" rtl="0" algn="l">
              <a:spcBef>
                <a:spcPts val="500"/>
              </a:spcBef>
              <a:spcAft>
                <a:spcPts val="0"/>
              </a:spcAft>
              <a:buNone/>
            </a:pPr>
            <a:r>
              <a:rPr b="0" i="0" lang="en-GB" sz="1100" u="none" cap="none" strike="noStrike">
                <a:solidFill>
                  <a:srgbClr val="000000"/>
                </a:solidFill>
                <a:latin typeface="Comic Sans MS"/>
                <a:ea typeface="Comic Sans MS"/>
                <a:cs typeface="Comic Sans MS"/>
                <a:sym typeface="Comic Sans MS"/>
              </a:rPr>
              <a:t>Buffing paste</a:t>
            </a:r>
            <a:endParaRPr sz="1500"/>
          </a:p>
          <a:p>
            <a:pPr indent="0" lvl="0" marL="0" marR="0" rtl="0" algn="l">
              <a:spcBef>
                <a:spcPts val="500"/>
              </a:spcBef>
              <a:spcAft>
                <a:spcPts val="0"/>
              </a:spcAft>
              <a:buNone/>
            </a:pPr>
            <a:r>
              <a:rPr b="0" i="0" lang="en-GB" sz="1100" u="none" cap="none" strike="noStrike">
                <a:solidFill>
                  <a:srgbClr val="000000"/>
                </a:solidFill>
                <a:latin typeface="Comic Sans MS"/>
                <a:ea typeface="Comic Sans MS"/>
                <a:cs typeface="Comic Sans MS"/>
                <a:sym typeface="Comic Sans MS"/>
              </a:rPr>
              <a:t>UV gel</a:t>
            </a:r>
            <a:endParaRPr sz="1500"/>
          </a:p>
          <a:p>
            <a:pPr indent="0" lvl="0" marL="0" marR="0" rtl="0" algn="l">
              <a:spcBef>
                <a:spcPts val="500"/>
              </a:spcBef>
              <a:spcAft>
                <a:spcPts val="0"/>
              </a:spcAft>
              <a:buNone/>
            </a:pPr>
            <a:r>
              <a:rPr b="0" i="0" lang="en-GB" sz="1100" u="none" cap="none" strike="noStrike">
                <a:solidFill>
                  <a:srgbClr val="000000"/>
                </a:solidFill>
                <a:latin typeface="Comic Sans MS"/>
                <a:ea typeface="Comic Sans MS"/>
                <a:cs typeface="Comic Sans MS"/>
                <a:sym typeface="Comic Sans MS"/>
              </a:rPr>
              <a:t>Acrylic liquid and powder</a:t>
            </a:r>
            <a:endParaRPr sz="1500"/>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p:txBody>
      </p:sp>
      <p:sp>
        <p:nvSpPr>
          <p:cNvPr id="275" name="Google Shape;275;p20"/>
          <p:cNvSpPr txBox="1"/>
          <p:nvPr/>
        </p:nvSpPr>
        <p:spPr>
          <a:xfrm>
            <a:off x="3092799" y="645978"/>
            <a:ext cx="2798100" cy="2676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Why should we cleanse our skin?</a:t>
            </a:r>
            <a:endParaRPr sz="1500"/>
          </a:p>
        </p:txBody>
      </p:sp>
      <p:sp>
        <p:nvSpPr>
          <p:cNvPr id="276" name="Google Shape;276;p20"/>
          <p:cNvSpPr/>
          <p:nvPr/>
        </p:nvSpPr>
        <p:spPr>
          <a:xfrm>
            <a:off x="3092799" y="645978"/>
            <a:ext cx="2798100" cy="2898300"/>
          </a:xfrm>
          <a:prstGeom prst="roundRect">
            <a:avLst>
              <a:gd fmla="val 609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277" name="Google Shape;277;p20"/>
          <p:cNvSpPr/>
          <p:nvPr/>
        </p:nvSpPr>
        <p:spPr>
          <a:xfrm>
            <a:off x="3092799" y="3623694"/>
            <a:ext cx="2798100" cy="3760200"/>
          </a:xfrm>
          <a:prstGeom prst="roundRect">
            <a:avLst>
              <a:gd fmla="val 609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278" name="Google Shape;278;p20"/>
          <p:cNvSpPr txBox="1"/>
          <p:nvPr/>
        </p:nvSpPr>
        <p:spPr>
          <a:xfrm>
            <a:off x="8533038" y="6444234"/>
            <a:ext cx="1864200" cy="4353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How confident are you I this section? </a:t>
            </a:r>
            <a:endParaRPr sz="15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83" name="Shape 283"/>
        <p:cNvGrpSpPr/>
        <p:nvPr/>
      </p:nvGrpSpPr>
      <p:grpSpPr>
        <a:xfrm>
          <a:off x="0" y="0"/>
          <a:ext cx="0" cy="0"/>
          <a:chOff x="0" y="0"/>
          <a:chExt cx="0" cy="0"/>
        </a:xfrm>
      </p:grpSpPr>
      <p:sp>
        <p:nvSpPr>
          <p:cNvPr id="284" name="Google Shape;284;p21"/>
          <p:cNvSpPr/>
          <p:nvPr/>
        </p:nvSpPr>
        <p:spPr>
          <a:xfrm>
            <a:off x="6045092" y="645978"/>
            <a:ext cx="4431000" cy="52749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285" name="Google Shape;285;p21"/>
          <p:cNvSpPr txBox="1"/>
          <p:nvPr/>
        </p:nvSpPr>
        <p:spPr>
          <a:xfrm>
            <a:off x="6201018" y="723703"/>
            <a:ext cx="4119300" cy="29190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p:txBody>
      </p:sp>
      <p:sp>
        <p:nvSpPr>
          <p:cNvPr id="286" name="Google Shape;286;p21"/>
          <p:cNvSpPr txBox="1"/>
          <p:nvPr/>
        </p:nvSpPr>
        <p:spPr>
          <a:xfrm>
            <a:off x="6123912" y="5967523"/>
            <a:ext cx="1943100" cy="1105500"/>
          </a:xfrm>
          <a:prstGeom prst="rect">
            <a:avLst/>
          </a:prstGeom>
          <a:noFill/>
          <a:ln>
            <a:noFill/>
          </a:ln>
        </p:spPr>
        <p:txBody>
          <a:bodyPr anchorCtr="0" anchor="t" bIns="49450" lIns="98950" spcFirstLastPara="1" rIns="98950" wrap="square" tIns="49450">
            <a:noAutofit/>
          </a:bodyPr>
          <a:lstStyle/>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KEY WORDS:</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Comply</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Legislation</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Risk assessment</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Hazard</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Working practices</a:t>
            </a:r>
            <a:endParaRPr sz="1500"/>
          </a:p>
        </p:txBody>
      </p:sp>
      <p:sp>
        <p:nvSpPr>
          <p:cNvPr id="287" name="Google Shape;287;p21"/>
          <p:cNvSpPr/>
          <p:nvPr/>
        </p:nvSpPr>
        <p:spPr>
          <a:xfrm>
            <a:off x="6045092" y="5974432"/>
            <a:ext cx="2254800" cy="14145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300" u="none" cap="none" strike="noStrike">
              <a:solidFill>
                <a:srgbClr val="FFFFFF"/>
              </a:solidFill>
              <a:latin typeface="Calibri"/>
              <a:ea typeface="Calibri"/>
              <a:cs typeface="Calibri"/>
              <a:sym typeface="Calibri"/>
            </a:endParaRPr>
          </a:p>
        </p:txBody>
      </p:sp>
      <p:sp>
        <p:nvSpPr>
          <p:cNvPr id="288" name="Google Shape;288;p21"/>
          <p:cNvSpPr txBox="1"/>
          <p:nvPr/>
        </p:nvSpPr>
        <p:spPr>
          <a:xfrm>
            <a:off x="8377114" y="5967523"/>
            <a:ext cx="2099100" cy="1272900"/>
          </a:xfrm>
          <a:prstGeom prst="rect">
            <a:avLst/>
          </a:prstGeom>
          <a:noFill/>
          <a:ln>
            <a:noFill/>
          </a:ln>
        </p:spPr>
        <p:txBody>
          <a:bodyPr anchorCtr="0" anchor="t" bIns="49450" lIns="98950" spcFirstLastPara="1" rIns="98950" wrap="square" tIns="49450">
            <a:noAutofit/>
          </a:bodyPr>
          <a:lstStyle/>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ASSESSMENT:</a:t>
            </a:r>
            <a:endParaRPr sz="1500"/>
          </a:p>
          <a:p>
            <a:pPr indent="0" lvl="0" marL="0" marR="0" rtl="0" algn="ctr">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rPr b="0" i="0" lang="en-GB" sz="1100" u="none" cap="none" strike="noStrike">
                <a:solidFill>
                  <a:schemeClr val="dk1"/>
                </a:solidFill>
                <a:latin typeface="Comic Sans MS"/>
                <a:ea typeface="Comic Sans MS"/>
                <a:cs typeface="Comic Sans MS"/>
                <a:sym typeface="Comic Sans MS"/>
              </a:rPr>
              <a:t>How confident are you on this section?</a:t>
            </a:r>
            <a:endParaRPr sz="1500"/>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p:txBody>
      </p:sp>
      <p:sp>
        <p:nvSpPr>
          <p:cNvPr id="289" name="Google Shape;289;p21"/>
          <p:cNvSpPr/>
          <p:nvPr/>
        </p:nvSpPr>
        <p:spPr>
          <a:xfrm>
            <a:off x="8377114" y="5974432"/>
            <a:ext cx="2099100" cy="14094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290" name="Google Shape;290;p21"/>
          <p:cNvSpPr/>
          <p:nvPr/>
        </p:nvSpPr>
        <p:spPr>
          <a:xfrm>
            <a:off x="8533038" y="6836311"/>
            <a:ext cx="233100" cy="238500"/>
          </a:xfrm>
          <a:prstGeom prst="cloudCallout">
            <a:avLst>
              <a:gd fmla="val -52204" name="adj1"/>
              <a:gd fmla="val 76088" name="adj2"/>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Calibri"/>
              <a:ea typeface="Calibri"/>
              <a:cs typeface="Calibri"/>
              <a:sym typeface="Calibri"/>
            </a:endParaRPr>
          </a:p>
        </p:txBody>
      </p:sp>
      <p:sp>
        <p:nvSpPr>
          <p:cNvPr id="291" name="Google Shape;291;p21"/>
          <p:cNvSpPr/>
          <p:nvPr/>
        </p:nvSpPr>
        <p:spPr>
          <a:xfrm>
            <a:off x="215896" y="176176"/>
            <a:ext cx="10181400" cy="3489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292" name="Google Shape;292;p21"/>
          <p:cNvSpPr txBox="1"/>
          <p:nvPr/>
        </p:nvSpPr>
        <p:spPr>
          <a:xfrm>
            <a:off x="371822" y="723703"/>
            <a:ext cx="2020200" cy="3990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293" name="Google Shape;293;p21"/>
          <p:cNvSpPr/>
          <p:nvPr/>
        </p:nvSpPr>
        <p:spPr>
          <a:xfrm>
            <a:off x="4024922" y="3153892"/>
            <a:ext cx="1866000" cy="4230000"/>
          </a:xfrm>
          <a:prstGeom prst="roundRect">
            <a:avLst>
              <a:gd fmla="val 9181"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294" name="Google Shape;294;p21"/>
          <p:cNvSpPr/>
          <p:nvPr/>
        </p:nvSpPr>
        <p:spPr>
          <a:xfrm>
            <a:off x="215896" y="3153892"/>
            <a:ext cx="3732000" cy="4230000"/>
          </a:xfrm>
          <a:prstGeom prst="roundRect">
            <a:avLst>
              <a:gd fmla="val 509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295" name="Google Shape;295;p21"/>
          <p:cNvSpPr/>
          <p:nvPr/>
        </p:nvSpPr>
        <p:spPr>
          <a:xfrm>
            <a:off x="2625023" y="645978"/>
            <a:ext cx="3265800" cy="2428500"/>
          </a:xfrm>
          <a:prstGeom prst="roundRect">
            <a:avLst>
              <a:gd fmla="val 7421"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296" name="Google Shape;296;p21"/>
          <p:cNvSpPr txBox="1"/>
          <p:nvPr/>
        </p:nvSpPr>
        <p:spPr>
          <a:xfrm>
            <a:off x="2625023" y="645978"/>
            <a:ext cx="3186900" cy="27792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Explain good hygiene procedures.</a:t>
            </a:r>
            <a:endParaRPr sz="1500"/>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p:txBody>
      </p:sp>
      <p:sp>
        <p:nvSpPr>
          <p:cNvPr id="297" name="Google Shape;297;p21"/>
          <p:cNvSpPr txBox="1"/>
          <p:nvPr/>
        </p:nvSpPr>
        <p:spPr>
          <a:xfrm>
            <a:off x="8843176" y="0"/>
            <a:ext cx="1632900" cy="3990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298" name="Google Shape;298;p21"/>
          <p:cNvSpPr/>
          <p:nvPr/>
        </p:nvSpPr>
        <p:spPr>
          <a:xfrm>
            <a:off x="215896" y="645978"/>
            <a:ext cx="2331900" cy="2428500"/>
          </a:xfrm>
          <a:prstGeom prst="roundRect">
            <a:avLst>
              <a:gd fmla="val 609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299" name="Google Shape;299;p21"/>
          <p:cNvSpPr txBox="1"/>
          <p:nvPr/>
        </p:nvSpPr>
        <p:spPr>
          <a:xfrm>
            <a:off x="262160" y="723703"/>
            <a:ext cx="2409000" cy="22764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Preventing cross infection</a:t>
            </a:r>
            <a:endParaRPr sz="1500"/>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Define:</a:t>
            </a:r>
            <a:endParaRPr sz="1500"/>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Hygiene</a:t>
            </a:r>
            <a:endParaRPr sz="1500"/>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Cross-Infection</a:t>
            </a:r>
            <a:endParaRPr sz="1500"/>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Sanitsation</a:t>
            </a:r>
            <a:endParaRPr sz="1500"/>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Disinfection</a:t>
            </a:r>
            <a:endParaRPr sz="1500"/>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Sterilisation</a:t>
            </a:r>
            <a:endParaRPr sz="1500"/>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p:txBody>
      </p:sp>
      <p:sp>
        <p:nvSpPr>
          <p:cNvPr id="300" name="Google Shape;300;p21"/>
          <p:cNvSpPr txBox="1"/>
          <p:nvPr/>
        </p:nvSpPr>
        <p:spPr>
          <a:xfrm>
            <a:off x="1536976" y="176176"/>
            <a:ext cx="7695300" cy="402300"/>
          </a:xfrm>
          <a:prstGeom prst="rect">
            <a:avLst/>
          </a:prstGeom>
          <a:noFill/>
          <a:ln>
            <a:noFill/>
          </a:ln>
        </p:spPr>
        <p:txBody>
          <a:bodyPr anchorCtr="0" anchor="t" bIns="49450" lIns="98950" spcFirstLastPara="1" rIns="98950" wrap="square" tIns="49450">
            <a:noAutofit/>
          </a:bodyPr>
          <a:lstStyle/>
          <a:p>
            <a:pPr indent="0" lvl="0" marL="0" marR="0" rtl="0" algn="ctr">
              <a:spcBef>
                <a:spcPts val="0"/>
              </a:spcBef>
              <a:spcAft>
                <a:spcPts val="0"/>
              </a:spcAft>
              <a:buNone/>
            </a:pPr>
            <a:r>
              <a:rPr b="1" i="0" lang="en-GB" sz="1900" u="none" cap="none" strike="noStrike">
                <a:solidFill>
                  <a:schemeClr val="dk1"/>
                </a:solidFill>
                <a:latin typeface="Comic Sans MS"/>
                <a:ea typeface="Comic Sans MS"/>
                <a:cs typeface="Comic Sans MS"/>
                <a:sym typeface="Comic Sans MS"/>
              </a:rPr>
              <a:t> </a:t>
            </a:r>
            <a:r>
              <a:rPr b="1" i="0" lang="en-GB" sz="1500" u="none" cap="none" strike="noStrike">
                <a:solidFill>
                  <a:schemeClr val="dk1"/>
                </a:solidFill>
                <a:latin typeface="Comic Sans MS"/>
                <a:ea typeface="Comic Sans MS"/>
                <a:cs typeface="Comic Sans MS"/>
                <a:sym typeface="Comic Sans MS"/>
              </a:rPr>
              <a:t>Hair &amp; Beauty REVISION – Health, safety and legislation</a:t>
            </a:r>
            <a:endParaRPr sz="1500"/>
          </a:p>
        </p:txBody>
      </p:sp>
      <p:sp>
        <p:nvSpPr>
          <p:cNvPr id="301" name="Google Shape;301;p21"/>
          <p:cNvSpPr txBox="1"/>
          <p:nvPr/>
        </p:nvSpPr>
        <p:spPr>
          <a:xfrm>
            <a:off x="294715" y="3309341"/>
            <a:ext cx="3264000" cy="4353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Compare the differences between disinfection and sterilisation </a:t>
            </a:r>
            <a:endParaRPr sz="1500"/>
          </a:p>
        </p:txBody>
      </p:sp>
      <p:sp>
        <p:nvSpPr>
          <p:cNvPr id="302" name="Google Shape;302;p21"/>
          <p:cNvSpPr txBox="1"/>
          <p:nvPr/>
        </p:nvSpPr>
        <p:spPr>
          <a:xfrm>
            <a:off x="4102027" y="3231617"/>
            <a:ext cx="1710000" cy="37839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List two infectious diseases and two non infectious conditions</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List a infestation in hairdressing</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p:txBody>
      </p:sp>
      <p:sp>
        <p:nvSpPr>
          <p:cNvPr id="303" name="Google Shape;303;p21"/>
          <p:cNvSpPr txBox="1"/>
          <p:nvPr/>
        </p:nvSpPr>
        <p:spPr>
          <a:xfrm>
            <a:off x="6123912" y="723703"/>
            <a:ext cx="4196400" cy="435300"/>
          </a:xfrm>
          <a:prstGeom prst="rect">
            <a:avLst/>
          </a:prstGeom>
          <a:noFill/>
          <a:ln>
            <a:noFill/>
          </a:ln>
        </p:spPr>
        <p:txBody>
          <a:bodyPr anchorCtr="0" anchor="t" bIns="49450" lIns="98950" spcFirstLastPara="1" rIns="98950" wrap="square" tIns="49450">
            <a:noAutofit/>
          </a:bodyPr>
          <a:lstStyle/>
          <a:p>
            <a:pPr indent="0" lvl="0" marL="0" marR="0" rtl="0" algn="ctr">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Describe each law and how it effects employers and employees</a:t>
            </a:r>
            <a:endParaRPr sz="1500"/>
          </a:p>
        </p:txBody>
      </p:sp>
      <p:sp>
        <p:nvSpPr>
          <p:cNvPr id="304" name="Google Shape;304;p21"/>
          <p:cNvSpPr txBox="1"/>
          <p:nvPr/>
        </p:nvSpPr>
        <p:spPr>
          <a:xfrm>
            <a:off x="6201018" y="2839539"/>
            <a:ext cx="4196400" cy="7704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Arial"/>
              <a:ea typeface="Arial"/>
              <a:cs typeface="Arial"/>
              <a:sym typeface="Arial"/>
            </a:endParaRPr>
          </a:p>
          <a:p>
            <a:pPr indent="0" lvl="0" marL="0" marR="0" rtl="0" algn="l">
              <a:spcBef>
                <a:spcPts val="500"/>
              </a:spcBef>
              <a:spcAft>
                <a:spcPts val="0"/>
              </a:spcAft>
              <a:buNone/>
            </a:pPr>
            <a:r>
              <a:t/>
            </a:r>
            <a:endParaRPr b="0" i="0" sz="1100" u="none" cap="none" strike="noStrike">
              <a:solidFill>
                <a:schemeClr val="dk1"/>
              </a:solidFill>
              <a:latin typeface="Arial"/>
              <a:ea typeface="Arial"/>
              <a:cs typeface="Arial"/>
              <a:sym typeface="Arial"/>
            </a:endParaRPr>
          </a:p>
        </p:txBody>
      </p:sp>
      <p:graphicFrame>
        <p:nvGraphicFramePr>
          <p:cNvPr id="305" name="Google Shape;305;p21"/>
          <p:cNvGraphicFramePr/>
          <p:nvPr/>
        </p:nvGraphicFramePr>
        <p:xfrm>
          <a:off x="6123910" y="1108871"/>
          <a:ext cx="3000000" cy="3000000"/>
        </p:xfrm>
        <a:graphic>
          <a:graphicData uri="http://schemas.openxmlformats.org/drawingml/2006/table">
            <a:tbl>
              <a:tblPr bandRow="1" firstRow="1">
                <a:noFill/>
                <a:tableStyleId>{4A3D964B-B106-4A49-AC01-D888B748E1C7}</a:tableStyleId>
              </a:tblPr>
              <a:tblGrid>
                <a:gridCol w="2020075"/>
                <a:gridCol w="2253300"/>
              </a:tblGrid>
              <a:tr h="477475">
                <a:tc>
                  <a:txBody>
                    <a:bodyPr/>
                    <a:lstStyle/>
                    <a:p>
                      <a:pPr indent="0" lvl="0" marL="0" marR="0" rtl="0" algn="ctr">
                        <a:spcBef>
                          <a:spcPts val="0"/>
                        </a:spcBef>
                        <a:spcAft>
                          <a:spcPts val="0"/>
                        </a:spcAft>
                        <a:buNone/>
                      </a:pPr>
                      <a:r>
                        <a:rPr lang="en-GB" sz="2000" u="none"/>
                        <a:t>Law</a:t>
                      </a:r>
                      <a:endParaRPr sz="1500"/>
                    </a:p>
                  </a:txBody>
                  <a:tcPr marT="49750" marB="49750" marR="98700" marL="98700"/>
                </a:tc>
                <a:tc>
                  <a:txBody>
                    <a:bodyPr/>
                    <a:lstStyle/>
                    <a:p>
                      <a:pPr indent="0" lvl="0" marL="0" marR="0" rtl="0" algn="ctr">
                        <a:spcBef>
                          <a:spcPts val="0"/>
                        </a:spcBef>
                        <a:spcAft>
                          <a:spcPts val="0"/>
                        </a:spcAft>
                        <a:buNone/>
                      </a:pPr>
                      <a:r>
                        <a:rPr lang="en-GB" sz="2000"/>
                        <a:t>Description</a:t>
                      </a:r>
                      <a:endParaRPr sz="1500"/>
                    </a:p>
                  </a:txBody>
                  <a:tcPr marT="49750" marB="49750" marR="98700" marL="98700"/>
                </a:tc>
              </a:tr>
              <a:tr h="550775">
                <a:tc>
                  <a:txBody>
                    <a:bodyPr/>
                    <a:lstStyle/>
                    <a:p>
                      <a:pPr indent="0" lvl="0" marL="0" marR="0" rtl="0" algn="l">
                        <a:spcBef>
                          <a:spcPts val="0"/>
                        </a:spcBef>
                        <a:spcAft>
                          <a:spcPts val="0"/>
                        </a:spcAft>
                        <a:buNone/>
                      </a:pPr>
                      <a:r>
                        <a:rPr lang="en-GB" sz="1100"/>
                        <a:t>Health and Safety at Work Act 1974</a:t>
                      </a:r>
                      <a:endParaRPr sz="1500"/>
                    </a:p>
                  </a:txBody>
                  <a:tcPr marT="49750" marB="49750" marR="98700" marL="98700"/>
                </a:tc>
                <a:tc>
                  <a:txBody>
                    <a:bodyPr/>
                    <a:lstStyle/>
                    <a:p>
                      <a:pPr indent="0" lvl="0" marL="0" marR="0" rtl="0" algn="l">
                        <a:spcBef>
                          <a:spcPts val="0"/>
                        </a:spcBef>
                        <a:spcAft>
                          <a:spcPts val="0"/>
                        </a:spcAft>
                        <a:buNone/>
                      </a:pPr>
                      <a:r>
                        <a:t/>
                      </a:r>
                      <a:endParaRPr sz="2000"/>
                    </a:p>
                  </a:txBody>
                  <a:tcPr marT="49750" marB="49750" marR="98700" marL="98700"/>
                </a:tc>
              </a:tr>
              <a:tr h="597050">
                <a:tc>
                  <a:txBody>
                    <a:bodyPr/>
                    <a:lstStyle/>
                    <a:p>
                      <a:pPr indent="0" lvl="0" marL="0" marR="0" rtl="0" algn="l">
                        <a:spcBef>
                          <a:spcPts val="0"/>
                        </a:spcBef>
                        <a:spcAft>
                          <a:spcPts val="0"/>
                        </a:spcAft>
                        <a:buNone/>
                      </a:pPr>
                      <a:r>
                        <a:rPr lang="en-GB" sz="1100">
                          <a:latin typeface="Comic Sans MS"/>
                          <a:ea typeface="Comic Sans MS"/>
                          <a:cs typeface="Comic Sans MS"/>
                          <a:sym typeface="Comic Sans MS"/>
                        </a:rPr>
                        <a:t>Management of Health and Safety at Work Regulations 1999</a:t>
                      </a:r>
                      <a:endParaRPr sz="1500"/>
                    </a:p>
                  </a:txBody>
                  <a:tcPr marT="49750" marB="49750" marR="98700" marL="98700"/>
                </a:tc>
                <a:tc>
                  <a:txBody>
                    <a:bodyPr/>
                    <a:lstStyle/>
                    <a:p>
                      <a:pPr indent="0" lvl="0" marL="0" marR="0" rtl="0" algn="l">
                        <a:spcBef>
                          <a:spcPts val="0"/>
                        </a:spcBef>
                        <a:spcAft>
                          <a:spcPts val="0"/>
                        </a:spcAft>
                        <a:buNone/>
                      </a:pPr>
                      <a:r>
                        <a:t/>
                      </a:r>
                      <a:endParaRPr sz="2000"/>
                    </a:p>
                  </a:txBody>
                  <a:tcPr marT="49750" marB="49750" marR="98700" marL="98700"/>
                </a:tc>
              </a:tr>
              <a:tr h="597050">
                <a:tc>
                  <a:txBody>
                    <a:bodyPr/>
                    <a:lstStyle/>
                    <a:p>
                      <a:pPr indent="0" lvl="0" marL="0" marR="0" rtl="0" algn="l">
                        <a:spcBef>
                          <a:spcPts val="0"/>
                        </a:spcBef>
                        <a:spcAft>
                          <a:spcPts val="0"/>
                        </a:spcAft>
                        <a:buNone/>
                      </a:pPr>
                      <a:r>
                        <a:rPr lang="en-GB" sz="1100">
                          <a:latin typeface="Comic Sans MS"/>
                          <a:ea typeface="Comic Sans MS"/>
                          <a:cs typeface="Comic Sans MS"/>
                          <a:sym typeface="Comic Sans MS"/>
                        </a:rPr>
                        <a:t>Work</a:t>
                      </a:r>
                      <a:r>
                        <a:rPr lang="en-GB" sz="1100">
                          <a:latin typeface="Comic Sans MS"/>
                          <a:ea typeface="Comic Sans MS"/>
                          <a:cs typeface="Comic Sans MS"/>
                          <a:sym typeface="Comic Sans MS"/>
                        </a:rPr>
                        <a:t> place (Health and Safety and Welfare) regulations 1992</a:t>
                      </a:r>
                      <a:endParaRPr sz="1100">
                        <a:latin typeface="Comic Sans MS"/>
                        <a:ea typeface="Comic Sans MS"/>
                        <a:cs typeface="Comic Sans MS"/>
                        <a:sym typeface="Comic Sans MS"/>
                      </a:endParaRPr>
                    </a:p>
                  </a:txBody>
                  <a:tcPr marT="49750" marB="49750" marR="98700" marL="98700"/>
                </a:tc>
                <a:tc>
                  <a:txBody>
                    <a:bodyPr/>
                    <a:lstStyle/>
                    <a:p>
                      <a:pPr indent="0" lvl="0" marL="0" marR="0" rtl="0" algn="l">
                        <a:spcBef>
                          <a:spcPts val="0"/>
                        </a:spcBef>
                        <a:spcAft>
                          <a:spcPts val="0"/>
                        </a:spcAft>
                        <a:buNone/>
                      </a:pPr>
                      <a:r>
                        <a:t/>
                      </a:r>
                      <a:endParaRPr sz="2000"/>
                    </a:p>
                  </a:txBody>
                  <a:tcPr marT="49750" marB="49750" marR="98700" marL="98700"/>
                </a:tc>
              </a:tr>
              <a:tr h="597050">
                <a:tc>
                  <a:txBody>
                    <a:bodyPr/>
                    <a:lstStyle/>
                    <a:p>
                      <a:pPr indent="0" lvl="0" marL="0" marR="0" rtl="0" algn="l">
                        <a:spcBef>
                          <a:spcPts val="0"/>
                        </a:spcBef>
                        <a:spcAft>
                          <a:spcPts val="0"/>
                        </a:spcAft>
                        <a:buNone/>
                      </a:pPr>
                      <a:r>
                        <a:rPr lang="en-GB" sz="1100">
                          <a:latin typeface="Comic Sans MS"/>
                          <a:ea typeface="Comic Sans MS"/>
                          <a:cs typeface="Comic Sans MS"/>
                          <a:sym typeface="Comic Sans MS"/>
                        </a:rPr>
                        <a:t>Personal Protective Equipment at work Regulations 1992</a:t>
                      </a:r>
                      <a:endParaRPr sz="1500"/>
                    </a:p>
                  </a:txBody>
                  <a:tcPr marT="49750" marB="49750" marR="98700" marL="98700"/>
                </a:tc>
                <a:tc>
                  <a:txBody>
                    <a:bodyPr/>
                    <a:lstStyle/>
                    <a:p>
                      <a:pPr indent="0" lvl="0" marL="0" marR="0" rtl="0" algn="l">
                        <a:spcBef>
                          <a:spcPts val="0"/>
                        </a:spcBef>
                        <a:spcAft>
                          <a:spcPts val="0"/>
                        </a:spcAft>
                        <a:buNone/>
                      </a:pPr>
                      <a:r>
                        <a:t/>
                      </a:r>
                      <a:endParaRPr sz="2000"/>
                    </a:p>
                  </a:txBody>
                  <a:tcPr marT="49750" marB="49750" marR="98700" marL="98700"/>
                </a:tc>
              </a:tr>
              <a:tr h="550775">
                <a:tc>
                  <a:txBody>
                    <a:bodyPr/>
                    <a:lstStyle/>
                    <a:p>
                      <a:pPr indent="0" lvl="0" marL="0" marR="0" rtl="0" algn="l">
                        <a:spcBef>
                          <a:spcPts val="0"/>
                        </a:spcBef>
                        <a:spcAft>
                          <a:spcPts val="0"/>
                        </a:spcAft>
                        <a:buNone/>
                      </a:pPr>
                      <a:r>
                        <a:rPr lang="en-GB" sz="1100">
                          <a:latin typeface="Comic Sans MS"/>
                          <a:ea typeface="Comic Sans MS"/>
                          <a:cs typeface="Comic Sans MS"/>
                          <a:sym typeface="Comic Sans MS"/>
                        </a:rPr>
                        <a:t>Manual Handling</a:t>
                      </a:r>
                      <a:r>
                        <a:rPr lang="en-GB" sz="1100">
                          <a:latin typeface="Comic Sans MS"/>
                          <a:ea typeface="Comic Sans MS"/>
                          <a:cs typeface="Comic Sans MS"/>
                          <a:sym typeface="Comic Sans MS"/>
                        </a:rPr>
                        <a:t> Operations Regulations 1992</a:t>
                      </a:r>
                      <a:endParaRPr sz="1100">
                        <a:latin typeface="Comic Sans MS"/>
                        <a:ea typeface="Comic Sans MS"/>
                        <a:cs typeface="Comic Sans MS"/>
                        <a:sym typeface="Comic Sans MS"/>
                      </a:endParaRPr>
                    </a:p>
                  </a:txBody>
                  <a:tcPr marT="49750" marB="49750" marR="98700" marL="98700"/>
                </a:tc>
                <a:tc>
                  <a:txBody>
                    <a:bodyPr/>
                    <a:lstStyle/>
                    <a:p>
                      <a:pPr indent="0" lvl="0" marL="0" marR="0" rtl="0" algn="l">
                        <a:spcBef>
                          <a:spcPts val="0"/>
                        </a:spcBef>
                        <a:spcAft>
                          <a:spcPts val="0"/>
                        </a:spcAft>
                        <a:buNone/>
                      </a:pPr>
                      <a:r>
                        <a:t/>
                      </a:r>
                      <a:endParaRPr sz="2000"/>
                    </a:p>
                  </a:txBody>
                  <a:tcPr marT="49750" marB="49750" marR="98700" marL="98700"/>
                </a:tc>
              </a:tr>
              <a:tr h="762875">
                <a:tc>
                  <a:txBody>
                    <a:bodyPr/>
                    <a:lstStyle/>
                    <a:p>
                      <a:pPr indent="0" lvl="0" marL="0" marR="0" rtl="0" algn="l">
                        <a:spcBef>
                          <a:spcPts val="0"/>
                        </a:spcBef>
                        <a:spcAft>
                          <a:spcPts val="0"/>
                        </a:spcAft>
                        <a:buNone/>
                      </a:pPr>
                      <a:r>
                        <a:rPr lang="en-GB" sz="1100">
                          <a:latin typeface="Comic Sans MS"/>
                          <a:ea typeface="Comic Sans MS"/>
                          <a:cs typeface="Comic Sans MS"/>
                          <a:sym typeface="Comic Sans MS"/>
                        </a:rPr>
                        <a:t>Reporting of Injuries,</a:t>
                      </a:r>
                      <a:r>
                        <a:rPr lang="en-GB" sz="1100">
                          <a:latin typeface="Comic Sans MS"/>
                          <a:ea typeface="Comic Sans MS"/>
                          <a:cs typeface="Comic Sans MS"/>
                          <a:sym typeface="Comic Sans MS"/>
                        </a:rPr>
                        <a:t> Diseases, and dangerous Occurrences Regulations (RIDDOR) 1995</a:t>
                      </a:r>
                      <a:endParaRPr sz="1100">
                        <a:latin typeface="Comic Sans MS"/>
                        <a:ea typeface="Comic Sans MS"/>
                        <a:cs typeface="Comic Sans MS"/>
                        <a:sym typeface="Comic Sans MS"/>
                      </a:endParaRPr>
                    </a:p>
                  </a:txBody>
                  <a:tcPr marT="49750" marB="49750" marR="98700" marL="98700"/>
                </a:tc>
                <a:tc>
                  <a:txBody>
                    <a:bodyPr/>
                    <a:lstStyle/>
                    <a:p>
                      <a:pPr indent="0" lvl="0" marL="0" marR="0" rtl="0" algn="l">
                        <a:spcBef>
                          <a:spcPts val="0"/>
                        </a:spcBef>
                        <a:spcAft>
                          <a:spcPts val="0"/>
                        </a:spcAft>
                        <a:buNone/>
                      </a:pPr>
                      <a:r>
                        <a:t/>
                      </a:r>
                      <a:endParaRPr sz="2000"/>
                    </a:p>
                  </a:txBody>
                  <a:tcPr marT="49750" marB="49750" marR="98700" marL="98700"/>
                </a:tc>
              </a:tr>
              <a:tr h="597050">
                <a:tc>
                  <a:txBody>
                    <a:bodyPr/>
                    <a:lstStyle/>
                    <a:p>
                      <a:pPr indent="0" lvl="0" marL="0" marR="0" rtl="0" algn="l">
                        <a:spcBef>
                          <a:spcPts val="0"/>
                        </a:spcBef>
                        <a:spcAft>
                          <a:spcPts val="0"/>
                        </a:spcAft>
                        <a:buNone/>
                      </a:pPr>
                      <a:r>
                        <a:rPr lang="en-GB" sz="1100">
                          <a:latin typeface="Comic Sans MS"/>
                          <a:ea typeface="Comic Sans MS"/>
                          <a:cs typeface="Comic Sans MS"/>
                          <a:sym typeface="Comic Sans MS"/>
                        </a:rPr>
                        <a:t>Control of Substances Hazardous to Health Regulations (COSHH) 2002</a:t>
                      </a:r>
                      <a:endParaRPr sz="1500"/>
                    </a:p>
                  </a:txBody>
                  <a:tcPr marT="49750" marB="49750" marR="98700" marL="98700"/>
                </a:tc>
                <a:tc>
                  <a:txBody>
                    <a:bodyPr/>
                    <a:lstStyle/>
                    <a:p>
                      <a:pPr indent="0" lvl="0" marL="0" marR="0" rtl="0" algn="l">
                        <a:spcBef>
                          <a:spcPts val="0"/>
                        </a:spcBef>
                        <a:spcAft>
                          <a:spcPts val="0"/>
                        </a:spcAft>
                        <a:buNone/>
                      </a:pPr>
                      <a:r>
                        <a:t/>
                      </a:r>
                      <a:endParaRPr sz="2000"/>
                    </a:p>
                  </a:txBody>
                  <a:tcPr marT="49750" marB="49750" marR="98700" marL="98700"/>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10" name="Shape 310"/>
        <p:cNvGrpSpPr/>
        <p:nvPr/>
      </p:nvGrpSpPr>
      <p:grpSpPr>
        <a:xfrm>
          <a:off x="0" y="0"/>
          <a:ext cx="0" cy="0"/>
          <a:chOff x="0" y="0"/>
          <a:chExt cx="0" cy="0"/>
        </a:xfrm>
      </p:grpSpPr>
      <p:sp>
        <p:nvSpPr>
          <p:cNvPr id="311" name="Google Shape;311;p22"/>
          <p:cNvSpPr/>
          <p:nvPr/>
        </p:nvSpPr>
        <p:spPr>
          <a:xfrm>
            <a:off x="6045092" y="645978"/>
            <a:ext cx="4431000" cy="52491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312" name="Google Shape;312;p22"/>
          <p:cNvSpPr txBox="1"/>
          <p:nvPr/>
        </p:nvSpPr>
        <p:spPr>
          <a:xfrm>
            <a:off x="6123912" y="5967523"/>
            <a:ext cx="2097300" cy="1105500"/>
          </a:xfrm>
          <a:prstGeom prst="rect">
            <a:avLst/>
          </a:prstGeom>
          <a:noFill/>
          <a:ln>
            <a:noFill/>
          </a:ln>
        </p:spPr>
        <p:txBody>
          <a:bodyPr anchorCtr="0" anchor="t" bIns="49450" lIns="98950" spcFirstLastPara="1" rIns="98950" wrap="square" tIns="49450">
            <a:noAutofit/>
          </a:bodyPr>
          <a:lstStyle/>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KEY WORDS:</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PPE</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Workplace regulations</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Legislation</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Salon policy</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Responsibility</a:t>
            </a:r>
            <a:endParaRPr sz="1500"/>
          </a:p>
        </p:txBody>
      </p:sp>
      <p:sp>
        <p:nvSpPr>
          <p:cNvPr id="313" name="Google Shape;313;p22"/>
          <p:cNvSpPr/>
          <p:nvPr/>
        </p:nvSpPr>
        <p:spPr>
          <a:xfrm>
            <a:off x="6045092" y="5974432"/>
            <a:ext cx="2254800" cy="14145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300" u="none" cap="none" strike="noStrike">
              <a:solidFill>
                <a:srgbClr val="FFFFFF"/>
              </a:solidFill>
              <a:latin typeface="Calibri"/>
              <a:ea typeface="Calibri"/>
              <a:cs typeface="Calibri"/>
              <a:sym typeface="Calibri"/>
            </a:endParaRPr>
          </a:p>
        </p:txBody>
      </p:sp>
      <p:sp>
        <p:nvSpPr>
          <p:cNvPr id="314" name="Google Shape;314;p22"/>
          <p:cNvSpPr txBox="1"/>
          <p:nvPr/>
        </p:nvSpPr>
        <p:spPr>
          <a:xfrm>
            <a:off x="8377114" y="5967523"/>
            <a:ext cx="2099100" cy="1608000"/>
          </a:xfrm>
          <a:prstGeom prst="rect">
            <a:avLst/>
          </a:prstGeom>
          <a:noFill/>
          <a:ln>
            <a:noFill/>
          </a:ln>
        </p:spPr>
        <p:txBody>
          <a:bodyPr anchorCtr="0" anchor="t" bIns="49450" lIns="98950" spcFirstLastPara="1" rIns="98950" wrap="square" tIns="49450">
            <a:noAutofit/>
          </a:bodyPr>
          <a:lstStyle/>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ASSESSMENT:</a:t>
            </a:r>
            <a:endParaRPr sz="1500"/>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rPr b="0" i="0" lang="en-GB" sz="1100" u="none" cap="none" strike="noStrike">
                <a:solidFill>
                  <a:schemeClr val="dk1"/>
                </a:solidFill>
                <a:latin typeface="Comic Sans MS"/>
                <a:ea typeface="Comic Sans MS"/>
                <a:cs typeface="Comic Sans MS"/>
                <a:sym typeface="Comic Sans MS"/>
              </a:rPr>
              <a:t>How confident are you in this section?</a:t>
            </a:r>
            <a:endParaRPr sz="1500"/>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p:txBody>
      </p:sp>
      <p:sp>
        <p:nvSpPr>
          <p:cNvPr id="315" name="Google Shape;315;p22"/>
          <p:cNvSpPr/>
          <p:nvPr/>
        </p:nvSpPr>
        <p:spPr>
          <a:xfrm>
            <a:off x="8377114" y="5974432"/>
            <a:ext cx="2099100" cy="14094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316" name="Google Shape;316;p22"/>
          <p:cNvSpPr/>
          <p:nvPr/>
        </p:nvSpPr>
        <p:spPr>
          <a:xfrm>
            <a:off x="8533038" y="6836311"/>
            <a:ext cx="233100" cy="238500"/>
          </a:xfrm>
          <a:prstGeom prst="cloudCallout">
            <a:avLst>
              <a:gd fmla="val -52204" name="adj1"/>
              <a:gd fmla="val 76088" name="adj2"/>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Calibri"/>
              <a:ea typeface="Calibri"/>
              <a:cs typeface="Calibri"/>
              <a:sym typeface="Calibri"/>
            </a:endParaRPr>
          </a:p>
        </p:txBody>
      </p:sp>
      <p:sp>
        <p:nvSpPr>
          <p:cNvPr id="317" name="Google Shape;317;p22"/>
          <p:cNvSpPr/>
          <p:nvPr/>
        </p:nvSpPr>
        <p:spPr>
          <a:xfrm>
            <a:off x="215896" y="176176"/>
            <a:ext cx="10181400" cy="3489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318" name="Google Shape;318;p22"/>
          <p:cNvSpPr txBox="1"/>
          <p:nvPr/>
        </p:nvSpPr>
        <p:spPr>
          <a:xfrm>
            <a:off x="8843176" y="0"/>
            <a:ext cx="1632900" cy="3990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319" name="Google Shape;319;p22"/>
          <p:cNvSpPr txBox="1"/>
          <p:nvPr/>
        </p:nvSpPr>
        <p:spPr>
          <a:xfrm>
            <a:off x="916702" y="176176"/>
            <a:ext cx="8858700" cy="685800"/>
          </a:xfrm>
          <a:prstGeom prst="rect">
            <a:avLst/>
          </a:prstGeom>
          <a:noFill/>
          <a:ln>
            <a:noFill/>
          </a:ln>
        </p:spPr>
        <p:txBody>
          <a:bodyPr anchorCtr="0" anchor="t" bIns="49450" lIns="98950" spcFirstLastPara="1" rIns="98950" wrap="square" tIns="49450">
            <a:noAutofit/>
          </a:bodyPr>
          <a:lstStyle/>
          <a:p>
            <a:pPr indent="0" lvl="0" marL="0" marR="0" rtl="0" algn="ctr">
              <a:spcBef>
                <a:spcPts val="0"/>
              </a:spcBef>
              <a:spcAft>
                <a:spcPts val="0"/>
              </a:spcAft>
              <a:buNone/>
            </a:pPr>
            <a:r>
              <a:rPr b="1" i="0" lang="en-GB" sz="1500" u="none" cap="none" strike="noStrike">
                <a:solidFill>
                  <a:srgbClr val="000000"/>
                </a:solidFill>
                <a:latin typeface="Comic Sans MS"/>
                <a:ea typeface="Comic Sans MS"/>
                <a:cs typeface="Comic Sans MS"/>
                <a:sym typeface="Comic Sans MS"/>
              </a:rPr>
              <a:t>Hair &amp; Beauty REVISION – </a:t>
            </a:r>
            <a:r>
              <a:rPr b="1" i="0" lang="en-GB" sz="1500" u="none" cap="none" strike="noStrike">
                <a:solidFill>
                  <a:schemeClr val="dk1"/>
                </a:solidFill>
                <a:latin typeface="Comic Sans MS"/>
                <a:ea typeface="Comic Sans MS"/>
                <a:cs typeface="Comic Sans MS"/>
                <a:sym typeface="Comic Sans MS"/>
              </a:rPr>
              <a:t>Health, safety and legislation</a:t>
            </a:r>
            <a:endParaRPr sz="1500"/>
          </a:p>
          <a:p>
            <a:pPr indent="0" lvl="0" marL="0" marR="0" rtl="0" algn="ctr">
              <a:spcBef>
                <a:spcPts val="800"/>
              </a:spcBef>
              <a:spcAft>
                <a:spcPts val="0"/>
              </a:spcAft>
              <a:buNone/>
            </a:pPr>
            <a:r>
              <a:rPr b="1" i="0" lang="en-GB" sz="1500" u="none" cap="none" strike="noStrike">
                <a:solidFill>
                  <a:srgbClr val="000000"/>
                </a:solidFill>
                <a:latin typeface="Comic Sans MS"/>
                <a:ea typeface="Comic Sans MS"/>
                <a:cs typeface="Comic Sans MS"/>
                <a:sym typeface="Comic Sans MS"/>
              </a:rPr>
              <a:t>  </a:t>
            </a:r>
            <a:endParaRPr b="1" i="0" sz="1900" u="none" cap="none" strike="noStrike">
              <a:solidFill>
                <a:schemeClr val="dk1"/>
              </a:solidFill>
              <a:latin typeface="Comic Sans MS"/>
              <a:ea typeface="Comic Sans MS"/>
              <a:cs typeface="Comic Sans MS"/>
              <a:sym typeface="Comic Sans MS"/>
            </a:endParaRPr>
          </a:p>
        </p:txBody>
      </p:sp>
      <p:sp>
        <p:nvSpPr>
          <p:cNvPr id="320" name="Google Shape;320;p22"/>
          <p:cNvSpPr txBox="1"/>
          <p:nvPr/>
        </p:nvSpPr>
        <p:spPr>
          <a:xfrm>
            <a:off x="294715" y="3231617"/>
            <a:ext cx="3264000" cy="2661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a:t>
            </a:r>
            <a:endParaRPr sz="1500"/>
          </a:p>
        </p:txBody>
      </p:sp>
      <p:graphicFrame>
        <p:nvGraphicFramePr>
          <p:cNvPr id="321" name="Google Shape;321;p22"/>
          <p:cNvGraphicFramePr/>
          <p:nvPr/>
        </p:nvGraphicFramePr>
        <p:xfrm>
          <a:off x="6278123" y="2369737"/>
          <a:ext cx="3000000" cy="3000000"/>
        </p:xfrm>
        <a:graphic>
          <a:graphicData uri="http://schemas.openxmlformats.org/drawingml/2006/table">
            <a:tbl>
              <a:tblPr>
                <a:noFill/>
                <a:tableStyleId>{82D19793-0DAC-4A64-A34E-973C42C3793B}</a:tableStyleId>
              </a:tblPr>
              <a:tblGrid>
                <a:gridCol w="2021875"/>
                <a:gridCol w="2020175"/>
              </a:tblGrid>
              <a:tr h="548400">
                <a:tc>
                  <a:txBody>
                    <a:bodyPr/>
                    <a:lstStyle/>
                    <a:p>
                      <a:pPr indent="0" lvl="0" marL="0" marR="0" rtl="0" algn="l">
                        <a:lnSpc>
                          <a:spcPct val="100000"/>
                        </a:lnSpc>
                        <a:spcBef>
                          <a:spcPts val="0"/>
                        </a:spcBef>
                        <a:spcAft>
                          <a:spcPts val="0"/>
                        </a:spcAft>
                        <a:buClr>
                          <a:schemeClr val="dk1"/>
                        </a:buClr>
                        <a:buSzPts val="1100"/>
                        <a:buFont typeface="Arial"/>
                        <a:buNone/>
                      </a:pPr>
                      <a:r>
                        <a:rPr b="0" i="0" lang="en-GB" sz="1100" u="none" cap="none" strike="noStrike">
                          <a:solidFill>
                            <a:schemeClr val="dk1"/>
                          </a:solidFill>
                          <a:latin typeface="Comic Sans MS"/>
                          <a:ea typeface="Comic Sans MS"/>
                          <a:cs typeface="Comic Sans MS"/>
                          <a:sym typeface="Comic Sans MS"/>
                        </a:rPr>
                        <a:t>PPE item</a:t>
                      </a:r>
                      <a:endParaRPr sz="1500"/>
                    </a:p>
                  </a:txBody>
                  <a:tcPr marT="49750" marB="49750" marR="98700" marL="9870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DADA"/>
                    </a:solidFill>
                  </a:tcPr>
                </a:tc>
                <a:tc>
                  <a:txBody>
                    <a:bodyPr/>
                    <a:lstStyle/>
                    <a:p>
                      <a:pPr indent="0" lvl="0" marL="0" marR="0" rtl="0" algn="l">
                        <a:lnSpc>
                          <a:spcPct val="100000"/>
                        </a:lnSpc>
                        <a:spcBef>
                          <a:spcPts val="0"/>
                        </a:spcBef>
                        <a:spcAft>
                          <a:spcPts val="0"/>
                        </a:spcAft>
                        <a:buClr>
                          <a:schemeClr val="dk1"/>
                        </a:buClr>
                        <a:buSzPts val="1100"/>
                        <a:buFont typeface="Arial"/>
                        <a:buNone/>
                      </a:pPr>
                      <a:r>
                        <a:rPr b="0" i="0" lang="en-GB" sz="1100" u="none" cap="none" strike="noStrike">
                          <a:solidFill>
                            <a:schemeClr val="dk1"/>
                          </a:solidFill>
                          <a:latin typeface="Comic Sans MS"/>
                          <a:ea typeface="Comic Sans MS"/>
                          <a:cs typeface="Comic Sans MS"/>
                          <a:sym typeface="Comic Sans MS"/>
                        </a:rPr>
                        <a:t>Service/treatment and why it is used</a:t>
                      </a:r>
                      <a:endParaRPr sz="1500"/>
                    </a:p>
                  </a:txBody>
                  <a:tcPr marT="49750" marB="49750" marR="98700" marL="9870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r>
              <a:tr h="2406875">
                <a:tc>
                  <a:txBody>
                    <a:bodyPr/>
                    <a:lstStyle/>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txBody>
                  <a:tcPr marT="49750" marB="49750" marR="98700" marL="9870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2DADA"/>
                    </a:solidFill>
                  </a:tcPr>
                </a:tc>
                <a:tc>
                  <a:txBody>
                    <a:bodyPr/>
                    <a:lstStyle/>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txBody>
                  <a:tcPr marT="49750" marB="49750" marR="98700" marL="9870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2F2F2"/>
                    </a:solidFill>
                  </a:tcPr>
                </a:tc>
              </a:tr>
            </a:tbl>
          </a:graphicData>
        </a:graphic>
      </p:graphicFrame>
      <p:sp>
        <p:nvSpPr>
          <p:cNvPr id="322" name="Google Shape;322;p22"/>
          <p:cNvSpPr txBox="1"/>
          <p:nvPr/>
        </p:nvSpPr>
        <p:spPr>
          <a:xfrm>
            <a:off x="6511154" y="861880"/>
            <a:ext cx="3498900" cy="14406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What does PPE stand for?</a:t>
            </a:r>
            <a:endParaRPr sz="1500"/>
          </a:p>
          <a:p>
            <a:pPr indent="0" lvl="0" marL="0" marR="0" rtl="0" algn="l">
              <a:spcBef>
                <a:spcPts val="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List four items of PPE</a:t>
            </a:r>
            <a:endParaRPr sz="1500"/>
          </a:p>
          <a:p>
            <a:pPr indent="0" lvl="0" marL="0" marR="0" rtl="0" algn="l">
              <a:spcBef>
                <a:spcPts val="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Give examples of services and treatments when PPE is used</a:t>
            </a:r>
            <a:endParaRPr sz="1500"/>
          </a:p>
        </p:txBody>
      </p:sp>
      <p:sp>
        <p:nvSpPr>
          <p:cNvPr id="323" name="Google Shape;323;p22"/>
          <p:cNvSpPr/>
          <p:nvPr/>
        </p:nvSpPr>
        <p:spPr>
          <a:xfrm>
            <a:off x="215896" y="645978"/>
            <a:ext cx="1167000" cy="216000"/>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Arial"/>
              <a:ea typeface="Arial"/>
              <a:cs typeface="Arial"/>
              <a:sym typeface="Arial"/>
            </a:endParaRPr>
          </a:p>
        </p:txBody>
      </p:sp>
      <p:graphicFrame>
        <p:nvGraphicFramePr>
          <p:cNvPr id="324" name="Google Shape;324;p22"/>
          <p:cNvGraphicFramePr/>
          <p:nvPr/>
        </p:nvGraphicFramePr>
        <p:xfrm>
          <a:off x="215896" y="595668"/>
          <a:ext cx="3000000" cy="3000000"/>
        </p:xfrm>
        <a:graphic>
          <a:graphicData uri="http://schemas.openxmlformats.org/drawingml/2006/table">
            <a:tbl>
              <a:tblPr>
                <a:noFill/>
                <a:tableStyleId>{82D19793-0DAC-4A64-A34E-973C42C3793B}</a:tableStyleId>
              </a:tblPr>
              <a:tblGrid>
                <a:gridCol w="2565275"/>
                <a:gridCol w="3031125"/>
              </a:tblGrid>
              <a:tr h="212675">
                <a:tc>
                  <a:txBody>
                    <a:bodyPr/>
                    <a:lstStyle/>
                    <a:p>
                      <a:pPr indent="0" lvl="0" marL="0" marR="0" rtl="0" algn="l">
                        <a:lnSpc>
                          <a:spcPct val="107000"/>
                        </a:lnSpc>
                        <a:spcBef>
                          <a:spcPts val="0"/>
                        </a:spcBef>
                        <a:spcAft>
                          <a:spcPts val="0"/>
                        </a:spcAft>
                        <a:buNone/>
                      </a:pPr>
                      <a:r>
                        <a:rPr b="1" lang="en-GB" sz="1000">
                          <a:latin typeface="Calibri"/>
                          <a:ea typeface="Calibri"/>
                          <a:cs typeface="Calibri"/>
                          <a:sym typeface="Calibri"/>
                        </a:rPr>
                        <a:t> </a:t>
                      </a:r>
                      <a:endParaRPr sz="700">
                        <a:latin typeface="Calibri"/>
                        <a:ea typeface="Calibri"/>
                        <a:cs typeface="Calibri"/>
                        <a:sym typeface="Calibri"/>
                      </a:endParaRPr>
                    </a:p>
                  </a:txBody>
                  <a:tcPr marT="0" marB="0" marR="41750" marL="417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D9D9"/>
                    </a:solidFill>
                  </a:tcPr>
                </a:tc>
                <a:tc>
                  <a:txBody>
                    <a:bodyPr/>
                    <a:lstStyle/>
                    <a:p>
                      <a:pPr indent="0" lvl="0" marL="0" marR="0" rtl="0" algn="ctr">
                        <a:lnSpc>
                          <a:spcPct val="107000"/>
                        </a:lnSpc>
                        <a:spcBef>
                          <a:spcPts val="0"/>
                        </a:spcBef>
                        <a:spcAft>
                          <a:spcPts val="0"/>
                        </a:spcAft>
                        <a:buNone/>
                      </a:pPr>
                      <a:r>
                        <a:rPr b="1" lang="en-GB" sz="900">
                          <a:latin typeface="Arial"/>
                          <a:ea typeface="Arial"/>
                          <a:cs typeface="Arial"/>
                          <a:sym typeface="Arial"/>
                        </a:rPr>
                        <a:t>Requirements</a:t>
                      </a:r>
                      <a:endParaRPr sz="700">
                        <a:latin typeface="Calibri"/>
                        <a:ea typeface="Calibri"/>
                        <a:cs typeface="Calibri"/>
                        <a:sym typeface="Calibri"/>
                      </a:endParaRPr>
                    </a:p>
                  </a:txBody>
                  <a:tcPr marT="0" marB="0" marR="41750" marL="417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D9D9"/>
                    </a:solidFill>
                  </a:tcPr>
                </a:tc>
              </a:tr>
              <a:tr h="3128350">
                <a:tc>
                  <a:txBody>
                    <a:bodyPr/>
                    <a:lstStyle/>
                    <a:p>
                      <a:pPr indent="0" lvl="0" marL="0" marR="0" rtl="0" algn="l">
                        <a:lnSpc>
                          <a:spcPct val="107000"/>
                        </a:lnSpc>
                        <a:spcBef>
                          <a:spcPts val="0"/>
                        </a:spcBef>
                        <a:spcAft>
                          <a:spcPts val="0"/>
                        </a:spcAft>
                        <a:buNone/>
                      </a:pPr>
                      <a:r>
                        <a:rPr b="1" lang="en-GB" sz="800">
                          <a:latin typeface="Arial"/>
                          <a:ea typeface="Arial"/>
                          <a:cs typeface="Arial"/>
                          <a:sym typeface="Arial"/>
                        </a:rPr>
                        <a:t>How</a:t>
                      </a:r>
                      <a:r>
                        <a:rPr b="1" lang="en-GB" sz="800">
                          <a:latin typeface="Arial"/>
                          <a:ea typeface="Arial"/>
                          <a:cs typeface="Arial"/>
                          <a:sym typeface="Arial"/>
                        </a:rPr>
                        <a:t> can personal </a:t>
                      </a:r>
                      <a:r>
                        <a:rPr b="1" lang="en-GB" sz="800">
                          <a:latin typeface="Arial"/>
                          <a:ea typeface="Arial"/>
                          <a:cs typeface="Arial"/>
                          <a:sym typeface="Arial"/>
                        </a:rPr>
                        <a:t>appearance and presentation impact</a:t>
                      </a:r>
                      <a:r>
                        <a:rPr b="1" lang="en-GB" sz="800">
                          <a:latin typeface="Arial"/>
                          <a:ea typeface="Arial"/>
                          <a:cs typeface="Arial"/>
                          <a:sym typeface="Arial"/>
                        </a:rPr>
                        <a:t> on the salon business?</a:t>
                      </a:r>
                      <a:endParaRPr b="1" sz="800">
                        <a:latin typeface="Arial"/>
                        <a:ea typeface="Arial"/>
                        <a:cs typeface="Arial"/>
                        <a:sym typeface="Arial"/>
                      </a:endParaRPr>
                    </a:p>
                    <a:p>
                      <a:pPr indent="0" lvl="0" marL="0" marR="0" rtl="0" algn="l">
                        <a:lnSpc>
                          <a:spcPct val="107000"/>
                        </a:lnSpc>
                        <a:spcBef>
                          <a:spcPts val="1300"/>
                        </a:spcBef>
                        <a:spcAft>
                          <a:spcPts val="0"/>
                        </a:spcAft>
                        <a:buNone/>
                      </a:pPr>
                      <a:r>
                        <a:rPr lang="en-GB" sz="800" u="sng">
                          <a:latin typeface="Arial"/>
                          <a:ea typeface="Arial"/>
                          <a:cs typeface="Arial"/>
                          <a:sym typeface="Arial"/>
                        </a:rPr>
                        <a:t>Example</a:t>
                      </a:r>
                      <a:endParaRPr sz="1500"/>
                    </a:p>
                    <a:p>
                      <a:pPr indent="0" lvl="0" marL="0" marR="0" rtl="0" algn="l">
                        <a:lnSpc>
                          <a:spcPct val="107000"/>
                        </a:lnSpc>
                        <a:spcBef>
                          <a:spcPts val="1300"/>
                        </a:spcBef>
                        <a:spcAft>
                          <a:spcPts val="0"/>
                        </a:spcAft>
                        <a:buNone/>
                      </a:pPr>
                      <a:r>
                        <a:rPr lang="en-GB" sz="800">
                          <a:latin typeface="Arial"/>
                          <a:ea typeface="Arial"/>
                          <a:cs typeface="Arial"/>
                          <a:sym typeface="Arial"/>
                        </a:rPr>
                        <a:t>Hair and beauty professionals must ensure they present themselves in a</a:t>
                      </a:r>
                      <a:r>
                        <a:rPr lang="en-GB" sz="800">
                          <a:latin typeface="Arial"/>
                          <a:ea typeface="Arial"/>
                          <a:cs typeface="Arial"/>
                          <a:sym typeface="Arial"/>
                        </a:rPr>
                        <a:t> p</a:t>
                      </a:r>
                      <a:r>
                        <a:rPr lang="en-GB" sz="800">
                          <a:latin typeface="Arial"/>
                          <a:ea typeface="Arial"/>
                          <a:cs typeface="Arial"/>
                          <a:sym typeface="Arial"/>
                        </a:rPr>
                        <a:t>rofessional manner to make a good first impression to clients.</a:t>
                      </a:r>
                      <a:endParaRPr sz="1500"/>
                    </a:p>
                    <a:p>
                      <a:pPr indent="0" lvl="0" marL="0" marR="0" rtl="0" algn="l">
                        <a:lnSpc>
                          <a:spcPct val="107000"/>
                        </a:lnSpc>
                        <a:spcBef>
                          <a:spcPts val="1300"/>
                        </a:spcBef>
                        <a:spcAft>
                          <a:spcPts val="0"/>
                        </a:spcAft>
                        <a:buNone/>
                      </a:pPr>
                      <a:r>
                        <a:t/>
                      </a:r>
                      <a:endParaRPr sz="800">
                        <a:latin typeface="Arial"/>
                        <a:ea typeface="Arial"/>
                        <a:cs typeface="Arial"/>
                        <a:sym typeface="Arial"/>
                      </a:endParaRPr>
                    </a:p>
                    <a:p>
                      <a:pPr indent="0" lvl="0" marL="0" marR="0" rtl="0" algn="l">
                        <a:lnSpc>
                          <a:spcPct val="107000"/>
                        </a:lnSpc>
                        <a:spcBef>
                          <a:spcPts val="1300"/>
                        </a:spcBef>
                        <a:spcAft>
                          <a:spcPts val="0"/>
                        </a:spcAft>
                        <a:buNone/>
                      </a:pPr>
                      <a:r>
                        <a:t/>
                      </a:r>
                      <a:endParaRPr sz="700">
                        <a:latin typeface="Calibri"/>
                        <a:ea typeface="Calibri"/>
                        <a:cs typeface="Calibri"/>
                        <a:sym typeface="Calibri"/>
                      </a:endParaRPr>
                    </a:p>
                  </a:txBody>
                  <a:tcPr marT="0" marB="0" marR="41750" marL="417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D9D9"/>
                    </a:solidFill>
                  </a:tcPr>
                </a:tc>
                <a:tc>
                  <a:txBody>
                    <a:bodyPr/>
                    <a:lstStyle/>
                    <a:p>
                      <a:pPr indent="-368300" lvl="0" marL="368300" marR="0" rtl="0" algn="l">
                        <a:lnSpc>
                          <a:spcPct val="107000"/>
                        </a:lnSpc>
                        <a:spcBef>
                          <a:spcPts val="0"/>
                        </a:spcBef>
                        <a:spcAft>
                          <a:spcPts val="0"/>
                        </a:spcAft>
                        <a:buClr>
                          <a:schemeClr val="dk1"/>
                        </a:buClr>
                        <a:buSzPts val="800"/>
                        <a:buFont typeface="Noto Sans Symbols"/>
                        <a:buChar char="∙"/>
                      </a:pPr>
                      <a:r>
                        <a:rPr lang="en-GB" sz="800">
                          <a:latin typeface="Arial"/>
                          <a:ea typeface="Arial"/>
                          <a:cs typeface="Arial"/>
                          <a:sym typeface="Arial"/>
                        </a:rPr>
                        <a:t>An appropriate uniform made of material that is easy to keep clean and durable enough to offer adequate protection. Traditionally beauty and spa professionals have worn white but all colours are worn now.</a:t>
                      </a:r>
                      <a:endParaRPr sz="700">
                        <a:latin typeface="Calibri"/>
                        <a:ea typeface="Calibri"/>
                        <a:cs typeface="Calibri"/>
                        <a:sym typeface="Calibri"/>
                      </a:endParaRPr>
                    </a:p>
                    <a:p>
                      <a:pPr indent="-368300" lvl="0" marL="368300" marR="0" rtl="0" algn="l">
                        <a:lnSpc>
                          <a:spcPct val="107000"/>
                        </a:lnSpc>
                        <a:spcBef>
                          <a:spcPts val="1300"/>
                        </a:spcBef>
                        <a:spcAft>
                          <a:spcPts val="0"/>
                        </a:spcAft>
                        <a:buClr>
                          <a:schemeClr val="dk1"/>
                        </a:buClr>
                        <a:buSzPts val="800"/>
                        <a:buFont typeface="Noto Sans Symbols"/>
                        <a:buChar char="∙"/>
                      </a:pPr>
                      <a:r>
                        <a:rPr lang="en-GB" sz="800">
                          <a:latin typeface="Arial"/>
                          <a:ea typeface="Arial"/>
                          <a:cs typeface="Arial"/>
                          <a:sym typeface="Arial"/>
                        </a:rPr>
                        <a:t>Appropriate footwear, recommended covered in toe and supportive as you are on your feet all day, so comfort is essential.</a:t>
                      </a:r>
                      <a:endParaRPr sz="700">
                        <a:latin typeface="Calibri"/>
                        <a:ea typeface="Calibri"/>
                        <a:cs typeface="Calibri"/>
                        <a:sym typeface="Calibri"/>
                      </a:endParaRPr>
                    </a:p>
                    <a:p>
                      <a:pPr indent="-368300" lvl="0" marL="368300" marR="0" rtl="0" algn="l">
                        <a:lnSpc>
                          <a:spcPct val="107000"/>
                        </a:lnSpc>
                        <a:spcBef>
                          <a:spcPts val="1300"/>
                        </a:spcBef>
                        <a:spcAft>
                          <a:spcPts val="0"/>
                        </a:spcAft>
                        <a:buClr>
                          <a:schemeClr val="dk1"/>
                        </a:buClr>
                        <a:buSzPts val="800"/>
                        <a:buFont typeface="Noto Sans Symbols"/>
                        <a:buChar char="∙"/>
                      </a:pPr>
                      <a:r>
                        <a:rPr lang="en-GB" sz="800">
                          <a:latin typeface="Arial"/>
                          <a:ea typeface="Arial"/>
                          <a:cs typeface="Arial"/>
                          <a:sym typeface="Arial"/>
                        </a:rPr>
                        <a:t>Hair should be clean and pinned back for beauty, spa and nail services. It should be off the face and not intrusive to the treatment area for hair services although, as hairdressers want to demonstrate their skill level on their own hair, this industry is a little more relaxed in terms of hair requirements.</a:t>
                      </a:r>
                      <a:endParaRPr sz="700">
                        <a:latin typeface="Calibri"/>
                        <a:ea typeface="Calibri"/>
                        <a:cs typeface="Calibri"/>
                        <a:sym typeface="Calibri"/>
                      </a:endParaRPr>
                    </a:p>
                    <a:p>
                      <a:pPr indent="-368300" lvl="0" marL="368300" marR="0" rtl="0" algn="l">
                        <a:lnSpc>
                          <a:spcPct val="107000"/>
                        </a:lnSpc>
                        <a:spcBef>
                          <a:spcPts val="1300"/>
                        </a:spcBef>
                        <a:spcAft>
                          <a:spcPts val="0"/>
                        </a:spcAft>
                        <a:buClr>
                          <a:schemeClr val="dk1"/>
                        </a:buClr>
                        <a:buSzPts val="800"/>
                        <a:buFont typeface="Noto Sans Symbols"/>
                        <a:buChar char="∙"/>
                      </a:pPr>
                      <a:r>
                        <a:rPr lang="en-GB" sz="800">
                          <a:latin typeface="Arial"/>
                          <a:ea typeface="Arial"/>
                          <a:cs typeface="Arial"/>
                          <a:sym typeface="Arial"/>
                        </a:rPr>
                        <a:t>Hands should be clean, soft and supple. The nails for beauty and spa should be short, clean and enamel free. </a:t>
                      </a:r>
                      <a:endParaRPr sz="700">
                        <a:latin typeface="Calibri"/>
                        <a:ea typeface="Calibri"/>
                        <a:cs typeface="Calibri"/>
                        <a:sym typeface="Calibri"/>
                      </a:endParaRPr>
                    </a:p>
                    <a:p>
                      <a:pPr indent="-368300" lvl="0" marL="368300" marR="0" rtl="0" algn="l">
                        <a:lnSpc>
                          <a:spcPct val="107000"/>
                        </a:lnSpc>
                        <a:spcBef>
                          <a:spcPts val="1300"/>
                        </a:spcBef>
                        <a:spcAft>
                          <a:spcPts val="0"/>
                        </a:spcAft>
                        <a:buClr>
                          <a:schemeClr val="dk1"/>
                        </a:buClr>
                        <a:buSzPts val="800"/>
                        <a:buFont typeface="Noto Sans Symbols"/>
                        <a:buChar char="∙"/>
                      </a:pPr>
                      <a:r>
                        <a:rPr lang="en-GB" sz="800">
                          <a:latin typeface="Arial"/>
                          <a:ea typeface="Arial"/>
                          <a:cs typeface="Arial"/>
                          <a:sym typeface="Arial"/>
                        </a:rPr>
                        <a:t>Make-up should be natural and not too extreme. Although some hairdressers working in salons that want to portray a particular image, may have more dramatic make-up.</a:t>
                      </a:r>
                      <a:endParaRPr sz="700">
                        <a:latin typeface="Calibri"/>
                        <a:ea typeface="Calibri"/>
                        <a:cs typeface="Calibri"/>
                        <a:sym typeface="Calibri"/>
                      </a:endParaRPr>
                    </a:p>
                  </a:txBody>
                  <a:tcPr marT="0" marB="0" marR="41750" marL="417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447200">
                <a:tc>
                  <a:txBody>
                    <a:bodyPr/>
                    <a:lstStyle/>
                    <a:p>
                      <a:pPr indent="0" lvl="0" marL="0" marR="0" rtl="0" algn="l">
                        <a:lnSpc>
                          <a:spcPct val="107000"/>
                        </a:lnSpc>
                        <a:spcBef>
                          <a:spcPts val="0"/>
                        </a:spcBef>
                        <a:spcAft>
                          <a:spcPts val="0"/>
                        </a:spcAft>
                        <a:buNone/>
                      </a:pPr>
                      <a:r>
                        <a:rPr b="1" lang="en-GB" sz="800">
                          <a:latin typeface="Arial"/>
                          <a:ea typeface="Arial"/>
                          <a:cs typeface="Arial"/>
                          <a:sym typeface="Arial"/>
                        </a:rPr>
                        <a:t>How does personal</a:t>
                      </a:r>
                      <a:r>
                        <a:rPr b="1" lang="en-GB" sz="800">
                          <a:latin typeface="Arial"/>
                          <a:ea typeface="Arial"/>
                          <a:cs typeface="Arial"/>
                          <a:sym typeface="Arial"/>
                        </a:rPr>
                        <a:t> </a:t>
                      </a:r>
                      <a:r>
                        <a:rPr b="1" lang="en-GB" sz="800">
                          <a:latin typeface="Arial"/>
                          <a:ea typeface="Arial"/>
                          <a:cs typeface="Arial"/>
                          <a:sym typeface="Arial"/>
                        </a:rPr>
                        <a:t>hygiene impact on</a:t>
                      </a:r>
                      <a:r>
                        <a:rPr b="1" lang="en-GB" sz="800">
                          <a:latin typeface="Arial"/>
                          <a:ea typeface="Arial"/>
                          <a:cs typeface="Arial"/>
                          <a:sym typeface="Arial"/>
                        </a:rPr>
                        <a:t> the salon business?</a:t>
                      </a:r>
                      <a:endParaRPr sz="700">
                        <a:latin typeface="Calibri"/>
                        <a:ea typeface="Calibri"/>
                        <a:cs typeface="Calibri"/>
                        <a:sym typeface="Calibri"/>
                      </a:endParaRPr>
                    </a:p>
                    <a:p>
                      <a:pPr indent="0" lvl="0" marL="0" marR="0" rtl="0" algn="l">
                        <a:lnSpc>
                          <a:spcPct val="107000"/>
                        </a:lnSpc>
                        <a:spcBef>
                          <a:spcPts val="1300"/>
                        </a:spcBef>
                        <a:spcAft>
                          <a:spcPts val="0"/>
                        </a:spcAft>
                        <a:buNone/>
                      </a:pPr>
                      <a:r>
                        <a:rPr lang="en-GB" sz="800">
                          <a:latin typeface="Arial"/>
                          <a:ea typeface="Arial"/>
                          <a:cs typeface="Arial"/>
                          <a:sym typeface="Arial"/>
                        </a:rPr>
                        <a:t>Due to the close nature of the work a hair or beauty professional undertakes, it is strongly recommended they maintain high levels of personal hygiene.</a:t>
                      </a:r>
                      <a:endParaRPr sz="1500"/>
                    </a:p>
                    <a:p>
                      <a:pPr indent="0" lvl="0" marL="0" marR="0" rtl="0" algn="l">
                        <a:lnSpc>
                          <a:spcPct val="107000"/>
                        </a:lnSpc>
                        <a:spcBef>
                          <a:spcPts val="1300"/>
                        </a:spcBef>
                        <a:spcAft>
                          <a:spcPts val="0"/>
                        </a:spcAft>
                        <a:buNone/>
                      </a:pPr>
                      <a:r>
                        <a:rPr lang="en-GB" sz="800" u="sng">
                          <a:latin typeface="Arial"/>
                          <a:ea typeface="Arial"/>
                          <a:cs typeface="Arial"/>
                          <a:sym typeface="Arial"/>
                        </a:rPr>
                        <a:t>Example</a:t>
                      </a:r>
                      <a:endParaRPr sz="1500"/>
                    </a:p>
                    <a:p>
                      <a:pPr indent="0" lvl="0" marL="0" marR="0" rtl="0" algn="l">
                        <a:lnSpc>
                          <a:spcPct val="107000"/>
                        </a:lnSpc>
                        <a:spcBef>
                          <a:spcPts val="1300"/>
                        </a:spcBef>
                        <a:spcAft>
                          <a:spcPts val="0"/>
                        </a:spcAft>
                        <a:buNone/>
                      </a:pPr>
                      <a:r>
                        <a:rPr lang="en-GB" sz="800">
                          <a:latin typeface="Arial"/>
                          <a:ea typeface="Arial"/>
                          <a:cs typeface="Arial"/>
                          <a:sym typeface="Arial"/>
                        </a:rPr>
                        <a:t>This ensures clients are not offended by poor hygiene.</a:t>
                      </a:r>
                      <a:endParaRPr sz="1500"/>
                    </a:p>
                    <a:p>
                      <a:pPr indent="0" lvl="0" marL="0" marR="0" rtl="0" algn="l">
                        <a:lnSpc>
                          <a:spcPct val="107000"/>
                        </a:lnSpc>
                        <a:spcBef>
                          <a:spcPts val="1300"/>
                        </a:spcBef>
                        <a:spcAft>
                          <a:spcPts val="0"/>
                        </a:spcAft>
                        <a:buNone/>
                      </a:pPr>
                      <a:r>
                        <a:t/>
                      </a:r>
                      <a:endParaRPr sz="800">
                        <a:latin typeface="Arial"/>
                        <a:ea typeface="Arial"/>
                        <a:cs typeface="Arial"/>
                        <a:sym typeface="Arial"/>
                      </a:endParaRPr>
                    </a:p>
                    <a:p>
                      <a:pPr indent="0" lvl="0" marL="0" marR="0" rtl="0" algn="l">
                        <a:lnSpc>
                          <a:spcPct val="107000"/>
                        </a:lnSpc>
                        <a:spcBef>
                          <a:spcPts val="1300"/>
                        </a:spcBef>
                        <a:spcAft>
                          <a:spcPts val="0"/>
                        </a:spcAft>
                        <a:buNone/>
                      </a:pPr>
                      <a:r>
                        <a:t/>
                      </a:r>
                      <a:endParaRPr sz="800">
                        <a:latin typeface="Arial"/>
                        <a:ea typeface="Arial"/>
                        <a:cs typeface="Arial"/>
                        <a:sym typeface="Arial"/>
                      </a:endParaRPr>
                    </a:p>
                    <a:p>
                      <a:pPr indent="0" lvl="0" marL="0" marR="0" rtl="0" algn="l">
                        <a:lnSpc>
                          <a:spcPct val="107000"/>
                        </a:lnSpc>
                        <a:spcBef>
                          <a:spcPts val="1300"/>
                        </a:spcBef>
                        <a:spcAft>
                          <a:spcPts val="0"/>
                        </a:spcAft>
                        <a:buNone/>
                      </a:pPr>
                      <a:r>
                        <a:t/>
                      </a:r>
                      <a:endParaRPr sz="800">
                        <a:latin typeface="Arial"/>
                        <a:ea typeface="Arial"/>
                        <a:cs typeface="Arial"/>
                        <a:sym typeface="Arial"/>
                      </a:endParaRPr>
                    </a:p>
                    <a:p>
                      <a:pPr indent="0" lvl="0" marL="0" marR="0" rtl="0" algn="l">
                        <a:lnSpc>
                          <a:spcPct val="107000"/>
                        </a:lnSpc>
                        <a:spcBef>
                          <a:spcPts val="1300"/>
                        </a:spcBef>
                        <a:spcAft>
                          <a:spcPts val="0"/>
                        </a:spcAft>
                        <a:buNone/>
                      </a:pPr>
                      <a:r>
                        <a:t/>
                      </a:r>
                      <a:endParaRPr sz="800">
                        <a:latin typeface="Arial"/>
                        <a:ea typeface="Arial"/>
                        <a:cs typeface="Arial"/>
                        <a:sym typeface="Arial"/>
                      </a:endParaRPr>
                    </a:p>
                    <a:p>
                      <a:pPr indent="0" lvl="0" marL="0" marR="0" rtl="0" algn="l">
                        <a:lnSpc>
                          <a:spcPct val="107000"/>
                        </a:lnSpc>
                        <a:spcBef>
                          <a:spcPts val="1300"/>
                        </a:spcBef>
                        <a:spcAft>
                          <a:spcPts val="0"/>
                        </a:spcAft>
                        <a:buNone/>
                      </a:pPr>
                      <a:r>
                        <a:t/>
                      </a:r>
                      <a:endParaRPr sz="800">
                        <a:latin typeface="Arial"/>
                        <a:ea typeface="Arial"/>
                        <a:cs typeface="Arial"/>
                        <a:sym typeface="Arial"/>
                      </a:endParaRPr>
                    </a:p>
                    <a:p>
                      <a:pPr indent="0" lvl="0" marL="0" marR="0" rtl="0" algn="l">
                        <a:lnSpc>
                          <a:spcPct val="107000"/>
                        </a:lnSpc>
                        <a:spcBef>
                          <a:spcPts val="1300"/>
                        </a:spcBef>
                        <a:spcAft>
                          <a:spcPts val="0"/>
                        </a:spcAft>
                        <a:buNone/>
                      </a:pPr>
                      <a:r>
                        <a:t/>
                      </a:r>
                      <a:endParaRPr sz="700">
                        <a:latin typeface="Calibri"/>
                        <a:ea typeface="Calibri"/>
                        <a:cs typeface="Calibri"/>
                        <a:sym typeface="Calibri"/>
                      </a:endParaRPr>
                    </a:p>
                    <a:p>
                      <a:pPr indent="0" lvl="0" marL="0" marR="0" rtl="0" algn="l">
                        <a:lnSpc>
                          <a:spcPct val="107000"/>
                        </a:lnSpc>
                        <a:spcBef>
                          <a:spcPts val="1300"/>
                        </a:spcBef>
                        <a:spcAft>
                          <a:spcPts val="0"/>
                        </a:spcAft>
                        <a:buNone/>
                      </a:pPr>
                      <a:r>
                        <a:t/>
                      </a:r>
                      <a:endParaRPr sz="700">
                        <a:latin typeface="Calibri"/>
                        <a:ea typeface="Calibri"/>
                        <a:cs typeface="Calibri"/>
                        <a:sym typeface="Calibri"/>
                      </a:endParaRPr>
                    </a:p>
                  </a:txBody>
                  <a:tcPr marT="0" marB="0" marR="41750" marL="417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D9D9"/>
                    </a:solidFill>
                  </a:tcPr>
                </a:tc>
                <a:tc>
                  <a:txBody>
                    <a:bodyPr/>
                    <a:lstStyle/>
                    <a:p>
                      <a:pPr indent="-368300" lvl="0" marL="368300" marR="0" rtl="0" algn="l">
                        <a:lnSpc>
                          <a:spcPct val="107000"/>
                        </a:lnSpc>
                        <a:spcBef>
                          <a:spcPts val="0"/>
                        </a:spcBef>
                        <a:spcAft>
                          <a:spcPts val="0"/>
                        </a:spcAft>
                        <a:buClr>
                          <a:schemeClr val="dk1"/>
                        </a:buClr>
                        <a:buSzPts val="800"/>
                        <a:buFont typeface="Noto Sans Symbols"/>
                        <a:buChar char="∙"/>
                      </a:pPr>
                      <a:r>
                        <a:rPr lang="en-GB" sz="800">
                          <a:latin typeface="Arial"/>
                          <a:ea typeface="Arial"/>
                          <a:cs typeface="Arial"/>
                          <a:sym typeface="Arial"/>
                        </a:rPr>
                        <a:t>A daily shower or bath is recommended. The use of good quality deodorants and antiperspirants, to ensure no poor odours.</a:t>
                      </a:r>
                      <a:endParaRPr sz="700">
                        <a:latin typeface="Calibri"/>
                        <a:ea typeface="Calibri"/>
                        <a:cs typeface="Calibri"/>
                        <a:sym typeface="Calibri"/>
                      </a:endParaRPr>
                    </a:p>
                    <a:p>
                      <a:pPr indent="-368300" lvl="0" marL="368300" marR="0" rtl="0" algn="l">
                        <a:lnSpc>
                          <a:spcPct val="107000"/>
                        </a:lnSpc>
                        <a:spcBef>
                          <a:spcPts val="1300"/>
                        </a:spcBef>
                        <a:spcAft>
                          <a:spcPts val="0"/>
                        </a:spcAft>
                        <a:buClr>
                          <a:schemeClr val="dk1"/>
                        </a:buClr>
                        <a:buSzPts val="800"/>
                        <a:buFont typeface="Noto Sans Symbols"/>
                        <a:buChar char="∙"/>
                      </a:pPr>
                      <a:r>
                        <a:rPr lang="en-GB" sz="800">
                          <a:latin typeface="Arial"/>
                          <a:ea typeface="Arial"/>
                          <a:cs typeface="Arial"/>
                          <a:sym typeface="Arial"/>
                        </a:rPr>
                        <a:t>Good oral hygiene, regular brushing and use of mouth wash. Avoidance of eating strong smelling foods and smoking.</a:t>
                      </a:r>
                      <a:endParaRPr sz="700">
                        <a:latin typeface="Calibri"/>
                        <a:ea typeface="Calibri"/>
                        <a:cs typeface="Calibri"/>
                        <a:sym typeface="Calibri"/>
                      </a:endParaRPr>
                    </a:p>
                    <a:p>
                      <a:pPr indent="-368300" lvl="0" marL="368300" marR="0" rtl="0" algn="l">
                        <a:lnSpc>
                          <a:spcPct val="107000"/>
                        </a:lnSpc>
                        <a:spcBef>
                          <a:spcPts val="1300"/>
                        </a:spcBef>
                        <a:spcAft>
                          <a:spcPts val="0"/>
                        </a:spcAft>
                        <a:buClr>
                          <a:schemeClr val="dk1"/>
                        </a:buClr>
                        <a:buSzPts val="800"/>
                        <a:buFont typeface="Noto Sans Symbols"/>
                        <a:buChar char="∙"/>
                      </a:pPr>
                      <a:r>
                        <a:rPr lang="en-GB" sz="800">
                          <a:latin typeface="Arial"/>
                          <a:ea typeface="Arial"/>
                          <a:cs typeface="Arial"/>
                          <a:sym typeface="Arial"/>
                        </a:rPr>
                        <a:t>Wash hair regularly.</a:t>
                      </a:r>
                      <a:endParaRPr sz="700">
                        <a:latin typeface="Calibri"/>
                        <a:ea typeface="Calibri"/>
                        <a:cs typeface="Calibri"/>
                        <a:sym typeface="Calibri"/>
                      </a:endParaRPr>
                    </a:p>
                    <a:p>
                      <a:pPr indent="-368300" lvl="0" marL="368300" marR="0" rtl="0" algn="l">
                        <a:lnSpc>
                          <a:spcPct val="107000"/>
                        </a:lnSpc>
                        <a:spcBef>
                          <a:spcPts val="1300"/>
                        </a:spcBef>
                        <a:spcAft>
                          <a:spcPts val="0"/>
                        </a:spcAft>
                        <a:buClr>
                          <a:schemeClr val="dk1"/>
                        </a:buClr>
                        <a:buSzPts val="800"/>
                        <a:buFont typeface="Noto Sans Symbols"/>
                        <a:buChar char="∙"/>
                      </a:pPr>
                      <a:r>
                        <a:rPr lang="en-GB" sz="800">
                          <a:latin typeface="Arial"/>
                          <a:ea typeface="Arial"/>
                          <a:cs typeface="Arial"/>
                          <a:sym typeface="Arial"/>
                        </a:rPr>
                        <a:t>Light perfume or body sprays; avoid overpowering aromas.</a:t>
                      </a:r>
                      <a:endParaRPr sz="700">
                        <a:latin typeface="Calibri"/>
                        <a:ea typeface="Calibri"/>
                        <a:cs typeface="Calibri"/>
                        <a:sym typeface="Calibri"/>
                      </a:endParaRPr>
                    </a:p>
                    <a:p>
                      <a:pPr indent="0" lvl="0" marL="495300" marR="0" rtl="0" algn="l">
                        <a:lnSpc>
                          <a:spcPct val="107000"/>
                        </a:lnSpc>
                        <a:spcBef>
                          <a:spcPts val="1300"/>
                        </a:spcBef>
                        <a:spcAft>
                          <a:spcPts val="0"/>
                        </a:spcAft>
                        <a:buNone/>
                      </a:pPr>
                      <a:r>
                        <a:rPr lang="en-GB" sz="800">
                          <a:latin typeface="Arial"/>
                          <a:ea typeface="Arial"/>
                          <a:cs typeface="Arial"/>
                          <a:sym typeface="Arial"/>
                        </a:rPr>
                        <a:t> </a:t>
                      </a:r>
                      <a:endParaRPr sz="700">
                        <a:latin typeface="Calibri"/>
                        <a:ea typeface="Calibri"/>
                        <a:cs typeface="Calibri"/>
                        <a:sym typeface="Calibri"/>
                      </a:endParaRPr>
                    </a:p>
                  </a:txBody>
                  <a:tcPr marT="0" marB="0" marR="41750" marL="417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pic>
        <p:nvPicPr>
          <p:cNvPr id="325" name="Google Shape;325;p22"/>
          <p:cNvPicPr preferRelativeResize="0"/>
          <p:nvPr/>
        </p:nvPicPr>
        <p:blipFill rotWithShape="1">
          <a:blip r:embed="rId3">
            <a:alphaModFix/>
          </a:blip>
          <a:srcRect b="0" l="0" r="0" t="22462"/>
          <a:stretch/>
        </p:blipFill>
        <p:spPr>
          <a:xfrm>
            <a:off x="294715" y="2056410"/>
            <a:ext cx="2331031" cy="1651604"/>
          </a:xfrm>
          <a:prstGeom prst="rect">
            <a:avLst/>
          </a:prstGeom>
          <a:noFill/>
          <a:ln>
            <a:noFill/>
          </a:ln>
        </p:spPr>
      </p:pic>
      <p:pic>
        <p:nvPicPr>
          <p:cNvPr id="326" name="Google Shape;326;p22"/>
          <p:cNvPicPr preferRelativeResize="0"/>
          <p:nvPr/>
        </p:nvPicPr>
        <p:blipFill rotWithShape="1">
          <a:blip r:embed="rId4">
            <a:alphaModFix/>
          </a:blip>
          <a:srcRect b="0" l="0" r="0" t="0"/>
          <a:stretch/>
        </p:blipFill>
        <p:spPr>
          <a:xfrm>
            <a:off x="265479" y="5585521"/>
            <a:ext cx="2360267" cy="148914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31" name="Shape 331"/>
        <p:cNvGrpSpPr/>
        <p:nvPr/>
      </p:nvGrpSpPr>
      <p:grpSpPr>
        <a:xfrm>
          <a:off x="0" y="0"/>
          <a:ext cx="0" cy="0"/>
          <a:chOff x="0" y="0"/>
          <a:chExt cx="0" cy="0"/>
        </a:xfrm>
      </p:grpSpPr>
      <p:sp>
        <p:nvSpPr>
          <p:cNvPr id="332" name="Google Shape;332;p23"/>
          <p:cNvSpPr/>
          <p:nvPr/>
        </p:nvSpPr>
        <p:spPr>
          <a:xfrm>
            <a:off x="6045092" y="645978"/>
            <a:ext cx="4431000" cy="52491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333" name="Google Shape;333;p23"/>
          <p:cNvSpPr txBox="1"/>
          <p:nvPr/>
        </p:nvSpPr>
        <p:spPr>
          <a:xfrm>
            <a:off x="6201018" y="723703"/>
            <a:ext cx="4119300" cy="29190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p:txBody>
      </p:sp>
      <p:sp>
        <p:nvSpPr>
          <p:cNvPr id="334" name="Google Shape;334;p23"/>
          <p:cNvSpPr txBox="1"/>
          <p:nvPr/>
        </p:nvSpPr>
        <p:spPr>
          <a:xfrm>
            <a:off x="6123912" y="5967523"/>
            <a:ext cx="2097300" cy="1440000"/>
          </a:xfrm>
          <a:prstGeom prst="rect">
            <a:avLst/>
          </a:prstGeom>
          <a:noFill/>
          <a:ln>
            <a:noFill/>
          </a:ln>
        </p:spPr>
        <p:txBody>
          <a:bodyPr anchorCtr="0" anchor="t" bIns="49450" lIns="98950" spcFirstLastPara="1" rIns="98950" wrap="square" tIns="49450">
            <a:noAutofit/>
          </a:bodyPr>
          <a:lstStyle/>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KEY WORDS:</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Career</a:t>
            </a:r>
            <a:endParaRPr b="1" i="0" sz="1100" u="none" cap="none" strike="noStrike">
              <a:solidFill>
                <a:schemeClr val="dk1"/>
              </a:solidFill>
              <a:latin typeface="Comic Sans MS"/>
              <a:ea typeface="Comic Sans MS"/>
              <a:cs typeface="Comic Sans MS"/>
              <a:sym typeface="Comic Sans MS"/>
            </a:endParaRPr>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Job role</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Salary</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Skill set</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Skills</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Attributes</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Job role</a:t>
            </a:r>
            <a:endParaRPr sz="1500"/>
          </a:p>
        </p:txBody>
      </p:sp>
      <p:sp>
        <p:nvSpPr>
          <p:cNvPr id="335" name="Google Shape;335;p23"/>
          <p:cNvSpPr/>
          <p:nvPr/>
        </p:nvSpPr>
        <p:spPr>
          <a:xfrm>
            <a:off x="6045092" y="5974432"/>
            <a:ext cx="2254800" cy="14145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300" u="none" cap="none" strike="noStrike">
              <a:solidFill>
                <a:srgbClr val="FFFFFF"/>
              </a:solidFill>
              <a:latin typeface="Calibri"/>
              <a:ea typeface="Calibri"/>
              <a:cs typeface="Calibri"/>
              <a:sym typeface="Calibri"/>
            </a:endParaRPr>
          </a:p>
        </p:txBody>
      </p:sp>
      <p:sp>
        <p:nvSpPr>
          <p:cNvPr id="336" name="Google Shape;336;p23"/>
          <p:cNvSpPr txBox="1"/>
          <p:nvPr/>
        </p:nvSpPr>
        <p:spPr>
          <a:xfrm>
            <a:off x="8377114" y="5967523"/>
            <a:ext cx="2099100" cy="1941300"/>
          </a:xfrm>
          <a:prstGeom prst="rect">
            <a:avLst/>
          </a:prstGeom>
          <a:noFill/>
          <a:ln>
            <a:noFill/>
          </a:ln>
        </p:spPr>
        <p:txBody>
          <a:bodyPr anchorCtr="0" anchor="t" bIns="49450" lIns="98950" spcFirstLastPara="1" rIns="98950" wrap="square" tIns="49450">
            <a:noAutofit/>
          </a:bodyPr>
          <a:lstStyle/>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ASSESSMENT:</a:t>
            </a:r>
            <a:endParaRPr sz="1500"/>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rgbClr val="000000"/>
              </a:buClr>
              <a:buSzPts val="1100"/>
              <a:buFont typeface="Arial"/>
              <a:buNone/>
            </a:pPr>
            <a:r>
              <a:rPr b="0" i="0" lang="en-GB" sz="1100" u="none" cap="none" strike="noStrike">
                <a:solidFill>
                  <a:srgbClr val="000000"/>
                </a:solidFill>
                <a:latin typeface="Comic Sans MS"/>
                <a:ea typeface="Comic Sans MS"/>
                <a:cs typeface="Comic Sans MS"/>
                <a:sym typeface="Comic Sans MS"/>
              </a:rPr>
              <a:t>How confident are you in this section?</a:t>
            </a:r>
            <a:endParaRPr sz="1500"/>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p:txBody>
      </p:sp>
      <p:sp>
        <p:nvSpPr>
          <p:cNvPr id="337" name="Google Shape;337;p23"/>
          <p:cNvSpPr/>
          <p:nvPr/>
        </p:nvSpPr>
        <p:spPr>
          <a:xfrm>
            <a:off x="8377114" y="5974432"/>
            <a:ext cx="2099100" cy="14094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338" name="Google Shape;338;p23"/>
          <p:cNvSpPr/>
          <p:nvPr/>
        </p:nvSpPr>
        <p:spPr>
          <a:xfrm>
            <a:off x="8533038" y="6836311"/>
            <a:ext cx="233100" cy="238500"/>
          </a:xfrm>
          <a:prstGeom prst="cloudCallout">
            <a:avLst>
              <a:gd fmla="val -52204" name="adj1"/>
              <a:gd fmla="val 76088" name="adj2"/>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Calibri"/>
              <a:ea typeface="Calibri"/>
              <a:cs typeface="Calibri"/>
              <a:sym typeface="Calibri"/>
            </a:endParaRPr>
          </a:p>
        </p:txBody>
      </p:sp>
      <p:sp>
        <p:nvSpPr>
          <p:cNvPr id="339" name="Google Shape;339;p23"/>
          <p:cNvSpPr/>
          <p:nvPr/>
        </p:nvSpPr>
        <p:spPr>
          <a:xfrm>
            <a:off x="215896" y="176176"/>
            <a:ext cx="10181400" cy="3489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340" name="Google Shape;340;p23"/>
          <p:cNvSpPr txBox="1"/>
          <p:nvPr/>
        </p:nvSpPr>
        <p:spPr>
          <a:xfrm>
            <a:off x="371822" y="723703"/>
            <a:ext cx="2020200" cy="3990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341" name="Google Shape;341;p23"/>
          <p:cNvSpPr/>
          <p:nvPr/>
        </p:nvSpPr>
        <p:spPr>
          <a:xfrm>
            <a:off x="215896" y="3074440"/>
            <a:ext cx="2877000" cy="4309500"/>
          </a:xfrm>
          <a:prstGeom prst="roundRect">
            <a:avLst>
              <a:gd fmla="val 509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342" name="Google Shape;342;p23"/>
          <p:cNvSpPr txBox="1"/>
          <p:nvPr/>
        </p:nvSpPr>
        <p:spPr>
          <a:xfrm>
            <a:off x="8843176" y="0"/>
            <a:ext cx="1632900" cy="3990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343" name="Google Shape;343;p23"/>
          <p:cNvSpPr/>
          <p:nvPr/>
        </p:nvSpPr>
        <p:spPr>
          <a:xfrm>
            <a:off x="215896" y="645978"/>
            <a:ext cx="5752200" cy="2273100"/>
          </a:xfrm>
          <a:prstGeom prst="roundRect">
            <a:avLst>
              <a:gd fmla="val 609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344" name="Google Shape;344;p23"/>
          <p:cNvSpPr txBox="1"/>
          <p:nvPr/>
        </p:nvSpPr>
        <p:spPr>
          <a:xfrm>
            <a:off x="215896" y="645978"/>
            <a:ext cx="5596200" cy="7704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What is a career path way?</a:t>
            </a:r>
            <a:endParaRPr sz="1500"/>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How do you progress from a assistant to a manager what would be the pathway?</a:t>
            </a:r>
            <a:endParaRPr sz="1500"/>
          </a:p>
        </p:txBody>
      </p:sp>
      <p:sp>
        <p:nvSpPr>
          <p:cNvPr id="345" name="Google Shape;345;p23"/>
          <p:cNvSpPr txBox="1"/>
          <p:nvPr/>
        </p:nvSpPr>
        <p:spPr>
          <a:xfrm>
            <a:off x="916702" y="176176"/>
            <a:ext cx="8858700" cy="335100"/>
          </a:xfrm>
          <a:prstGeom prst="rect">
            <a:avLst/>
          </a:prstGeom>
          <a:noFill/>
          <a:ln>
            <a:noFill/>
          </a:ln>
        </p:spPr>
        <p:txBody>
          <a:bodyPr anchorCtr="0" anchor="t" bIns="49450" lIns="98950" spcFirstLastPara="1" rIns="98950" wrap="square" tIns="49450">
            <a:noAutofit/>
          </a:bodyPr>
          <a:lstStyle/>
          <a:p>
            <a:pPr indent="0" lvl="0" marL="0" marR="0" rtl="0" algn="ctr">
              <a:spcBef>
                <a:spcPts val="0"/>
              </a:spcBef>
              <a:spcAft>
                <a:spcPts val="0"/>
              </a:spcAft>
              <a:buNone/>
            </a:pPr>
            <a:r>
              <a:rPr b="1" i="0" lang="en-GB" sz="1500" u="none" cap="none" strike="noStrike">
                <a:solidFill>
                  <a:srgbClr val="000000"/>
                </a:solidFill>
                <a:latin typeface="Comic Sans MS"/>
                <a:ea typeface="Comic Sans MS"/>
                <a:cs typeface="Comic Sans MS"/>
                <a:sym typeface="Comic Sans MS"/>
              </a:rPr>
              <a:t>Hair &amp; Beauty REVISION – Careers </a:t>
            </a:r>
            <a:endParaRPr b="1" i="0" sz="1900" u="none" cap="none" strike="noStrike">
              <a:solidFill>
                <a:schemeClr val="dk1"/>
              </a:solidFill>
              <a:latin typeface="Comic Sans MS"/>
              <a:ea typeface="Comic Sans MS"/>
              <a:cs typeface="Comic Sans MS"/>
              <a:sym typeface="Comic Sans MS"/>
            </a:endParaRPr>
          </a:p>
        </p:txBody>
      </p:sp>
      <p:sp>
        <p:nvSpPr>
          <p:cNvPr id="346" name="Google Shape;346;p23"/>
          <p:cNvSpPr txBox="1"/>
          <p:nvPr/>
        </p:nvSpPr>
        <p:spPr>
          <a:xfrm>
            <a:off x="294715" y="3074440"/>
            <a:ext cx="2873400" cy="22764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List all thejob roles in a salon </a:t>
            </a:r>
            <a:endParaRPr sz="1500"/>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p:txBody>
      </p:sp>
      <p:sp>
        <p:nvSpPr>
          <p:cNvPr id="347" name="Google Shape;347;p23"/>
          <p:cNvSpPr txBox="1"/>
          <p:nvPr/>
        </p:nvSpPr>
        <p:spPr>
          <a:xfrm>
            <a:off x="6123912" y="723703"/>
            <a:ext cx="4196400" cy="52905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Describe the job role for each Job title:</a:t>
            </a:r>
            <a:endParaRPr sz="1500"/>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Hairdresser</a:t>
            </a:r>
            <a:endParaRPr sz="1500"/>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Barber</a:t>
            </a:r>
            <a:endParaRPr sz="1500"/>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Spa therapist</a:t>
            </a:r>
            <a:endParaRPr sz="1500"/>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Beauty therapist</a:t>
            </a:r>
            <a:endParaRPr sz="1500"/>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rPr b="0" i="0" lang="en-GB" sz="1100" u="none" cap="none" strike="noStrike">
                <a:solidFill>
                  <a:schemeClr val="dk1"/>
                </a:solidFill>
                <a:latin typeface="Comic Sans MS"/>
                <a:ea typeface="Comic Sans MS"/>
                <a:cs typeface="Comic Sans MS"/>
                <a:sym typeface="Comic Sans MS"/>
              </a:rPr>
              <a:t>Make-up artist</a:t>
            </a:r>
            <a:endParaRPr sz="1500"/>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p:txBody>
      </p:sp>
      <p:sp>
        <p:nvSpPr>
          <p:cNvPr id="348" name="Google Shape;348;p23"/>
          <p:cNvSpPr/>
          <p:nvPr/>
        </p:nvSpPr>
        <p:spPr>
          <a:xfrm>
            <a:off x="3169904" y="3074440"/>
            <a:ext cx="2799900" cy="4309500"/>
          </a:xfrm>
          <a:prstGeom prst="roundRect">
            <a:avLst>
              <a:gd fmla="val 509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349" name="Google Shape;349;p23"/>
          <p:cNvSpPr txBox="1"/>
          <p:nvPr/>
        </p:nvSpPr>
        <p:spPr>
          <a:xfrm>
            <a:off x="3325829" y="3129711"/>
            <a:ext cx="2369700" cy="6027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Explain the differences between being self-employed and contracted employment</a:t>
            </a:r>
            <a:endParaRPr sz="15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54" name="Shape 354"/>
        <p:cNvGrpSpPr/>
        <p:nvPr/>
      </p:nvGrpSpPr>
      <p:grpSpPr>
        <a:xfrm>
          <a:off x="0" y="0"/>
          <a:ext cx="0" cy="0"/>
          <a:chOff x="0" y="0"/>
          <a:chExt cx="0" cy="0"/>
        </a:xfrm>
      </p:grpSpPr>
      <p:sp>
        <p:nvSpPr>
          <p:cNvPr id="355" name="Google Shape;355;p24"/>
          <p:cNvSpPr/>
          <p:nvPr/>
        </p:nvSpPr>
        <p:spPr>
          <a:xfrm>
            <a:off x="6123912" y="645979"/>
            <a:ext cx="4352100" cy="24285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356" name="Google Shape;356;p24"/>
          <p:cNvSpPr txBox="1"/>
          <p:nvPr/>
        </p:nvSpPr>
        <p:spPr>
          <a:xfrm>
            <a:off x="6123912" y="5967523"/>
            <a:ext cx="2097300" cy="1272600"/>
          </a:xfrm>
          <a:prstGeom prst="rect">
            <a:avLst/>
          </a:prstGeom>
          <a:noFill/>
          <a:ln>
            <a:noFill/>
          </a:ln>
        </p:spPr>
        <p:txBody>
          <a:bodyPr anchorCtr="0" anchor="t" bIns="49450" lIns="98950" spcFirstLastPara="1" rIns="98950" wrap="square" tIns="49450">
            <a:noAutofit/>
          </a:bodyPr>
          <a:lstStyle/>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KEY WORDS:</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Career</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Related</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Linked</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Industries</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Aesthetic</a:t>
            </a:r>
            <a:endParaRPr sz="1500"/>
          </a:p>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Nurse</a:t>
            </a:r>
            <a:endParaRPr b="1" i="0" sz="1100" u="none" cap="none" strike="noStrike">
              <a:solidFill>
                <a:schemeClr val="dk1"/>
              </a:solidFill>
              <a:latin typeface="Comic Sans MS"/>
              <a:ea typeface="Comic Sans MS"/>
              <a:cs typeface="Comic Sans MS"/>
              <a:sym typeface="Comic Sans MS"/>
            </a:endParaRPr>
          </a:p>
        </p:txBody>
      </p:sp>
      <p:sp>
        <p:nvSpPr>
          <p:cNvPr id="357" name="Google Shape;357;p24"/>
          <p:cNvSpPr/>
          <p:nvPr/>
        </p:nvSpPr>
        <p:spPr>
          <a:xfrm>
            <a:off x="6045092" y="5974432"/>
            <a:ext cx="2254800" cy="14145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300" u="none" cap="none" strike="noStrike">
              <a:solidFill>
                <a:srgbClr val="FFFFFF"/>
              </a:solidFill>
              <a:latin typeface="Calibri"/>
              <a:ea typeface="Calibri"/>
              <a:cs typeface="Calibri"/>
              <a:sym typeface="Calibri"/>
            </a:endParaRPr>
          </a:p>
        </p:txBody>
      </p:sp>
      <p:sp>
        <p:nvSpPr>
          <p:cNvPr id="358" name="Google Shape;358;p24"/>
          <p:cNvSpPr txBox="1"/>
          <p:nvPr/>
        </p:nvSpPr>
        <p:spPr>
          <a:xfrm>
            <a:off x="8377114" y="5967523"/>
            <a:ext cx="2099100" cy="1941300"/>
          </a:xfrm>
          <a:prstGeom prst="rect">
            <a:avLst/>
          </a:prstGeom>
          <a:noFill/>
          <a:ln>
            <a:noFill/>
          </a:ln>
        </p:spPr>
        <p:txBody>
          <a:bodyPr anchorCtr="0" anchor="t" bIns="49450" lIns="98950" spcFirstLastPara="1" rIns="98950" wrap="square" tIns="49450">
            <a:noAutofit/>
          </a:bodyPr>
          <a:lstStyle/>
          <a:p>
            <a:pPr indent="0" lvl="0" marL="0" marR="0" rtl="0" algn="ctr">
              <a:spcBef>
                <a:spcPts val="0"/>
              </a:spcBef>
              <a:spcAft>
                <a:spcPts val="0"/>
              </a:spcAft>
              <a:buClr>
                <a:schemeClr val="dk1"/>
              </a:buClr>
              <a:buSzPts val="1100"/>
              <a:buFont typeface="Arial"/>
              <a:buNone/>
            </a:pPr>
            <a:r>
              <a:rPr b="1" i="0" lang="en-GB" sz="1100" u="none" cap="none" strike="noStrike">
                <a:solidFill>
                  <a:schemeClr val="dk1"/>
                </a:solidFill>
                <a:latin typeface="Comic Sans MS"/>
                <a:ea typeface="Comic Sans MS"/>
                <a:cs typeface="Comic Sans MS"/>
                <a:sym typeface="Comic Sans MS"/>
              </a:rPr>
              <a:t>ASSESSMENT:</a:t>
            </a:r>
            <a:endParaRPr sz="1500"/>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rgbClr val="000000"/>
              </a:buClr>
              <a:buSzPts val="1100"/>
              <a:buFont typeface="Arial"/>
              <a:buNone/>
            </a:pPr>
            <a:r>
              <a:rPr b="0" i="0" lang="en-GB" sz="1100" u="none" cap="none" strike="noStrike">
                <a:solidFill>
                  <a:srgbClr val="000000"/>
                </a:solidFill>
                <a:latin typeface="Comic Sans MS"/>
                <a:ea typeface="Comic Sans MS"/>
                <a:cs typeface="Comic Sans MS"/>
                <a:sym typeface="Comic Sans MS"/>
              </a:rPr>
              <a:t>How confident are you in this section?</a:t>
            </a:r>
            <a:endParaRPr sz="1500"/>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p:txBody>
      </p:sp>
      <p:sp>
        <p:nvSpPr>
          <p:cNvPr id="359" name="Google Shape;359;p24"/>
          <p:cNvSpPr/>
          <p:nvPr/>
        </p:nvSpPr>
        <p:spPr>
          <a:xfrm>
            <a:off x="8377114" y="5974432"/>
            <a:ext cx="2099100" cy="14094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360" name="Google Shape;360;p24"/>
          <p:cNvSpPr/>
          <p:nvPr/>
        </p:nvSpPr>
        <p:spPr>
          <a:xfrm>
            <a:off x="8533038" y="6836311"/>
            <a:ext cx="233100" cy="238500"/>
          </a:xfrm>
          <a:prstGeom prst="cloudCallout">
            <a:avLst>
              <a:gd fmla="val -52204" name="adj1"/>
              <a:gd fmla="val 76088" name="adj2"/>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Calibri"/>
              <a:ea typeface="Calibri"/>
              <a:cs typeface="Calibri"/>
              <a:sym typeface="Calibri"/>
            </a:endParaRPr>
          </a:p>
        </p:txBody>
      </p:sp>
      <p:sp>
        <p:nvSpPr>
          <p:cNvPr id="361" name="Google Shape;361;p24"/>
          <p:cNvSpPr/>
          <p:nvPr/>
        </p:nvSpPr>
        <p:spPr>
          <a:xfrm>
            <a:off x="215896" y="176176"/>
            <a:ext cx="10181400" cy="3489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362" name="Google Shape;362;p24"/>
          <p:cNvSpPr txBox="1"/>
          <p:nvPr/>
        </p:nvSpPr>
        <p:spPr>
          <a:xfrm>
            <a:off x="371822" y="723703"/>
            <a:ext cx="2020200" cy="3990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363" name="Google Shape;363;p24"/>
          <p:cNvSpPr/>
          <p:nvPr/>
        </p:nvSpPr>
        <p:spPr>
          <a:xfrm>
            <a:off x="215896" y="3074441"/>
            <a:ext cx="5596200" cy="2154600"/>
          </a:xfrm>
          <a:prstGeom prst="roundRect">
            <a:avLst>
              <a:gd fmla="val 509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364" name="Google Shape;364;p24"/>
          <p:cNvSpPr txBox="1"/>
          <p:nvPr/>
        </p:nvSpPr>
        <p:spPr>
          <a:xfrm>
            <a:off x="8843176" y="0"/>
            <a:ext cx="1632900" cy="3990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365" name="Google Shape;365;p24"/>
          <p:cNvSpPr/>
          <p:nvPr/>
        </p:nvSpPr>
        <p:spPr>
          <a:xfrm>
            <a:off x="215896" y="645978"/>
            <a:ext cx="5596200" cy="2273100"/>
          </a:xfrm>
          <a:prstGeom prst="roundRect">
            <a:avLst>
              <a:gd fmla="val 609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366" name="Google Shape;366;p24"/>
          <p:cNvSpPr txBox="1"/>
          <p:nvPr/>
        </p:nvSpPr>
        <p:spPr>
          <a:xfrm>
            <a:off x="215896" y="645978"/>
            <a:ext cx="5596200" cy="2679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List the related industries</a:t>
            </a:r>
            <a:endParaRPr b="0" i="0" sz="1100" u="none" cap="none" strike="noStrike">
              <a:solidFill>
                <a:schemeClr val="dk1"/>
              </a:solidFill>
              <a:latin typeface="Comic Sans MS"/>
              <a:ea typeface="Comic Sans MS"/>
              <a:cs typeface="Comic Sans MS"/>
              <a:sym typeface="Comic Sans MS"/>
            </a:endParaRPr>
          </a:p>
        </p:txBody>
      </p:sp>
      <p:sp>
        <p:nvSpPr>
          <p:cNvPr id="367" name="Google Shape;367;p24"/>
          <p:cNvSpPr txBox="1"/>
          <p:nvPr/>
        </p:nvSpPr>
        <p:spPr>
          <a:xfrm>
            <a:off x="916702" y="176176"/>
            <a:ext cx="8858700" cy="335100"/>
          </a:xfrm>
          <a:prstGeom prst="rect">
            <a:avLst/>
          </a:prstGeom>
          <a:noFill/>
          <a:ln>
            <a:noFill/>
          </a:ln>
        </p:spPr>
        <p:txBody>
          <a:bodyPr anchorCtr="0" anchor="t" bIns="49450" lIns="98950" spcFirstLastPara="1" rIns="98950" wrap="square" tIns="49450">
            <a:noAutofit/>
          </a:bodyPr>
          <a:lstStyle/>
          <a:p>
            <a:pPr indent="0" lvl="0" marL="0" marR="0" rtl="0" algn="ctr">
              <a:spcBef>
                <a:spcPts val="0"/>
              </a:spcBef>
              <a:spcAft>
                <a:spcPts val="0"/>
              </a:spcAft>
              <a:buNone/>
            </a:pPr>
            <a:r>
              <a:rPr b="1" i="0" lang="en-GB" sz="1500" u="none" cap="none" strike="noStrike">
                <a:solidFill>
                  <a:srgbClr val="000000"/>
                </a:solidFill>
                <a:latin typeface="Comic Sans MS"/>
                <a:ea typeface="Comic Sans MS"/>
                <a:cs typeface="Comic Sans MS"/>
                <a:sym typeface="Comic Sans MS"/>
              </a:rPr>
              <a:t>Hair &amp; Beauty REVISION – Careers in related industries </a:t>
            </a:r>
            <a:endParaRPr b="1" i="0" sz="1900" u="none" cap="none" strike="noStrike">
              <a:solidFill>
                <a:schemeClr val="dk1"/>
              </a:solidFill>
              <a:latin typeface="Comic Sans MS"/>
              <a:ea typeface="Comic Sans MS"/>
              <a:cs typeface="Comic Sans MS"/>
              <a:sym typeface="Comic Sans MS"/>
            </a:endParaRPr>
          </a:p>
        </p:txBody>
      </p:sp>
      <p:sp>
        <p:nvSpPr>
          <p:cNvPr id="368" name="Google Shape;368;p24"/>
          <p:cNvSpPr txBox="1"/>
          <p:nvPr/>
        </p:nvSpPr>
        <p:spPr>
          <a:xfrm>
            <a:off x="294715" y="3074440"/>
            <a:ext cx="5517300" cy="22770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List the jobs you can have in leisure and tourism</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p:txBody>
      </p:sp>
      <p:sp>
        <p:nvSpPr>
          <p:cNvPr id="369" name="Google Shape;369;p24"/>
          <p:cNvSpPr txBox="1"/>
          <p:nvPr/>
        </p:nvSpPr>
        <p:spPr>
          <a:xfrm>
            <a:off x="6123912" y="723703"/>
            <a:ext cx="4196400" cy="9711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0" i="0" lang="en-GB" sz="1200" u="none" cap="none" strike="noStrike">
                <a:solidFill>
                  <a:schemeClr val="dk1"/>
                </a:solidFill>
                <a:latin typeface="Comic Sans MS"/>
                <a:ea typeface="Comic Sans MS"/>
                <a:cs typeface="Comic Sans MS"/>
                <a:sym typeface="Comic Sans MS"/>
              </a:rPr>
              <a:t>List job opportunities in education and training, linked to the hair and beauty sector</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b="0" i="0" sz="1100" u="none" cap="none" strike="noStrike">
              <a:solidFill>
                <a:schemeClr val="dk1"/>
              </a:solidFill>
              <a:latin typeface="Comic Sans MS"/>
              <a:ea typeface="Comic Sans MS"/>
              <a:cs typeface="Comic Sans MS"/>
              <a:sym typeface="Comic Sans MS"/>
            </a:endParaRPr>
          </a:p>
        </p:txBody>
      </p:sp>
      <p:sp>
        <p:nvSpPr>
          <p:cNvPr id="370" name="Google Shape;370;p24"/>
          <p:cNvSpPr/>
          <p:nvPr/>
        </p:nvSpPr>
        <p:spPr>
          <a:xfrm>
            <a:off x="215896" y="5425259"/>
            <a:ext cx="5596200" cy="1958700"/>
          </a:xfrm>
          <a:prstGeom prst="roundRect">
            <a:avLst>
              <a:gd fmla="val 509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l">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371" name="Google Shape;371;p24"/>
          <p:cNvSpPr txBox="1"/>
          <p:nvPr/>
        </p:nvSpPr>
        <p:spPr>
          <a:xfrm>
            <a:off x="294715" y="5518944"/>
            <a:ext cx="5517300" cy="2679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0" i="0" lang="en-GB" sz="1100" u="none" cap="none" strike="noStrike">
                <a:solidFill>
                  <a:schemeClr val="dk1"/>
                </a:solidFill>
                <a:latin typeface="Comic Sans MS"/>
                <a:ea typeface="Comic Sans MS"/>
                <a:cs typeface="Comic Sans MS"/>
                <a:sym typeface="Comic Sans MS"/>
              </a:rPr>
              <a:t>List the job roles in fashion, theatre and media</a:t>
            </a:r>
            <a:endParaRPr b="0" i="0" sz="1100" u="none" cap="none" strike="noStrike">
              <a:solidFill>
                <a:schemeClr val="dk1"/>
              </a:solidFill>
              <a:latin typeface="Comic Sans MS"/>
              <a:ea typeface="Comic Sans MS"/>
              <a:cs typeface="Comic Sans MS"/>
              <a:sym typeface="Comic Sans MS"/>
            </a:endParaRPr>
          </a:p>
        </p:txBody>
      </p:sp>
      <p:sp>
        <p:nvSpPr>
          <p:cNvPr id="372" name="Google Shape;372;p24"/>
          <p:cNvSpPr/>
          <p:nvPr/>
        </p:nvSpPr>
        <p:spPr>
          <a:xfrm>
            <a:off x="6123912" y="3231590"/>
            <a:ext cx="4373400" cy="25794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373" name="Google Shape;373;p24"/>
          <p:cNvSpPr txBox="1"/>
          <p:nvPr/>
        </p:nvSpPr>
        <p:spPr>
          <a:xfrm>
            <a:off x="6251303" y="3309935"/>
            <a:ext cx="4118700" cy="4689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0" i="0" lang="en-GB" sz="1200" u="none" cap="none" strike="noStrike">
                <a:solidFill>
                  <a:schemeClr val="dk1"/>
                </a:solidFill>
                <a:latin typeface="Comic Sans MS"/>
                <a:ea typeface="Comic Sans MS"/>
                <a:cs typeface="Comic Sans MS"/>
                <a:sym typeface="Comic Sans MS"/>
              </a:rPr>
              <a:t>What is an aesthetic nurse? List the type of treatments they would carry out</a:t>
            </a:r>
            <a:endParaRPr sz="15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78" name="Shape 378"/>
        <p:cNvGrpSpPr/>
        <p:nvPr/>
      </p:nvGrpSpPr>
      <p:grpSpPr>
        <a:xfrm>
          <a:off x="0" y="0"/>
          <a:ext cx="0" cy="0"/>
          <a:chOff x="0" y="0"/>
          <a:chExt cx="0" cy="0"/>
        </a:xfrm>
      </p:grpSpPr>
      <p:sp>
        <p:nvSpPr>
          <p:cNvPr id="379" name="Google Shape;379;p25"/>
          <p:cNvSpPr/>
          <p:nvPr/>
        </p:nvSpPr>
        <p:spPr>
          <a:xfrm>
            <a:off x="6045092" y="645978"/>
            <a:ext cx="4431000" cy="52491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sz="1900">
              <a:solidFill>
                <a:schemeClr val="lt1"/>
              </a:solidFill>
              <a:latin typeface="Arial"/>
              <a:ea typeface="Arial"/>
              <a:cs typeface="Arial"/>
              <a:sym typeface="Arial"/>
            </a:endParaRPr>
          </a:p>
        </p:txBody>
      </p:sp>
      <p:sp>
        <p:nvSpPr>
          <p:cNvPr id="380" name="Google Shape;380;p25"/>
          <p:cNvSpPr txBox="1"/>
          <p:nvPr/>
        </p:nvSpPr>
        <p:spPr>
          <a:xfrm>
            <a:off x="6201018" y="723703"/>
            <a:ext cx="4119300" cy="29190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Clr>
                <a:schemeClr val="dk1"/>
              </a:buClr>
              <a:buSzPts val="1100"/>
              <a:buFont typeface="Arial"/>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sz="1100">
              <a:solidFill>
                <a:schemeClr val="dk1"/>
              </a:solidFill>
              <a:latin typeface="Comic Sans MS"/>
              <a:ea typeface="Comic Sans MS"/>
              <a:cs typeface="Comic Sans MS"/>
              <a:sym typeface="Comic Sans MS"/>
            </a:endParaRPr>
          </a:p>
        </p:txBody>
      </p:sp>
      <p:sp>
        <p:nvSpPr>
          <p:cNvPr id="381" name="Google Shape;381;p25"/>
          <p:cNvSpPr txBox="1"/>
          <p:nvPr/>
        </p:nvSpPr>
        <p:spPr>
          <a:xfrm>
            <a:off x="6123912" y="5967523"/>
            <a:ext cx="2097300" cy="1440000"/>
          </a:xfrm>
          <a:prstGeom prst="rect">
            <a:avLst/>
          </a:prstGeom>
          <a:noFill/>
          <a:ln>
            <a:noFill/>
          </a:ln>
        </p:spPr>
        <p:txBody>
          <a:bodyPr anchorCtr="0" anchor="t" bIns="49450" lIns="98950" spcFirstLastPara="1" rIns="98950" wrap="square" tIns="49450">
            <a:noAutofit/>
          </a:bodyPr>
          <a:lstStyle/>
          <a:p>
            <a:pPr indent="0" lvl="0" marL="0" marR="0" rtl="0" algn="ctr">
              <a:spcBef>
                <a:spcPts val="0"/>
              </a:spcBef>
              <a:spcAft>
                <a:spcPts val="0"/>
              </a:spcAft>
              <a:buClr>
                <a:schemeClr val="dk1"/>
              </a:buClr>
              <a:buSzPts val="1100"/>
              <a:buFont typeface="Arial"/>
              <a:buNone/>
            </a:pPr>
            <a:r>
              <a:rPr b="1" lang="en-GB" sz="1100">
                <a:solidFill>
                  <a:schemeClr val="dk1"/>
                </a:solidFill>
                <a:latin typeface="Comic Sans MS"/>
                <a:ea typeface="Comic Sans MS"/>
                <a:cs typeface="Comic Sans MS"/>
                <a:sym typeface="Comic Sans MS"/>
              </a:rPr>
              <a:t>KEY WORDS:</a:t>
            </a:r>
            <a:endParaRPr sz="1500"/>
          </a:p>
          <a:p>
            <a:pPr indent="0" lvl="0" marL="0" marR="0" rtl="0" algn="ctr">
              <a:spcBef>
                <a:spcPts val="0"/>
              </a:spcBef>
              <a:spcAft>
                <a:spcPts val="0"/>
              </a:spcAft>
              <a:buClr>
                <a:schemeClr val="dk1"/>
              </a:buClr>
              <a:buSzPts val="1100"/>
              <a:buFont typeface="Arial"/>
              <a:buNone/>
            </a:pPr>
            <a:r>
              <a:rPr b="1" lang="en-GB" sz="1100">
                <a:solidFill>
                  <a:schemeClr val="dk1"/>
                </a:solidFill>
                <a:latin typeface="Comic Sans MS"/>
                <a:ea typeface="Comic Sans MS"/>
                <a:cs typeface="Comic Sans MS"/>
                <a:sym typeface="Comic Sans MS"/>
              </a:rPr>
              <a:t>Vocation</a:t>
            </a:r>
            <a:endParaRPr sz="1500"/>
          </a:p>
          <a:p>
            <a:pPr indent="0" lvl="0" marL="0" marR="0" rtl="0" algn="ctr">
              <a:spcBef>
                <a:spcPts val="0"/>
              </a:spcBef>
              <a:spcAft>
                <a:spcPts val="0"/>
              </a:spcAft>
              <a:buClr>
                <a:schemeClr val="dk1"/>
              </a:buClr>
              <a:buSzPts val="1100"/>
              <a:buFont typeface="Arial"/>
              <a:buNone/>
            </a:pPr>
            <a:r>
              <a:rPr b="1" lang="en-GB" sz="1100">
                <a:solidFill>
                  <a:schemeClr val="dk1"/>
                </a:solidFill>
                <a:latin typeface="Comic Sans MS"/>
                <a:ea typeface="Comic Sans MS"/>
                <a:cs typeface="Comic Sans MS"/>
                <a:sym typeface="Comic Sans MS"/>
              </a:rPr>
              <a:t>NVQ</a:t>
            </a:r>
            <a:endParaRPr sz="1500"/>
          </a:p>
          <a:p>
            <a:pPr indent="0" lvl="0" marL="0" marR="0" rtl="0" algn="ctr">
              <a:spcBef>
                <a:spcPts val="0"/>
              </a:spcBef>
              <a:spcAft>
                <a:spcPts val="0"/>
              </a:spcAft>
              <a:buClr>
                <a:schemeClr val="dk1"/>
              </a:buClr>
              <a:buSzPts val="1100"/>
              <a:buFont typeface="Arial"/>
              <a:buNone/>
            </a:pPr>
            <a:r>
              <a:rPr b="1" lang="en-GB" sz="1100">
                <a:solidFill>
                  <a:schemeClr val="dk1"/>
                </a:solidFill>
                <a:latin typeface="Comic Sans MS"/>
                <a:ea typeface="Comic Sans MS"/>
                <a:cs typeface="Comic Sans MS"/>
                <a:sym typeface="Comic Sans MS"/>
              </a:rPr>
              <a:t>SVQ</a:t>
            </a:r>
            <a:endParaRPr sz="1500"/>
          </a:p>
          <a:p>
            <a:pPr indent="0" lvl="0" marL="0" marR="0" rtl="0" algn="ctr">
              <a:spcBef>
                <a:spcPts val="0"/>
              </a:spcBef>
              <a:spcAft>
                <a:spcPts val="0"/>
              </a:spcAft>
              <a:buClr>
                <a:schemeClr val="dk1"/>
              </a:buClr>
              <a:buSzPts val="1100"/>
              <a:buFont typeface="Arial"/>
              <a:buNone/>
            </a:pPr>
            <a:r>
              <a:rPr b="1" lang="en-GB" sz="1100">
                <a:solidFill>
                  <a:schemeClr val="dk1"/>
                </a:solidFill>
                <a:latin typeface="Comic Sans MS"/>
                <a:ea typeface="Comic Sans MS"/>
                <a:cs typeface="Comic Sans MS"/>
                <a:sym typeface="Comic Sans MS"/>
              </a:rPr>
              <a:t>Academic</a:t>
            </a:r>
            <a:endParaRPr b="1" sz="1100">
              <a:solidFill>
                <a:schemeClr val="dk1"/>
              </a:solidFill>
              <a:latin typeface="Comic Sans MS"/>
              <a:ea typeface="Comic Sans MS"/>
              <a:cs typeface="Comic Sans MS"/>
              <a:sym typeface="Comic Sans MS"/>
            </a:endParaRPr>
          </a:p>
          <a:p>
            <a:pPr indent="0" lvl="0" marL="0" marR="0" rtl="0" algn="ctr">
              <a:spcBef>
                <a:spcPts val="0"/>
              </a:spcBef>
              <a:spcAft>
                <a:spcPts val="0"/>
              </a:spcAft>
              <a:buClr>
                <a:schemeClr val="dk1"/>
              </a:buClr>
              <a:buSzPts val="1100"/>
              <a:buFont typeface="Arial"/>
              <a:buNone/>
            </a:pPr>
            <a:r>
              <a:rPr b="1" lang="en-GB" sz="1100">
                <a:solidFill>
                  <a:schemeClr val="dk1"/>
                </a:solidFill>
                <a:latin typeface="Comic Sans MS"/>
                <a:ea typeface="Comic Sans MS"/>
                <a:cs typeface="Comic Sans MS"/>
                <a:sym typeface="Comic Sans MS"/>
              </a:rPr>
              <a:t>Bachelors</a:t>
            </a:r>
            <a:endParaRPr b="1" sz="1100">
              <a:solidFill>
                <a:schemeClr val="dk1"/>
              </a:solidFill>
              <a:latin typeface="Comic Sans MS"/>
              <a:ea typeface="Comic Sans MS"/>
              <a:cs typeface="Comic Sans MS"/>
              <a:sym typeface="Comic Sans MS"/>
            </a:endParaRPr>
          </a:p>
          <a:p>
            <a:pPr indent="0" lvl="0" marL="0" marR="0" rtl="0" algn="ctr">
              <a:spcBef>
                <a:spcPts val="0"/>
              </a:spcBef>
              <a:spcAft>
                <a:spcPts val="0"/>
              </a:spcAft>
              <a:buClr>
                <a:schemeClr val="dk1"/>
              </a:buClr>
              <a:buSzPts val="1100"/>
              <a:buFont typeface="Arial"/>
              <a:buNone/>
            </a:pPr>
            <a:r>
              <a:rPr b="1" lang="en-GB" sz="1100">
                <a:solidFill>
                  <a:schemeClr val="dk1"/>
                </a:solidFill>
                <a:latin typeface="Comic Sans MS"/>
                <a:ea typeface="Comic Sans MS"/>
                <a:cs typeface="Comic Sans MS"/>
                <a:sym typeface="Comic Sans MS"/>
              </a:rPr>
              <a:t>Industrial</a:t>
            </a:r>
            <a:endParaRPr sz="1500"/>
          </a:p>
          <a:p>
            <a:pPr indent="0" lvl="0" marL="0" marR="0" rtl="0" algn="ctr">
              <a:spcBef>
                <a:spcPts val="0"/>
              </a:spcBef>
              <a:spcAft>
                <a:spcPts val="0"/>
              </a:spcAft>
              <a:buClr>
                <a:schemeClr val="dk1"/>
              </a:buClr>
              <a:buSzPts val="1100"/>
              <a:buFont typeface="Arial"/>
              <a:buNone/>
            </a:pPr>
            <a:r>
              <a:rPr b="1" lang="en-GB" sz="1100">
                <a:solidFill>
                  <a:schemeClr val="dk1"/>
                </a:solidFill>
                <a:latin typeface="Comic Sans MS"/>
                <a:ea typeface="Comic Sans MS"/>
                <a:cs typeface="Comic Sans MS"/>
                <a:sym typeface="Comic Sans MS"/>
              </a:rPr>
              <a:t>Masters</a:t>
            </a:r>
            <a:endParaRPr b="1" sz="1100">
              <a:solidFill>
                <a:schemeClr val="dk1"/>
              </a:solidFill>
              <a:latin typeface="Comic Sans MS"/>
              <a:ea typeface="Comic Sans MS"/>
              <a:cs typeface="Comic Sans MS"/>
              <a:sym typeface="Comic Sans MS"/>
            </a:endParaRPr>
          </a:p>
        </p:txBody>
      </p:sp>
      <p:sp>
        <p:nvSpPr>
          <p:cNvPr id="382" name="Google Shape;382;p25"/>
          <p:cNvSpPr/>
          <p:nvPr/>
        </p:nvSpPr>
        <p:spPr>
          <a:xfrm>
            <a:off x="6045092" y="5974432"/>
            <a:ext cx="2254800" cy="14145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sz="1300">
              <a:solidFill>
                <a:srgbClr val="FFFFFF"/>
              </a:solidFill>
              <a:latin typeface="Calibri"/>
              <a:ea typeface="Calibri"/>
              <a:cs typeface="Calibri"/>
              <a:sym typeface="Calibri"/>
            </a:endParaRPr>
          </a:p>
        </p:txBody>
      </p:sp>
      <p:sp>
        <p:nvSpPr>
          <p:cNvPr id="383" name="Google Shape;383;p25"/>
          <p:cNvSpPr txBox="1"/>
          <p:nvPr/>
        </p:nvSpPr>
        <p:spPr>
          <a:xfrm>
            <a:off x="8377114" y="5967523"/>
            <a:ext cx="2099100" cy="1941300"/>
          </a:xfrm>
          <a:prstGeom prst="rect">
            <a:avLst/>
          </a:prstGeom>
          <a:noFill/>
          <a:ln>
            <a:noFill/>
          </a:ln>
        </p:spPr>
        <p:txBody>
          <a:bodyPr anchorCtr="0" anchor="t" bIns="49450" lIns="98950" spcFirstLastPara="1" rIns="98950" wrap="square" tIns="49450">
            <a:noAutofit/>
          </a:bodyPr>
          <a:lstStyle/>
          <a:p>
            <a:pPr indent="0" lvl="0" marL="0" marR="0" rtl="0" algn="ctr">
              <a:spcBef>
                <a:spcPts val="0"/>
              </a:spcBef>
              <a:spcAft>
                <a:spcPts val="0"/>
              </a:spcAft>
              <a:buClr>
                <a:schemeClr val="dk1"/>
              </a:buClr>
              <a:buSzPts val="1100"/>
              <a:buFont typeface="Arial"/>
              <a:buNone/>
            </a:pPr>
            <a:r>
              <a:rPr b="1" lang="en-GB" sz="1100">
                <a:solidFill>
                  <a:schemeClr val="dk1"/>
                </a:solidFill>
                <a:latin typeface="Comic Sans MS"/>
                <a:ea typeface="Comic Sans MS"/>
                <a:cs typeface="Comic Sans MS"/>
                <a:sym typeface="Comic Sans MS"/>
              </a:rPr>
              <a:t>ASSESSMENT:</a:t>
            </a:r>
            <a:endParaRPr sz="1500"/>
          </a:p>
          <a:p>
            <a:pPr indent="0" lvl="0" marL="0" marR="0" rtl="0" algn="l">
              <a:spcBef>
                <a:spcPts val="0"/>
              </a:spcBef>
              <a:spcAft>
                <a:spcPts val="0"/>
              </a:spcAft>
              <a:buClr>
                <a:schemeClr val="dk1"/>
              </a:buClr>
              <a:buSzPts val="1100"/>
              <a:buFont typeface="Arial"/>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Clr>
                <a:srgbClr val="000000"/>
              </a:buClr>
              <a:buSzPts val="1100"/>
              <a:buFont typeface="Arial"/>
              <a:buNone/>
            </a:pPr>
            <a:r>
              <a:rPr lang="en-GB" sz="1100">
                <a:solidFill>
                  <a:srgbClr val="000000"/>
                </a:solidFill>
                <a:latin typeface="Comic Sans MS"/>
                <a:ea typeface="Comic Sans MS"/>
                <a:cs typeface="Comic Sans MS"/>
                <a:sym typeface="Comic Sans MS"/>
              </a:rPr>
              <a:t>How confident are you in this section?</a:t>
            </a:r>
            <a:endParaRPr sz="1500"/>
          </a:p>
          <a:p>
            <a:pPr indent="0" lvl="0" marL="0" marR="0" rtl="0" algn="l">
              <a:spcBef>
                <a:spcPts val="0"/>
              </a:spcBef>
              <a:spcAft>
                <a:spcPts val="0"/>
              </a:spcAft>
              <a:buClr>
                <a:schemeClr val="dk1"/>
              </a:buClr>
              <a:buSzPts val="1100"/>
              <a:buFont typeface="Arial"/>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sz="1100">
              <a:solidFill>
                <a:schemeClr val="dk1"/>
              </a:solidFill>
              <a:latin typeface="Comic Sans MS"/>
              <a:ea typeface="Comic Sans MS"/>
              <a:cs typeface="Comic Sans MS"/>
              <a:sym typeface="Comic Sans MS"/>
            </a:endParaRPr>
          </a:p>
        </p:txBody>
      </p:sp>
      <p:sp>
        <p:nvSpPr>
          <p:cNvPr id="384" name="Google Shape;384;p25"/>
          <p:cNvSpPr/>
          <p:nvPr/>
        </p:nvSpPr>
        <p:spPr>
          <a:xfrm>
            <a:off x="8377114" y="5974432"/>
            <a:ext cx="2099100" cy="14094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sz="1900">
              <a:solidFill>
                <a:schemeClr val="lt1"/>
              </a:solidFill>
              <a:latin typeface="Arial"/>
              <a:ea typeface="Arial"/>
              <a:cs typeface="Arial"/>
              <a:sym typeface="Arial"/>
            </a:endParaRPr>
          </a:p>
        </p:txBody>
      </p:sp>
      <p:sp>
        <p:nvSpPr>
          <p:cNvPr id="385" name="Google Shape;385;p25"/>
          <p:cNvSpPr/>
          <p:nvPr/>
        </p:nvSpPr>
        <p:spPr>
          <a:xfrm>
            <a:off x="8533038" y="6836311"/>
            <a:ext cx="233100" cy="238500"/>
          </a:xfrm>
          <a:prstGeom prst="cloudCallout">
            <a:avLst>
              <a:gd fmla="val -52204" name="adj1"/>
              <a:gd fmla="val 76088" name="adj2"/>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sz="1900">
              <a:solidFill>
                <a:schemeClr val="lt1"/>
              </a:solidFill>
              <a:latin typeface="Calibri"/>
              <a:ea typeface="Calibri"/>
              <a:cs typeface="Calibri"/>
              <a:sym typeface="Calibri"/>
            </a:endParaRPr>
          </a:p>
        </p:txBody>
      </p:sp>
      <p:sp>
        <p:nvSpPr>
          <p:cNvPr id="386" name="Google Shape;386;p25"/>
          <p:cNvSpPr/>
          <p:nvPr/>
        </p:nvSpPr>
        <p:spPr>
          <a:xfrm>
            <a:off x="215896" y="176176"/>
            <a:ext cx="10181400" cy="3489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sz="1900">
              <a:solidFill>
                <a:schemeClr val="lt1"/>
              </a:solidFill>
              <a:latin typeface="Arial"/>
              <a:ea typeface="Arial"/>
              <a:cs typeface="Arial"/>
              <a:sym typeface="Arial"/>
            </a:endParaRPr>
          </a:p>
        </p:txBody>
      </p:sp>
      <p:sp>
        <p:nvSpPr>
          <p:cNvPr id="387" name="Google Shape;387;p25"/>
          <p:cNvSpPr txBox="1"/>
          <p:nvPr/>
        </p:nvSpPr>
        <p:spPr>
          <a:xfrm>
            <a:off x="371822" y="723703"/>
            <a:ext cx="2020200" cy="3990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t/>
            </a:r>
            <a:endParaRPr sz="1900">
              <a:solidFill>
                <a:schemeClr val="dk1"/>
              </a:solidFill>
              <a:latin typeface="Arial"/>
              <a:ea typeface="Arial"/>
              <a:cs typeface="Arial"/>
              <a:sym typeface="Arial"/>
            </a:endParaRPr>
          </a:p>
        </p:txBody>
      </p:sp>
      <p:sp>
        <p:nvSpPr>
          <p:cNvPr id="388" name="Google Shape;388;p25"/>
          <p:cNvSpPr txBox="1"/>
          <p:nvPr/>
        </p:nvSpPr>
        <p:spPr>
          <a:xfrm>
            <a:off x="8843176" y="0"/>
            <a:ext cx="1632900" cy="3990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t/>
            </a:r>
            <a:endParaRPr sz="1900">
              <a:solidFill>
                <a:schemeClr val="dk1"/>
              </a:solidFill>
              <a:latin typeface="Arial"/>
              <a:ea typeface="Arial"/>
              <a:cs typeface="Arial"/>
              <a:sym typeface="Arial"/>
            </a:endParaRPr>
          </a:p>
        </p:txBody>
      </p:sp>
      <p:sp>
        <p:nvSpPr>
          <p:cNvPr id="389" name="Google Shape;389;p25"/>
          <p:cNvSpPr/>
          <p:nvPr/>
        </p:nvSpPr>
        <p:spPr>
          <a:xfrm>
            <a:off x="215896" y="645978"/>
            <a:ext cx="2409000" cy="2898300"/>
          </a:xfrm>
          <a:prstGeom prst="roundRect">
            <a:avLst>
              <a:gd fmla="val 609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l">
              <a:spcBef>
                <a:spcPts val="0"/>
              </a:spcBef>
              <a:spcAft>
                <a:spcPts val="0"/>
              </a:spcAft>
              <a:buNone/>
            </a:pPr>
            <a:r>
              <a:t/>
            </a:r>
            <a:endParaRPr sz="1900">
              <a:solidFill>
                <a:schemeClr val="dk1"/>
              </a:solidFill>
              <a:latin typeface="Arial"/>
              <a:ea typeface="Arial"/>
              <a:cs typeface="Arial"/>
              <a:sym typeface="Arial"/>
            </a:endParaRPr>
          </a:p>
        </p:txBody>
      </p:sp>
      <p:sp>
        <p:nvSpPr>
          <p:cNvPr id="390" name="Google Shape;390;p25"/>
          <p:cNvSpPr txBox="1"/>
          <p:nvPr/>
        </p:nvSpPr>
        <p:spPr>
          <a:xfrm>
            <a:off x="215896" y="645978"/>
            <a:ext cx="2409000" cy="25287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lang="en-GB" sz="1100">
                <a:solidFill>
                  <a:schemeClr val="dk1"/>
                </a:solidFill>
                <a:latin typeface="Comic Sans MS"/>
                <a:ea typeface="Comic Sans MS"/>
                <a:cs typeface="Comic Sans MS"/>
                <a:sym typeface="Comic Sans MS"/>
              </a:rPr>
              <a:t>What is the difference between:</a:t>
            </a:r>
            <a:endParaRPr sz="1500"/>
          </a:p>
          <a:p>
            <a:pPr indent="0" lvl="0" marL="0" marR="0" rtl="0" algn="l">
              <a:spcBef>
                <a:spcPts val="500"/>
              </a:spcBef>
              <a:spcAft>
                <a:spcPts val="0"/>
              </a:spcAft>
              <a:buNone/>
            </a:pPr>
            <a:r>
              <a:rPr lang="en-GB" sz="1100">
                <a:solidFill>
                  <a:schemeClr val="dk1"/>
                </a:solidFill>
                <a:latin typeface="Comic Sans MS"/>
                <a:ea typeface="Comic Sans MS"/>
                <a:cs typeface="Comic Sans MS"/>
                <a:sym typeface="Comic Sans MS"/>
              </a:rPr>
              <a:t>Further education and higher education?</a:t>
            </a:r>
            <a:endParaRPr sz="1500"/>
          </a:p>
          <a:p>
            <a:pPr indent="0" lvl="0" marL="0" marR="0" rtl="0" algn="l">
              <a:spcBef>
                <a:spcPts val="500"/>
              </a:spcBef>
              <a:spcAft>
                <a:spcPts val="0"/>
              </a:spcAft>
              <a:buNone/>
            </a:pPr>
            <a:r>
              <a:t/>
            </a:r>
            <a:endParaRPr sz="1100">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sz="1100">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sz="1100">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sz="1100">
              <a:solidFill>
                <a:schemeClr val="dk1"/>
              </a:solidFill>
              <a:latin typeface="Comic Sans MS"/>
              <a:ea typeface="Comic Sans MS"/>
              <a:cs typeface="Comic Sans MS"/>
              <a:sym typeface="Comic Sans MS"/>
            </a:endParaRPr>
          </a:p>
          <a:p>
            <a:pPr indent="0" lvl="0" marL="0" marR="0" rtl="0" algn="l">
              <a:spcBef>
                <a:spcPts val="500"/>
              </a:spcBef>
              <a:spcAft>
                <a:spcPts val="0"/>
              </a:spcAft>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rPr lang="en-GB" sz="1100">
                <a:solidFill>
                  <a:srgbClr val="000000"/>
                </a:solidFill>
                <a:latin typeface="Comic Sans MS"/>
                <a:ea typeface="Comic Sans MS"/>
                <a:cs typeface="Comic Sans MS"/>
                <a:sym typeface="Comic Sans MS"/>
              </a:rPr>
              <a:t>What are vocational qualifications?</a:t>
            </a:r>
            <a:endParaRPr sz="1500"/>
          </a:p>
          <a:p>
            <a:pPr indent="0" lvl="0" marL="0" marR="0" rtl="0" algn="l">
              <a:spcBef>
                <a:spcPts val="500"/>
              </a:spcBef>
              <a:spcAft>
                <a:spcPts val="0"/>
              </a:spcAft>
              <a:buNone/>
            </a:pPr>
            <a:r>
              <a:t/>
            </a:r>
            <a:endParaRPr sz="1100">
              <a:solidFill>
                <a:schemeClr val="dk1"/>
              </a:solidFill>
              <a:latin typeface="Comic Sans MS"/>
              <a:ea typeface="Comic Sans MS"/>
              <a:cs typeface="Comic Sans MS"/>
              <a:sym typeface="Comic Sans MS"/>
            </a:endParaRPr>
          </a:p>
        </p:txBody>
      </p:sp>
      <p:sp>
        <p:nvSpPr>
          <p:cNvPr id="391" name="Google Shape;391;p25"/>
          <p:cNvSpPr txBox="1"/>
          <p:nvPr/>
        </p:nvSpPr>
        <p:spPr>
          <a:xfrm>
            <a:off x="916702" y="176176"/>
            <a:ext cx="8858700" cy="335100"/>
          </a:xfrm>
          <a:prstGeom prst="rect">
            <a:avLst/>
          </a:prstGeom>
          <a:noFill/>
          <a:ln>
            <a:noFill/>
          </a:ln>
        </p:spPr>
        <p:txBody>
          <a:bodyPr anchorCtr="0" anchor="t" bIns="49450" lIns="98950" spcFirstLastPara="1" rIns="98950" wrap="square" tIns="49450">
            <a:noAutofit/>
          </a:bodyPr>
          <a:lstStyle/>
          <a:p>
            <a:pPr indent="0" lvl="0" marL="0" marR="0" rtl="0" algn="ctr">
              <a:spcBef>
                <a:spcPts val="0"/>
              </a:spcBef>
              <a:spcAft>
                <a:spcPts val="0"/>
              </a:spcAft>
              <a:buNone/>
            </a:pPr>
            <a:r>
              <a:rPr b="1" lang="en-GB" sz="1500">
                <a:solidFill>
                  <a:srgbClr val="000000"/>
                </a:solidFill>
                <a:latin typeface="Comic Sans MS"/>
                <a:ea typeface="Comic Sans MS"/>
                <a:cs typeface="Comic Sans MS"/>
                <a:sym typeface="Comic Sans MS"/>
              </a:rPr>
              <a:t>Hair &amp; Beauty REVISION – Training and Education </a:t>
            </a:r>
            <a:endParaRPr b="1" sz="1900">
              <a:solidFill>
                <a:schemeClr val="dk1"/>
              </a:solidFill>
              <a:latin typeface="Comic Sans MS"/>
              <a:ea typeface="Comic Sans MS"/>
              <a:cs typeface="Comic Sans MS"/>
              <a:sym typeface="Comic Sans MS"/>
            </a:endParaRPr>
          </a:p>
        </p:txBody>
      </p:sp>
      <p:sp>
        <p:nvSpPr>
          <p:cNvPr id="392" name="Google Shape;392;p25"/>
          <p:cNvSpPr txBox="1"/>
          <p:nvPr/>
        </p:nvSpPr>
        <p:spPr>
          <a:xfrm>
            <a:off x="6123912" y="723703"/>
            <a:ext cx="4196400" cy="266100"/>
          </a:xfrm>
          <a:prstGeom prst="rect">
            <a:avLst/>
          </a:prstGeom>
          <a:noFill/>
          <a:ln>
            <a:noFill/>
          </a:ln>
        </p:spPr>
        <p:txBody>
          <a:bodyPr anchorCtr="0" anchor="t" bIns="49450" lIns="98950" spcFirstLastPara="1" rIns="98950" wrap="square" tIns="49450">
            <a:noAutofit/>
          </a:bodyPr>
          <a:lstStyle/>
          <a:p>
            <a:pPr indent="-368300" lvl="0" marL="368300" marR="0" rtl="0" algn="l">
              <a:spcBef>
                <a:spcPts val="0"/>
              </a:spcBef>
              <a:spcAft>
                <a:spcPts val="0"/>
              </a:spcAft>
              <a:buNone/>
            </a:pPr>
            <a:r>
              <a:rPr lang="en-GB" sz="1100">
                <a:solidFill>
                  <a:schemeClr val="dk1"/>
                </a:solidFill>
                <a:latin typeface="Comic Sans MS"/>
                <a:ea typeface="Comic Sans MS"/>
                <a:cs typeface="Comic Sans MS"/>
                <a:sym typeface="Comic Sans MS"/>
              </a:rPr>
              <a:t>Describe the degrees available</a:t>
            </a:r>
            <a:endParaRPr sz="1500"/>
          </a:p>
        </p:txBody>
      </p:sp>
      <p:sp>
        <p:nvSpPr>
          <p:cNvPr id="393" name="Google Shape;393;p25"/>
          <p:cNvSpPr/>
          <p:nvPr/>
        </p:nvSpPr>
        <p:spPr>
          <a:xfrm>
            <a:off x="215896" y="3623694"/>
            <a:ext cx="5675100" cy="3760200"/>
          </a:xfrm>
          <a:prstGeom prst="roundRect">
            <a:avLst>
              <a:gd fmla="val 609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l">
              <a:spcBef>
                <a:spcPts val="0"/>
              </a:spcBef>
              <a:spcAft>
                <a:spcPts val="0"/>
              </a:spcAft>
              <a:buNone/>
            </a:pPr>
            <a:r>
              <a:t/>
            </a:r>
            <a:endParaRPr sz="1900">
              <a:solidFill>
                <a:schemeClr val="dk1"/>
              </a:solidFill>
              <a:latin typeface="Arial"/>
              <a:ea typeface="Arial"/>
              <a:cs typeface="Arial"/>
              <a:sym typeface="Arial"/>
            </a:endParaRPr>
          </a:p>
        </p:txBody>
      </p:sp>
      <p:sp>
        <p:nvSpPr>
          <p:cNvPr id="394" name="Google Shape;394;p25"/>
          <p:cNvSpPr txBox="1"/>
          <p:nvPr/>
        </p:nvSpPr>
        <p:spPr>
          <a:xfrm>
            <a:off x="294715" y="3701419"/>
            <a:ext cx="5363100" cy="2676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lang="en-GB" sz="1100">
                <a:solidFill>
                  <a:schemeClr val="dk1"/>
                </a:solidFill>
                <a:latin typeface="Comic Sans MS"/>
                <a:ea typeface="Comic Sans MS"/>
                <a:cs typeface="Comic Sans MS"/>
                <a:sym typeface="Comic Sans MS"/>
              </a:rPr>
              <a:t>What is an apprenticeship?</a:t>
            </a:r>
            <a:endParaRPr sz="1500"/>
          </a:p>
        </p:txBody>
      </p:sp>
      <p:graphicFrame>
        <p:nvGraphicFramePr>
          <p:cNvPr id="395" name="Google Shape;395;p25"/>
          <p:cNvGraphicFramePr/>
          <p:nvPr/>
        </p:nvGraphicFramePr>
        <p:xfrm>
          <a:off x="294715" y="4250673"/>
          <a:ext cx="3000000" cy="3000000"/>
        </p:xfrm>
        <a:graphic>
          <a:graphicData uri="http://schemas.openxmlformats.org/drawingml/2006/table">
            <a:tbl>
              <a:tblPr>
                <a:noFill/>
                <a:tableStyleId>{82D19793-0DAC-4A64-A34E-973C42C3793B}</a:tableStyleId>
              </a:tblPr>
              <a:tblGrid>
                <a:gridCol w="1554050"/>
                <a:gridCol w="1710125"/>
              </a:tblGrid>
              <a:tr h="2823975">
                <a:tc>
                  <a:txBody>
                    <a:bodyPr/>
                    <a:lstStyle/>
                    <a:p>
                      <a:pPr indent="0" lvl="0" marL="0" marR="0" rtl="0" algn="l">
                        <a:lnSpc>
                          <a:spcPct val="100000"/>
                        </a:lnSpc>
                        <a:spcBef>
                          <a:spcPts val="0"/>
                        </a:spcBef>
                        <a:spcAft>
                          <a:spcPts val="0"/>
                        </a:spcAft>
                        <a:buClr>
                          <a:schemeClr val="dk1"/>
                        </a:buClr>
                        <a:buSzPts val="1100"/>
                        <a:buFont typeface="Arial"/>
                        <a:buNone/>
                      </a:pPr>
                      <a:r>
                        <a:rPr b="0" i="0" lang="en-GB" sz="1100" u="none" cap="none" strike="noStrike">
                          <a:solidFill>
                            <a:schemeClr val="dk1"/>
                          </a:solidFill>
                          <a:latin typeface="Comic Sans MS"/>
                          <a:ea typeface="Comic Sans MS"/>
                          <a:cs typeface="Comic Sans MS"/>
                          <a:sym typeface="Comic Sans MS"/>
                        </a:rPr>
                        <a:t>List the advantages</a:t>
                      </a:r>
                      <a:endParaRPr sz="1500"/>
                    </a:p>
                    <a:p>
                      <a:pPr indent="0" lvl="0" marL="0" marR="0" rtl="0" algn="l">
                        <a:lnSpc>
                          <a:spcPct val="100000"/>
                        </a:lnSpc>
                        <a:spcBef>
                          <a:spcPts val="20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lnSpc>
                          <a:spcPct val="100000"/>
                        </a:lnSpc>
                        <a:spcBef>
                          <a:spcPts val="20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lnSpc>
                          <a:spcPct val="100000"/>
                        </a:lnSpc>
                        <a:spcBef>
                          <a:spcPts val="20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l">
                        <a:lnSpc>
                          <a:spcPct val="100000"/>
                        </a:lnSpc>
                        <a:spcBef>
                          <a:spcPts val="20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txBody>
                  <a:tcPr marT="49750" marB="49750" marR="98700" marL="9870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00"/>
                        <a:buFont typeface="Arial"/>
                        <a:buNone/>
                      </a:pPr>
                      <a:r>
                        <a:rPr b="0" i="0" lang="en-GB" sz="1100" u="none" cap="none" strike="noStrike">
                          <a:solidFill>
                            <a:schemeClr val="dk1"/>
                          </a:solidFill>
                          <a:latin typeface="Comic Sans MS"/>
                          <a:ea typeface="Comic Sans MS"/>
                          <a:cs typeface="Comic Sans MS"/>
                          <a:sym typeface="Comic Sans MS"/>
                        </a:rPr>
                        <a:t>Identify things you may be expected to do</a:t>
                      </a:r>
                      <a:endParaRPr sz="1500"/>
                    </a:p>
                  </a:txBody>
                  <a:tcPr marT="49750" marB="49750" marR="98700" marL="9870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396" name="Google Shape;396;p25"/>
          <p:cNvSpPr/>
          <p:nvPr/>
        </p:nvSpPr>
        <p:spPr>
          <a:xfrm>
            <a:off x="2703842" y="645978"/>
            <a:ext cx="3186900" cy="2898300"/>
          </a:xfrm>
          <a:prstGeom prst="roundRect">
            <a:avLst>
              <a:gd fmla="val 609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l">
              <a:spcBef>
                <a:spcPts val="0"/>
              </a:spcBef>
              <a:spcAft>
                <a:spcPts val="0"/>
              </a:spcAft>
              <a:buNone/>
            </a:pPr>
            <a:r>
              <a:t/>
            </a:r>
            <a:endParaRPr sz="1900">
              <a:solidFill>
                <a:schemeClr val="dk1"/>
              </a:solidFill>
              <a:latin typeface="Arial"/>
              <a:ea typeface="Arial"/>
              <a:cs typeface="Arial"/>
              <a:sym typeface="Arial"/>
            </a:endParaRPr>
          </a:p>
        </p:txBody>
      </p:sp>
      <p:graphicFrame>
        <p:nvGraphicFramePr>
          <p:cNvPr id="397" name="Google Shape;397;p25"/>
          <p:cNvGraphicFramePr/>
          <p:nvPr/>
        </p:nvGraphicFramePr>
        <p:xfrm>
          <a:off x="6201018" y="1115780"/>
          <a:ext cx="3000000" cy="3000000"/>
        </p:xfrm>
        <a:graphic>
          <a:graphicData uri="http://schemas.openxmlformats.org/drawingml/2006/table">
            <a:tbl>
              <a:tblPr>
                <a:noFill/>
                <a:tableStyleId>{82D19793-0DAC-4A64-A34E-973C42C3793B}</a:tableStyleId>
              </a:tblPr>
              <a:tblGrid>
                <a:gridCol w="1243450"/>
                <a:gridCol w="1399000"/>
                <a:gridCol w="1553825"/>
              </a:tblGrid>
              <a:tr h="431050">
                <a:tc>
                  <a:txBody>
                    <a:bodyPr/>
                    <a:lstStyle/>
                    <a:p>
                      <a:pPr indent="0" lvl="0" marL="0" marR="0" rtl="0" algn="l">
                        <a:lnSpc>
                          <a:spcPct val="100000"/>
                        </a:lnSpc>
                        <a:spcBef>
                          <a:spcPts val="0"/>
                        </a:spcBef>
                        <a:spcAft>
                          <a:spcPts val="0"/>
                        </a:spcAft>
                        <a:buClr>
                          <a:schemeClr val="dk1"/>
                        </a:buClr>
                        <a:buSzPts val="1100"/>
                        <a:buFont typeface="Arial"/>
                        <a:buNone/>
                      </a:pPr>
                      <a:r>
                        <a:rPr b="0" i="0" lang="en-GB" sz="1100" u="none" cap="none" strike="noStrike">
                          <a:solidFill>
                            <a:schemeClr val="dk1"/>
                          </a:solidFill>
                          <a:latin typeface="Comic Sans MS"/>
                          <a:ea typeface="Comic Sans MS"/>
                          <a:cs typeface="Comic Sans MS"/>
                          <a:sym typeface="Comic Sans MS"/>
                        </a:rPr>
                        <a:t>Degree</a:t>
                      </a:r>
                      <a:endParaRPr sz="1500"/>
                    </a:p>
                  </a:txBody>
                  <a:tcPr marT="49750" marB="49750" marR="98700" marL="9870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00"/>
                        <a:buFont typeface="Arial"/>
                        <a:buNone/>
                      </a:pPr>
                      <a:r>
                        <a:rPr b="0" i="0" lang="en-GB" sz="1100" u="none" cap="none" strike="noStrike">
                          <a:solidFill>
                            <a:schemeClr val="dk1"/>
                          </a:solidFill>
                          <a:latin typeface="Comic Sans MS"/>
                          <a:ea typeface="Comic Sans MS"/>
                          <a:cs typeface="Comic Sans MS"/>
                          <a:sym typeface="Comic Sans MS"/>
                        </a:rPr>
                        <a:t>Description</a:t>
                      </a:r>
                      <a:endParaRPr sz="1500"/>
                    </a:p>
                  </a:txBody>
                  <a:tcPr marT="49750" marB="49750" marR="98700" marL="987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DADA"/>
                    </a:solidFill>
                  </a:tcPr>
                </a:tc>
                <a:tc>
                  <a:txBody>
                    <a:bodyPr/>
                    <a:lstStyle/>
                    <a:p>
                      <a:pPr indent="0" lvl="0" marL="0" marR="0" rtl="0" algn="ctr">
                        <a:lnSpc>
                          <a:spcPct val="100000"/>
                        </a:lnSpc>
                        <a:spcBef>
                          <a:spcPts val="0"/>
                        </a:spcBef>
                        <a:spcAft>
                          <a:spcPts val="0"/>
                        </a:spcAft>
                        <a:buClr>
                          <a:schemeClr val="dk1"/>
                        </a:buClr>
                        <a:buSzPts val="1100"/>
                        <a:buFont typeface="Arial"/>
                        <a:buNone/>
                      </a:pPr>
                      <a:r>
                        <a:rPr b="0" i="0" lang="en-GB" sz="1100" u="none" cap="none" strike="noStrike">
                          <a:solidFill>
                            <a:schemeClr val="dk1"/>
                          </a:solidFill>
                          <a:latin typeface="Comic Sans MS"/>
                          <a:ea typeface="Comic Sans MS"/>
                          <a:cs typeface="Comic Sans MS"/>
                          <a:sym typeface="Comic Sans MS"/>
                        </a:rPr>
                        <a:t>Hoe long does it take to complete</a:t>
                      </a:r>
                      <a:endParaRPr sz="1500"/>
                    </a:p>
                  </a:txBody>
                  <a:tcPr marT="49750" marB="49750" marR="98700" marL="9870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r>
              <a:tr h="1371100">
                <a:tc>
                  <a:txBody>
                    <a:bodyPr/>
                    <a:lstStyle/>
                    <a:p>
                      <a:pPr indent="0" lvl="0" marL="0" marR="0" rtl="0" algn="l">
                        <a:lnSpc>
                          <a:spcPct val="100000"/>
                        </a:lnSpc>
                        <a:spcBef>
                          <a:spcPts val="0"/>
                        </a:spcBef>
                        <a:spcAft>
                          <a:spcPts val="0"/>
                        </a:spcAft>
                        <a:buClr>
                          <a:schemeClr val="dk1"/>
                        </a:buClr>
                        <a:buSzPts val="1100"/>
                        <a:buFont typeface="Arial"/>
                        <a:buNone/>
                      </a:pPr>
                      <a:r>
                        <a:rPr b="0" i="0" lang="en-GB" sz="1100" u="none" cap="none" strike="noStrike">
                          <a:solidFill>
                            <a:schemeClr val="dk1"/>
                          </a:solidFill>
                          <a:latin typeface="Comic Sans MS"/>
                          <a:ea typeface="Comic Sans MS"/>
                          <a:cs typeface="Comic Sans MS"/>
                          <a:sym typeface="Comic Sans MS"/>
                        </a:rPr>
                        <a:t>Foundation</a:t>
                      </a:r>
                      <a:endParaRPr sz="1500"/>
                    </a:p>
                  </a:txBody>
                  <a:tcPr marT="49750" marB="49750" marR="98700" marL="9870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ctr">
                        <a:lnSpc>
                          <a:spcPct val="100000"/>
                        </a:lnSpc>
                        <a:spcBef>
                          <a:spcPts val="20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ctr">
                        <a:lnSpc>
                          <a:spcPct val="100000"/>
                        </a:lnSpc>
                        <a:spcBef>
                          <a:spcPts val="20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txBody>
                  <a:tcPr marT="49750" marB="49750" marR="98700" marL="987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DADA"/>
                    </a:solidFill>
                  </a:tcPr>
                </a:tc>
                <a:tc>
                  <a:txBody>
                    <a:bodyPr/>
                    <a:lstStyle/>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txBody>
                  <a:tcPr marT="49750" marB="49750" marR="98700" marL="9870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r>
              <a:tr h="1061025">
                <a:tc>
                  <a:txBody>
                    <a:bodyPr/>
                    <a:lstStyle/>
                    <a:p>
                      <a:pPr indent="0" lvl="0" marL="0" marR="0" rtl="0" algn="l">
                        <a:lnSpc>
                          <a:spcPct val="100000"/>
                        </a:lnSpc>
                        <a:spcBef>
                          <a:spcPts val="0"/>
                        </a:spcBef>
                        <a:spcAft>
                          <a:spcPts val="0"/>
                        </a:spcAft>
                        <a:buClr>
                          <a:schemeClr val="dk1"/>
                        </a:buClr>
                        <a:buSzPts val="1100"/>
                        <a:buFont typeface="Arial"/>
                        <a:buNone/>
                      </a:pPr>
                      <a:r>
                        <a:rPr b="0" i="0" lang="en-GB" sz="1100" u="none" cap="none" strike="noStrike">
                          <a:solidFill>
                            <a:schemeClr val="dk1"/>
                          </a:solidFill>
                          <a:latin typeface="Comic Sans MS"/>
                          <a:ea typeface="Comic Sans MS"/>
                          <a:cs typeface="Comic Sans MS"/>
                          <a:sym typeface="Comic Sans MS"/>
                        </a:rPr>
                        <a:t>Undergraduate</a:t>
                      </a:r>
                      <a:endParaRPr sz="1500"/>
                    </a:p>
                  </a:txBody>
                  <a:tcPr marT="49750" marB="49750" marR="98700" marL="9870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ctr">
                        <a:lnSpc>
                          <a:spcPct val="100000"/>
                        </a:lnSpc>
                        <a:spcBef>
                          <a:spcPts val="20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ctr">
                        <a:lnSpc>
                          <a:spcPct val="100000"/>
                        </a:lnSpc>
                        <a:spcBef>
                          <a:spcPts val="20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ctr">
                        <a:lnSpc>
                          <a:spcPct val="100000"/>
                        </a:lnSpc>
                        <a:spcBef>
                          <a:spcPts val="20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ctr">
                        <a:lnSpc>
                          <a:spcPct val="100000"/>
                        </a:lnSpc>
                        <a:spcBef>
                          <a:spcPts val="20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txBody>
                  <a:tcPr marT="49750" marB="49750" marR="98700" marL="987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DADA"/>
                    </a:solidFill>
                  </a:tcPr>
                </a:tc>
                <a:tc>
                  <a:txBody>
                    <a:bodyPr/>
                    <a:lstStyle/>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txBody>
                  <a:tcPr marT="49750" marB="49750" marR="98700" marL="9870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r>
              <a:tr h="1061025">
                <a:tc>
                  <a:txBody>
                    <a:bodyPr/>
                    <a:lstStyle/>
                    <a:p>
                      <a:pPr indent="0" lvl="0" marL="0" marR="0" rtl="0" algn="l">
                        <a:lnSpc>
                          <a:spcPct val="100000"/>
                        </a:lnSpc>
                        <a:spcBef>
                          <a:spcPts val="0"/>
                        </a:spcBef>
                        <a:spcAft>
                          <a:spcPts val="0"/>
                        </a:spcAft>
                        <a:buClr>
                          <a:schemeClr val="dk1"/>
                        </a:buClr>
                        <a:buSzPts val="1100"/>
                        <a:buFont typeface="Arial"/>
                        <a:buNone/>
                      </a:pPr>
                      <a:r>
                        <a:rPr b="0" i="0" lang="en-GB" sz="1100" u="none" cap="none" strike="noStrike">
                          <a:solidFill>
                            <a:schemeClr val="dk1"/>
                          </a:solidFill>
                          <a:latin typeface="Comic Sans MS"/>
                          <a:ea typeface="Comic Sans MS"/>
                          <a:cs typeface="Comic Sans MS"/>
                          <a:sym typeface="Comic Sans MS"/>
                        </a:rPr>
                        <a:t>Post-graduate </a:t>
                      </a:r>
                      <a:endParaRPr sz="1500"/>
                    </a:p>
                  </a:txBody>
                  <a:tcPr marT="49750" marB="49750" marR="98700" marL="9870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ctr">
                        <a:lnSpc>
                          <a:spcPct val="100000"/>
                        </a:lnSpc>
                        <a:spcBef>
                          <a:spcPts val="20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ctr">
                        <a:lnSpc>
                          <a:spcPct val="100000"/>
                        </a:lnSpc>
                        <a:spcBef>
                          <a:spcPts val="20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ctr">
                        <a:lnSpc>
                          <a:spcPct val="100000"/>
                        </a:lnSpc>
                        <a:spcBef>
                          <a:spcPts val="20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p>
                      <a:pPr indent="0" lvl="0" marL="0" marR="0" rtl="0" algn="ctr">
                        <a:lnSpc>
                          <a:spcPct val="100000"/>
                        </a:lnSpc>
                        <a:spcBef>
                          <a:spcPts val="20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txBody>
                  <a:tcPr marT="49750" marB="49750" marR="98700" marL="987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2DADA"/>
                    </a:solidFill>
                  </a:tcPr>
                </a:tc>
                <a:tc>
                  <a:txBody>
                    <a:bodyPr/>
                    <a:lstStyle/>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dk1"/>
                        </a:solidFill>
                        <a:latin typeface="Comic Sans MS"/>
                        <a:ea typeface="Comic Sans MS"/>
                        <a:cs typeface="Comic Sans MS"/>
                        <a:sym typeface="Comic Sans MS"/>
                      </a:endParaRPr>
                    </a:p>
                  </a:txBody>
                  <a:tcPr marT="49750" marB="49750" marR="98700" marL="9870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2F2F2"/>
                    </a:solidFill>
                  </a:tcPr>
                </a:tc>
              </a:tr>
            </a:tbl>
          </a:graphicData>
        </a:graphic>
      </p:graphicFrame>
      <p:sp>
        <p:nvSpPr>
          <p:cNvPr id="398" name="Google Shape;398;p25"/>
          <p:cNvSpPr txBox="1"/>
          <p:nvPr/>
        </p:nvSpPr>
        <p:spPr>
          <a:xfrm>
            <a:off x="2781805" y="723703"/>
            <a:ext cx="3031200" cy="279600"/>
          </a:xfrm>
          <a:prstGeom prst="rect">
            <a:avLst/>
          </a:prstGeom>
          <a:noFill/>
          <a:ln>
            <a:noFill/>
          </a:ln>
        </p:spPr>
        <p:txBody>
          <a:bodyPr anchorCtr="0" anchor="t" bIns="49450" lIns="98950" spcFirstLastPara="1" rIns="98950" wrap="square" tIns="49450">
            <a:noAutofit/>
          </a:bodyPr>
          <a:lstStyle/>
          <a:p>
            <a:pPr indent="0" lvl="0" marL="0" marR="0" rtl="0" algn="l">
              <a:lnSpc>
                <a:spcPct val="107000"/>
              </a:lnSpc>
              <a:spcBef>
                <a:spcPts val="0"/>
              </a:spcBef>
              <a:spcAft>
                <a:spcPts val="0"/>
              </a:spcAft>
              <a:buNone/>
            </a:pPr>
            <a:r>
              <a:rPr lang="en-GB" sz="1100">
                <a:solidFill>
                  <a:schemeClr val="dk1"/>
                </a:solidFill>
                <a:latin typeface="Comic Sans MS"/>
                <a:ea typeface="Comic Sans MS"/>
                <a:cs typeface="Comic Sans MS"/>
                <a:sym typeface="Comic Sans MS"/>
              </a:rPr>
              <a:t>What is private education?</a:t>
            </a:r>
            <a:endParaRPr sz="1100">
              <a:solidFill>
                <a:schemeClr val="dk1"/>
              </a:solidFill>
              <a:latin typeface="Comic Sans MS"/>
              <a:ea typeface="Comic Sans MS"/>
              <a:cs typeface="Comic Sans MS"/>
              <a:sym typeface="Comic Sans MS"/>
            </a:endParaRPr>
          </a:p>
        </p:txBody>
      </p:sp>
      <p:sp>
        <p:nvSpPr>
          <p:cNvPr id="399" name="Google Shape;399;p25"/>
          <p:cNvSpPr txBox="1"/>
          <p:nvPr/>
        </p:nvSpPr>
        <p:spPr>
          <a:xfrm>
            <a:off x="3716498" y="4295300"/>
            <a:ext cx="2018700" cy="27795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lang="en-GB" sz="1100">
                <a:solidFill>
                  <a:schemeClr val="dk1"/>
                </a:solidFill>
                <a:latin typeface="Comic Sans MS"/>
                <a:ea typeface="Comic Sans MS"/>
                <a:cs typeface="Comic Sans MS"/>
                <a:sym typeface="Comic Sans MS"/>
              </a:rPr>
              <a:t>What is the difference between and NVQ and SVQ?</a:t>
            </a:r>
            <a:endParaRPr sz="1500"/>
          </a:p>
          <a:p>
            <a:pPr indent="0" lvl="0" marL="0" marR="0" rtl="0" algn="l">
              <a:spcBef>
                <a:spcPts val="0"/>
              </a:spcBef>
              <a:spcAft>
                <a:spcPts val="0"/>
              </a:spcAft>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t/>
            </a:r>
            <a:endParaRPr sz="1100">
              <a:solidFill>
                <a:schemeClr val="dk1"/>
              </a:solidFill>
              <a:latin typeface="Comic Sans MS"/>
              <a:ea typeface="Comic Sans MS"/>
              <a:cs typeface="Comic Sans MS"/>
              <a:sym typeface="Comic Sans M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04" name="Shape 404"/>
        <p:cNvGrpSpPr/>
        <p:nvPr/>
      </p:nvGrpSpPr>
      <p:grpSpPr>
        <a:xfrm>
          <a:off x="0" y="0"/>
          <a:ext cx="0" cy="0"/>
          <a:chOff x="0" y="0"/>
          <a:chExt cx="0" cy="0"/>
        </a:xfrm>
      </p:grpSpPr>
      <p:sp>
        <p:nvSpPr>
          <p:cNvPr id="405" name="Google Shape;405;p26"/>
          <p:cNvSpPr/>
          <p:nvPr/>
        </p:nvSpPr>
        <p:spPr>
          <a:xfrm>
            <a:off x="6045092" y="3623694"/>
            <a:ext cx="4431000" cy="22713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sz="1900">
              <a:solidFill>
                <a:schemeClr val="lt1"/>
              </a:solidFill>
              <a:latin typeface="Arial"/>
              <a:ea typeface="Arial"/>
              <a:cs typeface="Arial"/>
              <a:sym typeface="Arial"/>
            </a:endParaRPr>
          </a:p>
        </p:txBody>
      </p:sp>
      <p:sp>
        <p:nvSpPr>
          <p:cNvPr id="406" name="Google Shape;406;p26"/>
          <p:cNvSpPr txBox="1"/>
          <p:nvPr/>
        </p:nvSpPr>
        <p:spPr>
          <a:xfrm>
            <a:off x="6123912" y="5967523"/>
            <a:ext cx="2097300" cy="1272600"/>
          </a:xfrm>
          <a:prstGeom prst="rect">
            <a:avLst/>
          </a:prstGeom>
          <a:noFill/>
          <a:ln>
            <a:noFill/>
          </a:ln>
        </p:spPr>
        <p:txBody>
          <a:bodyPr anchorCtr="0" anchor="t" bIns="49450" lIns="98950" spcFirstLastPara="1" rIns="98950" wrap="square" tIns="49450">
            <a:noAutofit/>
          </a:bodyPr>
          <a:lstStyle/>
          <a:p>
            <a:pPr indent="0" lvl="0" marL="0" marR="0" rtl="0" algn="ctr">
              <a:spcBef>
                <a:spcPts val="0"/>
              </a:spcBef>
              <a:spcAft>
                <a:spcPts val="0"/>
              </a:spcAft>
              <a:buClr>
                <a:schemeClr val="dk1"/>
              </a:buClr>
              <a:buSzPts val="1100"/>
              <a:buFont typeface="Arial"/>
              <a:buNone/>
            </a:pPr>
            <a:r>
              <a:rPr b="1" lang="en-GB" sz="1100">
                <a:solidFill>
                  <a:schemeClr val="dk1"/>
                </a:solidFill>
                <a:latin typeface="Comic Sans MS"/>
                <a:ea typeface="Comic Sans MS"/>
                <a:cs typeface="Comic Sans MS"/>
                <a:sym typeface="Comic Sans MS"/>
              </a:rPr>
              <a:t>KEY WORDS:</a:t>
            </a:r>
            <a:endParaRPr sz="1500"/>
          </a:p>
          <a:p>
            <a:pPr indent="0" lvl="0" marL="0" marR="0" rtl="0" algn="ctr">
              <a:spcBef>
                <a:spcPts val="0"/>
              </a:spcBef>
              <a:spcAft>
                <a:spcPts val="0"/>
              </a:spcAft>
              <a:buClr>
                <a:schemeClr val="dk1"/>
              </a:buClr>
              <a:buSzPts val="1100"/>
              <a:buFont typeface="Arial"/>
              <a:buNone/>
            </a:pPr>
            <a:r>
              <a:rPr b="1" lang="en-GB" sz="1100">
                <a:solidFill>
                  <a:schemeClr val="dk1"/>
                </a:solidFill>
                <a:latin typeface="Comic Sans MS"/>
                <a:ea typeface="Comic Sans MS"/>
                <a:cs typeface="Comic Sans MS"/>
                <a:sym typeface="Comic Sans MS"/>
              </a:rPr>
              <a:t>Skills</a:t>
            </a:r>
            <a:endParaRPr sz="1500"/>
          </a:p>
          <a:p>
            <a:pPr indent="0" lvl="0" marL="0" marR="0" rtl="0" algn="ctr">
              <a:spcBef>
                <a:spcPts val="0"/>
              </a:spcBef>
              <a:spcAft>
                <a:spcPts val="0"/>
              </a:spcAft>
              <a:buClr>
                <a:schemeClr val="dk1"/>
              </a:buClr>
              <a:buSzPts val="1100"/>
              <a:buFont typeface="Arial"/>
              <a:buNone/>
            </a:pPr>
            <a:r>
              <a:rPr b="1" lang="en-GB" sz="1100">
                <a:solidFill>
                  <a:schemeClr val="dk1"/>
                </a:solidFill>
                <a:latin typeface="Comic Sans MS"/>
                <a:ea typeface="Comic Sans MS"/>
                <a:cs typeface="Comic Sans MS"/>
                <a:sym typeface="Comic Sans MS"/>
              </a:rPr>
              <a:t>Attributes</a:t>
            </a:r>
            <a:endParaRPr sz="1500"/>
          </a:p>
          <a:p>
            <a:pPr indent="0" lvl="0" marL="0" marR="0" rtl="0" algn="ctr">
              <a:spcBef>
                <a:spcPts val="0"/>
              </a:spcBef>
              <a:spcAft>
                <a:spcPts val="0"/>
              </a:spcAft>
              <a:buClr>
                <a:schemeClr val="dk1"/>
              </a:buClr>
              <a:buSzPts val="1100"/>
              <a:buFont typeface="Arial"/>
              <a:buNone/>
            </a:pPr>
            <a:r>
              <a:rPr b="1" lang="en-GB" sz="1100">
                <a:solidFill>
                  <a:schemeClr val="dk1"/>
                </a:solidFill>
                <a:latin typeface="Comic Sans MS"/>
                <a:ea typeface="Comic Sans MS"/>
                <a:cs typeface="Comic Sans MS"/>
                <a:sym typeface="Comic Sans MS"/>
              </a:rPr>
              <a:t>Communication</a:t>
            </a:r>
            <a:endParaRPr sz="1500"/>
          </a:p>
          <a:p>
            <a:pPr indent="0" lvl="0" marL="0" marR="0" rtl="0" algn="ctr">
              <a:spcBef>
                <a:spcPts val="0"/>
              </a:spcBef>
              <a:spcAft>
                <a:spcPts val="0"/>
              </a:spcAft>
              <a:buClr>
                <a:schemeClr val="dk1"/>
              </a:buClr>
              <a:buSzPts val="1100"/>
              <a:buFont typeface="Arial"/>
              <a:buNone/>
            </a:pPr>
            <a:r>
              <a:rPr b="1" lang="en-GB" sz="1100">
                <a:solidFill>
                  <a:schemeClr val="dk1"/>
                </a:solidFill>
                <a:latin typeface="Comic Sans MS"/>
                <a:ea typeface="Comic Sans MS"/>
                <a:cs typeface="Comic Sans MS"/>
                <a:sym typeface="Comic Sans MS"/>
              </a:rPr>
              <a:t>Confidentiality</a:t>
            </a:r>
            <a:endParaRPr sz="1500"/>
          </a:p>
          <a:p>
            <a:pPr indent="0" lvl="0" marL="0" marR="0" rtl="0" algn="ctr">
              <a:spcBef>
                <a:spcPts val="0"/>
              </a:spcBef>
              <a:spcAft>
                <a:spcPts val="0"/>
              </a:spcAft>
              <a:buClr>
                <a:schemeClr val="dk1"/>
              </a:buClr>
              <a:buSzPts val="1100"/>
              <a:buFont typeface="Arial"/>
              <a:buNone/>
            </a:pPr>
            <a:r>
              <a:rPr b="1" lang="en-GB" sz="1100">
                <a:solidFill>
                  <a:schemeClr val="dk1"/>
                </a:solidFill>
                <a:latin typeface="Comic Sans MS"/>
                <a:ea typeface="Comic Sans MS"/>
                <a:cs typeface="Comic Sans MS"/>
                <a:sym typeface="Comic Sans MS"/>
              </a:rPr>
              <a:t>Discretion</a:t>
            </a:r>
            <a:endParaRPr sz="1500"/>
          </a:p>
          <a:p>
            <a:pPr indent="0" lvl="0" marL="0" marR="0" rtl="0" algn="ctr">
              <a:spcBef>
                <a:spcPts val="0"/>
              </a:spcBef>
              <a:spcAft>
                <a:spcPts val="0"/>
              </a:spcAft>
              <a:buClr>
                <a:schemeClr val="dk1"/>
              </a:buClr>
              <a:buSzPts val="1100"/>
              <a:buFont typeface="Arial"/>
              <a:buNone/>
            </a:pPr>
            <a:r>
              <a:rPr b="1" lang="en-GB" sz="1100">
                <a:solidFill>
                  <a:schemeClr val="dk1"/>
                </a:solidFill>
                <a:latin typeface="Comic Sans MS"/>
                <a:ea typeface="Comic Sans MS"/>
                <a:cs typeface="Comic Sans MS"/>
                <a:sym typeface="Comic Sans MS"/>
              </a:rPr>
              <a:t>Professional conduct</a:t>
            </a:r>
            <a:endParaRPr b="1" sz="1100">
              <a:solidFill>
                <a:schemeClr val="dk1"/>
              </a:solidFill>
              <a:latin typeface="Comic Sans MS"/>
              <a:ea typeface="Comic Sans MS"/>
              <a:cs typeface="Comic Sans MS"/>
              <a:sym typeface="Comic Sans MS"/>
            </a:endParaRPr>
          </a:p>
        </p:txBody>
      </p:sp>
      <p:sp>
        <p:nvSpPr>
          <p:cNvPr id="407" name="Google Shape;407;p26"/>
          <p:cNvSpPr/>
          <p:nvPr/>
        </p:nvSpPr>
        <p:spPr>
          <a:xfrm>
            <a:off x="6045092" y="5974432"/>
            <a:ext cx="2254800" cy="14145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sz="1300">
              <a:solidFill>
                <a:srgbClr val="FFFFFF"/>
              </a:solidFill>
              <a:latin typeface="Calibri"/>
              <a:ea typeface="Calibri"/>
              <a:cs typeface="Calibri"/>
              <a:sym typeface="Calibri"/>
            </a:endParaRPr>
          </a:p>
        </p:txBody>
      </p:sp>
      <p:sp>
        <p:nvSpPr>
          <p:cNvPr id="408" name="Google Shape;408;p26"/>
          <p:cNvSpPr txBox="1"/>
          <p:nvPr/>
        </p:nvSpPr>
        <p:spPr>
          <a:xfrm>
            <a:off x="8377114" y="5967523"/>
            <a:ext cx="2099100" cy="1941300"/>
          </a:xfrm>
          <a:prstGeom prst="rect">
            <a:avLst/>
          </a:prstGeom>
          <a:noFill/>
          <a:ln>
            <a:noFill/>
          </a:ln>
        </p:spPr>
        <p:txBody>
          <a:bodyPr anchorCtr="0" anchor="t" bIns="49450" lIns="98950" spcFirstLastPara="1" rIns="98950" wrap="square" tIns="49450">
            <a:noAutofit/>
          </a:bodyPr>
          <a:lstStyle/>
          <a:p>
            <a:pPr indent="0" lvl="0" marL="0" marR="0" rtl="0" algn="ctr">
              <a:spcBef>
                <a:spcPts val="0"/>
              </a:spcBef>
              <a:spcAft>
                <a:spcPts val="0"/>
              </a:spcAft>
              <a:buClr>
                <a:schemeClr val="dk1"/>
              </a:buClr>
              <a:buSzPts val="1100"/>
              <a:buFont typeface="Arial"/>
              <a:buNone/>
            </a:pPr>
            <a:r>
              <a:rPr b="1" lang="en-GB" sz="1100">
                <a:solidFill>
                  <a:schemeClr val="dk1"/>
                </a:solidFill>
                <a:latin typeface="Comic Sans MS"/>
                <a:ea typeface="Comic Sans MS"/>
                <a:cs typeface="Comic Sans MS"/>
                <a:sym typeface="Comic Sans MS"/>
              </a:rPr>
              <a:t>ASSESSMENT:</a:t>
            </a:r>
            <a:endParaRPr sz="1500"/>
          </a:p>
          <a:p>
            <a:pPr indent="0" lvl="0" marL="0" marR="0" rtl="0" algn="l">
              <a:spcBef>
                <a:spcPts val="0"/>
              </a:spcBef>
              <a:spcAft>
                <a:spcPts val="0"/>
              </a:spcAft>
              <a:buClr>
                <a:schemeClr val="dk1"/>
              </a:buClr>
              <a:buSzPts val="1100"/>
              <a:buFont typeface="Arial"/>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Clr>
                <a:srgbClr val="000000"/>
              </a:buClr>
              <a:buSzPts val="1100"/>
              <a:buFont typeface="Arial"/>
              <a:buNone/>
            </a:pPr>
            <a:r>
              <a:rPr lang="en-GB" sz="1100">
                <a:solidFill>
                  <a:srgbClr val="000000"/>
                </a:solidFill>
                <a:latin typeface="Comic Sans MS"/>
                <a:ea typeface="Comic Sans MS"/>
                <a:cs typeface="Comic Sans MS"/>
                <a:sym typeface="Comic Sans MS"/>
              </a:rPr>
              <a:t>How confident are you in this section?</a:t>
            </a:r>
            <a:endParaRPr sz="1500"/>
          </a:p>
          <a:p>
            <a:pPr indent="0" lvl="0" marL="0" marR="0" rtl="0" algn="l">
              <a:spcBef>
                <a:spcPts val="0"/>
              </a:spcBef>
              <a:spcAft>
                <a:spcPts val="0"/>
              </a:spcAft>
              <a:buClr>
                <a:schemeClr val="dk1"/>
              </a:buClr>
              <a:buSzPts val="1100"/>
              <a:buFont typeface="Arial"/>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Clr>
                <a:schemeClr val="dk1"/>
              </a:buClr>
              <a:buSzPts val="1100"/>
              <a:buFont typeface="Arial"/>
              <a:buNone/>
            </a:pPr>
            <a:r>
              <a:t/>
            </a:r>
            <a:endParaRPr sz="1100">
              <a:solidFill>
                <a:schemeClr val="dk1"/>
              </a:solidFill>
              <a:latin typeface="Comic Sans MS"/>
              <a:ea typeface="Comic Sans MS"/>
              <a:cs typeface="Comic Sans MS"/>
              <a:sym typeface="Comic Sans MS"/>
            </a:endParaRPr>
          </a:p>
        </p:txBody>
      </p:sp>
      <p:sp>
        <p:nvSpPr>
          <p:cNvPr id="409" name="Google Shape;409;p26"/>
          <p:cNvSpPr/>
          <p:nvPr/>
        </p:nvSpPr>
        <p:spPr>
          <a:xfrm>
            <a:off x="8377114" y="5974432"/>
            <a:ext cx="2099100" cy="14094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sz="1900">
              <a:solidFill>
                <a:schemeClr val="lt1"/>
              </a:solidFill>
              <a:latin typeface="Arial"/>
              <a:ea typeface="Arial"/>
              <a:cs typeface="Arial"/>
              <a:sym typeface="Arial"/>
            </a:endParaRPr>
          </a:p>
        </p:txBody>
      </p:sp>
      <p:sp>
        <p:nvSpPr>
          <p:cNvPr id="410" name="Google Shape;410;p26"/>
          <p:cNvSpPr/>
          <p:nvPr/>
        </p:nvSpPr>
        <p:spPr>
          <a:xfrm>
            <a:off x="8533038" y="6836311"/>
            <a:ext cx="233100" cy="238500"/>
          </a:xfrm>
          <a:prstGeom prst="cloudCallout">
            <a:avLst>
              <a:gd fmla="val -52204" name="adj1"/>
              <a:gd fmla="val 76088" name="adj2"/>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sz="1900">
              <a:solidFill>
                <a:schemeClr val="lt1"/>
              </a:solidFill>
              <a:latin typeface="Calibri"/>
              <a:ea typeface="Calibri"/>
              <a:cs typeface="Calibri"/>
              <a:sym typeface="Calibri"/>
            </a:endParaRPr>
          </a:p>
        </p:txBody>
      </p:sp>
      <p:sp>
        <p:nvSpPr>
          <p:cNvPr id="411" name="Google Shape;411;p26"/>
          <p:cNvSpPr/>
          <p:nvPr/>
        </p:nvSpPr>
        <p:spPr>
          <a:xfrm>
            <a:off x="215896" y="176176"/>
            <a:ext cx="10181400" cy="348900"/>
          </a:xfrm>
          <a:prstGeom prst="roundRect">
            <a:avLst>
              <a:gd fmla="val 453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ctr">
              <a:spcBef>
                <a:spcPts val="0"/>
              </a:spcBef>
              <a:spcAft>
                <a:spcPts val="0"/>
              </a:spcAft>
              <a:buNone/>
            </a:pPr>
            <a:r>
              <a:t/>
            </a:r>
            <a:endParaRPr sz="1900">
              <a:solidFill>
                <a:schemeClr val="lt1"/>
              </a:solidFill>
              <a:latin typeface="Arial"/>
              <a:ea typeface="Arial"/>
              <a:cs typeface="Arial"/>
              <a:sym typeface="Arial"/>
            </a:endParaRPr>
          </a:p>
        </p:txBody>
      </p:sp>
      <p:sp>
        <p:nvSpPr>
          <p:cNvPr id="412" name="Google Shape;412;p26"/>
          <p:cNvSpPr txBox="1"/>
          <p:nvPr/>
        </p:nvSpPr>
        <p:spPr>
          <a:xfrm>
            <a:off x="371822" y="723703"/>
            <a:ext cx="2020200" cy="3990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t/>
            </a:r>
            <a:endParaRPr sz="1900">
              <a:solidFill>
                <a:schemeClr val="dk1"/>
              </a:solidFill>
              <a:latin typeface="Arial"/>
              <a:ea typeface="Arial"/>
              <a:cs typeface="Arial"/>
              <a:sym typeface="Arial"/>
            </a:endParaRPr>
          </a:p>
        </p:txBody>
      </p:sp>
      <p:sp>
        <p:nvSpPr>
          <p:cNvPr id="413" name="Google Shape;413;p26"/>
          <p:cNvSpPr txBox="1"/>
          <p:nvPr/>
        </p:nvSpPr>
        <p:spPr>
          <a:xfrm>
            <a:off x="8843176" y="0"/>
            <a:ext cx="1632900" cy="3990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t/>
            </a:r>
            <a:endParaRPr sz="1900">
              <a:solidFill>
                <a:schemeClr val="dk1"/>
              </a:solidFill>
              <a:latin typeface="Arial"/>
              <a:ea typeface="Arial"/>
              <a:cs typeface="Arial"/>
              <a:sym typeface="Arial"/>
            </a:endParaRPr>
          </a:p>
        </p:txBody>
      </p:sp>
      <p:sp>
        <p:nvSpPr>
          <p:cNvPr id="414" name="Google Shape;414;p26"/>
          <p:cNvSpPr txBox="1"/>
          <p:nvPr/>
        </p:nvSpPr>
        <p:spPr>
          <a:xfrm>
            <a:off x="916702" y="176176"/>
            <a:ext cx="8858700" cy="335100"/>
          </a:xfrm>
          <a:prstGeom prst="rect">
            <a:avLst/>
          </a:prstGeom>
          <a:noFill/>
          <a:ln>
            <a:noFill/>
          </a:ln>
        </p:spPr>
        <p:txBody>
          <a:bodyPr anchorCtr="0" anchor="t" bIns="49450" lIns="98950" spcFirstLastPara="1" rIns="98950" wrap="square" tIns="49450">
            <a:noAutofit/>
          </a:bodyPr>
          <a:lstStyle/>
          <a:p>
            <a:pPr indent="0" lvl="0" marL="0" marR="0" rtl="0" algn="ctr">
              <a:spcBef>
                <a:spcPts val="0"/>
              </a:spcBef>
              <a:spcAft>
                <a:spcPts val="0"/>
              </a:spcAft>
              <a:buNone/>
            </a:pPr>
            <a:r>
              <a:rPr b="1" lang="en-GB" sz="1500">
                <a:solidFill>
                  <a:srgbClr val="000000"/>
                </a:solidFill>
                <a:latin typeface="Comic Sans MS"/>
                <a:ea typeface="Comic Sans MS"/>
                <a:cs typeface="Comic Sans MS"/>
                <a:sym typeface="Comic Sans MS"/>
              </a:rPr>
              <a:t>Hair &amp; Beauty REVISION – Skills and Attributes</a:t>
            </a:r>
            <a:endParaRPr b="1" sz="1900">
              <a:solidFill>
                <a:schemeClr val="dk1"/>
              </a:solidFill>
              <a:latin typeface="Comic Sans MS"/>
              <a:ea typeface="Comic Sans MS"/>
              <a:cs typeface="Comic Sans MS"/>
              <a:sym typeface="Comic Sans MS"/>
            </a:endParaRPr>
          </a:p>
        </p:txBody>
      </p:sp>
      <p:sp>
        <p:nvSpPr>
          <p:cNvPr id="415" name="Google Shape;415;p26"/>
          <p:cNvSpPr/>
          <p:nvPr/>
        </p:nvSpPr>
        <p:spPr>
          <a:xfrm>
            <a:off x="215896" y="3623694"/>
            <a:ext cx="5675100" cy="3760200"/>
          </a:xfrm>
          <a:prstGeom prst="roundRect">
            <a:avLst>
              <a:gd fmla="val 609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l">
              <a:spcBef>
                <a:spcPts val="0"/>
              </a:spcBef>
              <a:spcAft>
                <a:spcPts val="0"/>
              </a:spcAft>
              <a:buNone/>
            </a:pPr>
            <a:r>
              <a:t/>
            </a:r>
            <a:endParaRPr sz="1900">
              <a:solidFill>
                <a:schemeClr val="dk1"/>
              </a:solidFill>
              <a:latin typeface="Arial"/>
              <a:ea typeface="Arial"/>
              <a:cs typeface="Arial"/>
              <a:sym typeface="Arial"/>
            </a:endParaRPr>
          </a:p>
        </p:txBody>
      </p:sp>
      <p:sp>
        <p:nvSpPr>
          <p:cNvPr id="416" name="Google Shape;416;p26"/>
          <p:cNvSpPr/>
          <p:nvPr/>
        </p:nvSpPr>
        <p:spPr>
          <a:xfrm>
            <a:off x="215895" y="645978"/>
            <a:ext cx="10181400" cy="2898300"/>
          </a:xfrm>
          <a:prstGeom prst="roundRect">
            <a:avLst>
              <a:gd fmla="val 6097" name="adj"/>
            </a:avLst>
          </a:prstGeom>
          <a:noFill/>
          <a:ln cap="flat" cmpd="sng" w="25400">
            <a:solidFill>
              <a:schemeClr val="dk1"/>
            </a:solidFill>
            <a:prstDash val="solid"/>
            <a:round/>
            <a:headEnd len="sm" w="sm" type="none"/>
            <a:tailEnd len="sm" w="sm" type="none"/>
          </a:ln>
        </p:spPr>
        <p:txBody>
          <a:bodyPr anchorCtr="0" anchor="ctr" bIns="49450" lIns="98950" spcFirstLastPara="1" rIns="98950" wrap="square" tIns="49450">
            <a:noAutofit/>
          </a:bodyPr>
          <a:lstStyle/>
          <a:p>
            <a:pPr indent="0" lvl="0" marL="0" marR="0" rtl="0" algn="l">
              <a:spcBef>
                <a:spcPts val="0"/>
              </a:spcBef>
              <a:spcAft>
                <a:spcPts val="0"/>
              </a:spcAft>
              <a:buNone/>
            </a:pPr>
            <a:r>
              <a:t/>
            </a:r>
            <a:endParaRPr sz="1900">
              <a:solidFill>
                <a:schemeClr val="dk1"/>
              </a:solidFill>
              <a:latin typeface="Arial"/>
              <a:ea typeface="Arial"/>
              <a:cs typeface="Arial"/>
              <a:sym typeface="Arial"/>
            </a:endParaRPr>
          </a:p>
        </p:txBody>
      </p:sp>
      <p:sp>
        <p:nvSpPr>
          <p:cNvPr id="417" name="Google Shape;417;p26"/>
          <p:cNvSpPr txBox="1"/>
          <p:nvPr/>
        </p:nvSpPr>
        <p:spPr>
          <a:xfrm>
            <a:off x="371820" y="741633"/>
            <a:ext cx="9792900" cy="2359200"/>
          </a:xfrm>
          <a:prstGeom prst="rect">
            <a:avLst/>
          </a:prstGeom>
          <a:noFill/>
          <a:ln>
            <a:noFill/>
          </a:ln>
        </p:spPr>
        <p:txBody>
          <a:bodyPr anchorCtr="0" anchor="t" bIns="49450" lIns="98950" spcFirstLastPara="1" rIns="98950" wrap="square" tIns="49450">
            <a:noAutofit/>
          </a:bodyPr>
          <a:lstStyle/>
          <a:p>
            <a:pPr indent="-374650" lvl="0" marL="368300" marR="0" rtl="0" algn="l">
              <a:lnSpc>
                <a:spcPct val="107000"/>
              </a:lnSpc>
              <a:spcBef>
                <a:spcPts val="0"/>
              </a:spcBef>
              <a:spcAft>
                <a:spcPts val="0"/>
              </a:spcAft>
              <a:buClr>
                <a:schemeClr val="dk1"/>
              </a:buClr>
              <a:buSzPts val="1100"/>
              <a:buFont typeface="Noto Sans Symbols"/>
              <a:buChar char="∙"/>
            </a:pPr>
            <a:r>
              <a:rPr b="1" lang="en-GB" sz="1100">
                <a:solidFill>
                  <a:schemeClr val="dk1"/>
                </a:solidFill>
                <a:latin typeface="Comic Sans MS"/>
                <a:ea typeface="Comic Sans MS"/>
                <a:cs typeface="Comic Sans MS"/>
                <a:sym typeface="Comic Sans MS"/>
              </a:rPr>
              <a:t>Define </a:t>
            </a:r>
            <a:r>
              <a:rPr lang="en-GB" sz="1100">
                <a:solidFill>
                  <a:schemeClr val="dk1"/>
                </a:solidFill>
                <a:latin typeface="Comic Sans MS"/>
                <a:ea typeface="Comic Sans MS"/>
                <a:cs typeface="Comic Sans MS"/>
                <a:sym typeface="Comic Sans MS"/>
              </a:rPr>
              <a:t>what customer service is.</a:t>
            </a:r>
            <a:endParaRPr sz="1500"/>
          </a:p>
          <a:p>
            <a:pPr indent="-304800" lvl="0" marL="368300" marR="0" rtl="0" algn="l">
              <a:lnSpc>
                <a:spcPct val="107000"/>
              </a:lnSpc>
              <a:spcBef>
                <a:spcPts val="1300"/>
              </a:spcBef>
              <a:spcAft>
                <a:spcPts val="0"/>
              </a:spcAft>
              <a:buClr>
                <a:schemeClr val="dk1"/>
              </a:buClr>
              <a:buSzPts val="1100"/>
              <a:buFont typeface="Noto Sans Symbols"/>
              <a:buNone/>
            </a:pPr>
            <a:r>
              <a:t/>
            </a:r>
            <a:endParaRPr sz="1100">
              <a:solidFill>
                <a:schemeClr val="dk1"/>
              </a:solidFill>
              <a:latin typeface="Comic Sans MS"/>
              <a:ea typeface="Comic Sans MS"/>
              <a:cs typeface="Comic Sans MS"/>
              <a:sym typeface="Comic Sans MS"/>
            </a:endParaRPr>
          </a:p>
          <a:p>
            <a:pPr indent="-374650" lvl="0" marL="368300" marR="0" rtl="0" algn="l">
              <a:lnSpc>
                <a:spcPct val="107000"/>
              </a:lnSpc>
              <a:spcBef>
                <a:spcPts val="1300"/>
              </a:spcBef>
              <a:spcAft>
                <a:spcPts val="0"/>
              </a:spcAft>
              <a:buClr>
                <a:schemeClr val="dk1"/>
              </a:buClr>
              <a:buSzPts val="1100"/>
              <a:buFont typeface="Noto Sans Symbols"/>
              <a:buChar char="∙"/>
            </a:pPr>
            <a:r>
              <a:rPr b="1" lang="en-GB" sz="1100">
                <a:solidFill>
                  <a:schemeClr val="dk1"/>
                </a:solidFill>
                <a:latin typeface="Comic Sans MS"/>
                <a:ea typeface="Comic Sans MS"/>
                <a:cs typeface="Comic Sans MS"/>
                <a:sym typeface="Comic Sans MS"/>
              </a:rPr>
              <a:t>Identify </a:t>
            </a:r>
            <a:r>
              <a:rPr lang="en-GB" sz="1100">
                <a:solidFill>
                  <a:schemeClr val="dk1"/>
                </a:solidFill>
                <a:latin typeface="Comic Sans MS"/>
                <a:ea typeface="Comic Sans MS"/>
                <a:cs typeface="Comic Sans MS"/>
                <a:sym typeface="Comic Sans MS"/>
              </a:rPr>
              <a:t>examples of how industry professionals can ensure their communication skills are good.</a:t>
            </a:r>
            <a:endParaRPr sz="1500"/>
          </a:p>
          <a:p>
            <a:pPr indent="-304800" lvl="0" marL="368300" marR="0" rtl="0" algn="l">
              <a:lnSpc>
                <a:spcPct val="107000"/>
              </a:lnSpc>
              <a:spcBef>
                <a:spcPts val="1300"/>
              </a:spcBef>
              <a:spcAft>
                <a:spcPts val="0"/>
              </a:spcAft>
              <a:buClr>
                <a:schemeClr val="dk1"/>
              </a:buClr>
              <a:buSzPts val="1100"/>
              <a:buFont typeface="Noto Sans Symbols"/>
              <a:buNone/>
            </a:pPr>
            <a:r>
              <a:t/>
            </a:r>
            <a:endParaRPr sz="1100">
              <a:solidFill>
                <a:schemeClr val="dk1"/>
              </a:solidFill>
              <a:latin typeface="Comic Sans MS"/>
              <a:ea typeface="Comic Sans MS"/>
              <a:cs typeface="Comic Sans MS"/>
              <a:sym typeface="Comic Sans MS"/>
            </a:endParaRPr>
          </a:p>
          <a:p>
            <a:pPr indent="-374650" lvl="0" marL="368300" marR="0" rtl="0" algn="l">
              <a:lnSpc>
                <a:spcPct val="107000"/>
              </a:lnSpc>
              <a:spcBef>
                <a:spcPts val="1300"/>
              </a:spcBef>
              <a:spcAft>
                <a:spcPts val="0"/>
              </a:spcAft>
              <a:buClr>
                <a:schemeClr val="dk1"/>
              </a:buClr>
              <a:buSzPts val="1100"/>
              <a:buFont typeface="Noto Sans Symbols"/>
              <a:buChar char="∙"/>
            </a:pPr>
            <a:r>
              <a:rPr b="1" lang="en-GB" sz="1100">
                <a:solidFill>
                  <a:schemeClr val="dk1"/>
                </a:solidFill>
                <a:latin typeface="Comic Sans MS"/>
                <a:ea typeface="Comic Sans MS"/>
                <a:cs typeface="Comic Sans MS"/>
                <a:sym typeface="Comic Sans MS"/>
              </a:rPr>
              <a:t>Describe</a:t>
            </a:r>
            <a:r>
              <a:rPr lang="en-GB" sz="1100">
                <a:solidFill>
                  <a:schemeClr val="dk1"/>
                </a:solidFill>
                <a:latin typeface="Comic Sans MS"/>
                <a:ea typeface="Comic Sans MS"/>
                <a:cs typeface="Comic Sans MS"/>
                <a:sym typeface="Comic Sans MS"/>
              </a:rPr>
              <a:t> ways industry professionals should demonstrate high levels of professional conduct.</a:t>
            </a:r>
            <a:endParaRPr sz="1500"/>
          </a:p>
          <a:p>
            <a:pPr indent="-304800" lvl="0" marL="368300" marR="0" rtl="0" algn="l">
              <a:lnSpc>
                <a:spcPct val="107000"/>
              </a:lnSpc>
              <a:spcBef>
                <a:spcPts val="1300"/>
              </a:spcBef>
              <a:spcAft>
                <a:spcPts val="0"/>
              </a:spcAft>
              <a:buClr>
                <a:schemeClr val="dk1"/>
              </a:buClr>
              <a:buSzPts val="1100"/>
              <a:buFont typeface="Noto Sans Symbols"/>
              <a:buNone/>
            </a:pPr>
            <a:r>
              <a:t/>
            </a:r>
            <a:endParaRPr sz="1100">
              <a:solidFill>
                <a:schemeClr val="dk1"/>
              </a:solidFill>
              <a:latin typeface="Comic Sans MS"/>
              <a:ea typeface="Comic Sans MS"/>
              <a:cs typeface="Comic Sans MS"/>
              <a:sym typeface="Comic Sans MS"/>
            </a:endParaRPr>
          </a:p>
          <a:p>
            <a:pPr indent="-374650" lvl="0" marL="368300" marR="0" rtl="0" algn="l">
              <a:lnSpc>
                <a:spcPct val="107000"/>
              </a:lnSpc>
              <a:spcBef>
                <a:spcPts val="1300"/>
              </a:spcBef>
              <a:spcAft>
                <a:spcPts val="0"/>
              </a:spcAft>
              <a:buClr>
                <a:schemeClr val="dk1"/>
              </a:buClr>
              <a:buSzPts val="1100"/>
              <a:buFont typeface="Noto Sans Symbols"/>
              <a:buChar char="∙"/>
            </a:pPr>
            <a:r>
              <a:rPr b="1" lang="en-GB" sz="1100">
                <a:solidFill>
                  <a:schemeClr val="dk1"/>
                </a:solidFill>
                <a:latin typeface="Comic Sans MS"/>
                <a:ea typeface="Comic Sans MS"/>
                <a:cs typeface="Comic Sans MS"/>
                <a:sym typeface="Comic Sans MS"/>
              </a:rPr>
              <a:t>State </a:t>
            </a:r>
            <a:r>
              <a:rPr lang="en-GB" sz="1100">
                <a:solidFill>
                  <a:schemeClr val="dk1"/>
                </a:solidFill>
                <a:latin typeface="Comic Sans MS"/>
                <a:ea typeface="Comic Sans MS"/>
                <a:cs typeface="Comic Sans MS"/>
                <a:sym typeface="Comic Sans MS"/>
              </a:rPr>
              <a:t>instances where industry professionals should demonstrate discretion and confidentiality.</a:t>
            </a:r>
            <a:endParaRPr sz="1500"/>
          </a:p>
        </p:txBody>
      </p:sp>
      <p:sp>
        <p:nvSpPr>
          <p:cNvPr id="418" name="Google Shape;418;p26"/>
          <p:cNvSpPr txBox="1"/>
          <p:nvPr/>
        </p:nvSpPr>
        <p:spPr>
          <a:xfrm>
            <a:off x="371822" y="3858352"/>
            <a:ext cx="5438400" cy="34491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1" lang="en-GB" sz="1100">
                <a:solidFill>
                  <a:schemeClr val="dk1"/>
                </a:solidFill>
                <a:latin typeface="Comic Sans MS"/>
                <a:ea typeface="Comic Sans MS"/>
                <a:cs typeface="Comic Sans MS"/>
                <a:sym typeface="Comic Sans MS"/>
              </a:rPr>
              <a:t>Explain</a:t>
            </a:r>
            <a:r>
              <a:rPr lang="en-GB" sz="1100">
                <a:solidFill>
                  <a:schemeClr val="dk1"/>
                </a:solidFill>
                <a:latin typeface="Comic Sans MS"/>
                <a:ea typeface="Comic Sans MS"/>
                <a:cs typeface="Comic Sans MS"/>
                <a:sym typeface="Comic Sans MS"/>
              </a:rPr>
              <a:t> what these skills and attributes mean and how they would be used in the hair and beauty industry?</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rPr lang="en-GB" sz="1100">
                <a:solidFill>
                  <a:schemeClr val="dk1"/>
                </a:solidFill>
                <a:latin typeface="Comic Sans MS"/>
                <a:ea typeface="Comic Sans MS"/>
                <a:cs typeface="Comic Sans MS"/>
                <a:sym typeface="Comic Sans MS"/>
              </a:rPr>
              <a:t>Integrity</a:t>
            </a:r>
            <a:endParaRPr sz="1500"/>
          </a:p>
          <a:p>
            <a:pPr indent="0" lvl="0" marL="0" marR="0" rtl="0" algn="l">
              <a:spcBef>
                <a:spcPts val="0"/>
              </a:spcBef>
              <a:spcAft>
                <a:spcPts val="0"/>
              </a:spcAft>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rPr lang="en-GB" sz="1100">
                <a:solidFill>
                  <a:schemeClr val="dk1"/>
                </a:solidFill>
                <a:latin typeface="Comic Sans MS"/>
                <a:ea typeface="Comic Sans MS"/>
                <a:cs typeface="Comic Sans MS"/>
                <a:sym typeface="Comic Sans MS"/>
              </a:rPr>
              <a:t>Honesty</a:t>
            </a:r>
            <a:endParaRPr sz="1500"/>
          </a:p>
          <a:p>
            <a:pPr indent="0" lvl="0" marL="0" marR="0" rtl="0" algn="l">
              <a:spcBef>
                <a:spcPts val="0"/>
              </a:spcBef>
              <a:spcAft>
                <a:spcPts val="0"/>
              </a:spcAft>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rPr lang="en-GB" sz="1100">
                <a:solidFill>
                  <a:schemeClr val="dk1"/>
                </a:solidFill>
                <a:latin typeface="Comic Sans MS"/>
                <a:ea typeface="Comic Sans MS"/>
                <a:cs typeface="Comic Sans MS"/>
                <a:sym typeface="Comic Sans MS"/>
              </a:rPr>
              <a:t>Reliability</a:t>
            </a:r>
            <a:endParaRPr sz="1500"/>
          </a:p>
          <a:p>
            <a:pPr indent="0" lvl="0" marL="0" marR="0" rtl="0" algn="l">
              <a:spcBef>
                <a:spcPts val="0"/>
              </a:spcBef>
              <a:spcAft>
                <a:spcPts val="0"/>
              </a:spcAft>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rPr lang="en-GB" sz="1100">
                <a:solidFill>
                  <a:schemeClr val="dk1"/>
                </a:solidFill>
                <a:latin typeface="Comic Sans MS"/>
                <a:ea typeface="Comic Sans MS"/>
                <a:cs typeface="Comic Sans MS"/>
                <a:sym typeface="Comic Sans MS"/>
              </a:rPr>
              <a:t>Punctuality</a:t>
            </a:r>
            <a:endParaRPr sz="1500"/>
          </a:p>
          <a:p>
            <a:pPr indent="0" lvl="0" marL="0" marR="0" rtl="0" algn="l">
              <a:spcBef>
                <a:spcPts val="0"/>
              </a:spcBef>
              <a:spcAft>
                <a:spcPts val="0"/>
              </a:spcAft>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rPr lang="en-GB" sz="1100">
                <a:solidFill>
                  <a:schemeClr val="dk1"/>
                </a:solidFill>
                <a:latin typeface="Comic Sans MS"/>
                <a:ea typeface="Comic Sans MS"/>
                <a:cs typeface="Comic Sans MS"/>
                <a:sym typeface="Comic Sans MS"/>
              </a:rPr>
              <a:t>Team worker</a:t>
            </a:r>
            <a:endParaRPr sz="1500"/>
          </a:p>
          <a:p>
            <a:pPr indent="0" lvl="0" marL="0" marR="0" rtl="0" algn="l">
              <a:spcBef>
                <a:spcPts val="0"/>
              </a:spcBef>
              <a:spcAft>
                <a:spcPts val="0"/>
              </a:spcAft>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rPr lang="en-GB" sz="1100">
                <a:solidFill>
                  <a:schemeClr val="dk1"/>
                </a:solidFill>
                <a:latin typeface="Comic Sans MS"/>
                <a:ea typeface="Comic Sans MS"/>
                <a:cs typeface="Comic Sans MS"/>
                <a:sym typeface="Comic Sans MS"/>
              </a:rPr>
              <a:t>Positive attitude</a:t>
            </a:r>
            <a:endParaRPr sz="1500"/>
          </a:p>
          <a:p>
            <a:pPr indent="0" lvl="0" marL="0" marR="0" rtl="0" algn="l">
              <a:spcBef>
                <a:spcPts val="0"/>
              </a:spcBef>
              <a:spcAft>
                <a:spcPts val="0"/>
              </a:spcAft>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rPr lang="en-GB" sz="1100">
                <a:solidFill>
                  <a:schemeClr val="dk1"/>
                </a:solidFill>
                <a:latin typeface="Comic Sans MS"/>
                <a:ea typeface="Comic Sans MS"/>
                <a:cs typeface="Comic Sans MS"/>
                <a:sym typeface="Comic Sans MS"/>
              </a:rPr>
              <a:t>Dexterity</a:t>
            </a:r>
            <a:endParaRPr sz="1500"/>
          </a:p>
          <a:p>
            <a:pPr indent="0" lvl="0" marL="0" marR="0" rtl="0" algn="l">
              <a:spcBef>
                <a:spcPts val="0"/>
              </a:spcBef>
              <a:spcAft>
                <a:spcPts val="0"/>
              </a:spcAft>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rPr lang="en-GB" sz="1100">
                <a:solidFill>
                  <a:schemeClr val="dk1"/>
                </a:solidFill>
                <a:latin typeface="Comic Sans MS"/>
                <a:ea typeface="Comic Sans MS"/>
                <a:cs typeface="Comic Sans MS"/>
                <a:sym typeface="Comic Sans MS"/>
              </a:rPr>
              <a:t>Creativity</a:t>
            </a:r>
            <a:endParaRPr sz="1500"/>
          </a:p>
          <a:p>
            <a:pPr indent="0" lvl="0" marL="0" marR="0" rtl="0" algn="l">
              <a:spcBef>
                <a:spcPts val="0"/>
              </a:spcBef>
              <a:spcAft>
                <a:spcPts val="0"/>
              </a:spcAft>
              <a:buNone/>
            </a:pPr>
            <a:r>
              <a:t/>
            </a:r>
            <a:endParaRPr sz="1100">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rPr lang="en-GB" sz="1100">
                <a:solidFill>
                  <a:schemeClr val="dk1"/>
                </a:solidFill>
                <a:latin typeface="Comic Sans MS"/>
                <a:ea typeface="Comic Sans MS"/>
                <a:cs typeface="Comic Sans MS"/>
                <a:sym typeface="Comic Sans MS"/>
              </a:rPr>
              <a:t>Attention to detail</a:t>
            </a:r>
            <a:endParaRPr sz="1100">
              <a:solidFill>
                <a:schemeClr val="dk1"/>
              </a:solidFill>
              <a:latin typeface="Comic Sans MS"/>
              <a:ea typeface="Comic Sans MS"/>
              <a:cs typeface="Comic Sans MS"/>
              <a:sym typeface="Comic Sans MS"/>
            </a:endParaRPr>
          </a:p>
        </p:txBody>
      </p:sp>
      <p:sp>
        <p:nvSpPr>
          <p:cNvPr id="419" name="Google Shape;419;p26"/>
          <p:cNvSpPr txBox="1"/>
          <p:nvPr/>
        </p:nvSpPr>
        <p:spPr>
          <a:xfrm>
            <a:off x="6123912" y="3858352"/>
            <a:ext cx="4273500" cy="284700"/>
          </a:xfrm>
          <a:prstGeom prst="rect">
            <a:avLst/>
          </a:prstGeom>
          <a:noFill/>
          <a:ln>
            <a:noFill/>
          </a:ln>
        </p:spPr>
        <p:txBody>
          <a:bodyPr anchorCtr="0" anchor="t" bIns="49450" lIns="98950" spcFirstLastPara="1" rIns="98950" wrap="square" tIns="49450">
            <a:noAutofit/>
          </a:bodyPr>
          <a:lstStyle/>
          <a:p>
            <a:pPr indent="0" lvl="0" marL="0" marR="0" rtl="0" algn="l">
              <a:spcBef>
                <a:spcPts val="0"/>
              </a:spcBef>
              <a:spcAft>
                <a:spcPts val="0"/>
              </a:spcAft>
              <a:buNone/>
            </a:pPr>
            <a:r>
              <a:rPr b="1" lang="en-GB" sz="1200">
                <a:solidFill>
                  <a:schemeClr val="dk1"/>
                </a:solidFill>
                <a:latin typeface="Comic Sans MS"/>
                <a:ea typeface="Comic Sans MS"/>
                <a:cs typeface="Comic Sans MS"/>
                <a:sym typeface="Comic Sans MS"/>
              </a:rPr>
              <a:t>Outline</a:t>
            </a:r>
            <a:r>
              <a:rPr lang="en-GB" sz="1200">
                <a:solidFill>
                  <a:schemeClr val="dk1"/>
                </a:solidFill>
                <a:latin typeface="Comic Sans MS"/>
                <a:ea typeface="Comic Sans MS"/>
                <a:cs typeface="Comic Sans MS"/>
                <a:sym typeface="Comic Sans MS"/>
              </a:rPr>
              <a:t> the Data Protection Act</a:t>
            </a:r>
            <a:endParaRPr sz="1200">
              <a:solidFill>
                <a:schemeClr val="dk1"/>
              </a:solidFill>
              <a:latin typeface="Comic Sans MS"/>
              <a:ea typeface="Comic Sans MS"/>
              <a:cs typeface="Comic Sans MS"/>
              <a:sym typeface="Comic Sans MS"/>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